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-72" y="-13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6D2F2D-F2C9-491B-99A8-DA966D37CB87}" type="doc">
      <dgm:prSet loTypeId="urn:microsoft.com/office/officeart/2005/8/layout/chevron1" loCatId="process" qsTypeId="urn:microsoft.com/office/officeart/2005/8/quickstyle/3d2" qsCatId="3D" csTypeId="urn:microsoft.com/office/officeart/2005/8/colors/colorful1" csCatId="colorful" phldr="1"/>
      <dgm:spPr/>
    </dgm:pt>
    <dgm:pt modelId="{82A2301D-A6F6-42BF-936C-7D77BC99D0C3}">
      <dgm:prSet phldrT="[文本]" custT="1"/>
      <dgm:spPr/>
      <dgm:t>
        <a:bodyPr/>
        <a:lstStyle/>
        <a:p>
          <a:r>
            <a:rPr lang="zh-CN" altLang="en-US" sz="360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友谊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D59873DD-1E86-4FC4-AC35-CAED9D877235}" type="parTrans" cxnId="{ADCD951B-9213-451C-A5B9-3E86E907AAB4}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A90AF25A-F4FA-496A-B1BB-98EDCFE5B83F}" type="sibTrans" cxnId="{ADCD951B-9213-451C-A5B9-3E86E907AAB4}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B25C1E50-3836-4A71-86C8-16B012CB6D3E}">
      <dgm:prSet phldrT="[文本]" custT="1"/>
      <dgm:spPr/>
      <dgm:t>
        <a:bodyPr/>
        <a:lstStyle/>
        <a:p>
          <a:r>
            <a:rPr lang="zh-CN" altLang="en-US" sz="36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和谐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A7401137-8CB0-41F8-B548-04D1274EC9AD}" type="parTrans" cxnId="{884198E9-23CA-4D1D-899F-4F3C0607548B}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018AC036-D5B5-4678-8D9E-55099565311C}" type="sibTrans" cxnId="{884198E9-23CA-4D1D-899F-4F3C0607548B}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D462CBE5-803B-4D1F-9FC0-FCC2F4D2F5FA}">
      <dgm:prSet phldrT="[文本]" custT="1"/>
      <dgm:spPr/>
      <dgm:t>
        <a:bodyPr/>
        <a:lstStyle/>
        <a:p>
          <a:r>
            <a:rPr lang="zh-CN" altLang="en-US" sz="36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梦想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5FD30BA1-B646-4371-8D49-669CCFED8AC5}" type="parTrans" cxnId="{5F4EABE5-2F81-472A-BA40-F7FA4CECC421}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5C037546-3C91-41A9-9FB1-76B050ADFD75}" type="sibTrans" cxnId="{5F4EABE5-2F81-472A-BA40-F7FA4CECC421}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B02460B9-4915-46AA-867C-D137D93A2D40}" type="pres">
      <dgm:prSet presAssocID="{6D6D2F2D-F2C9-491B-99A8-DA966D37CB87}" presName="Name0" presStyleCnt="0">
        <dgm:presLayoutVars>
          <dgm:dir/>
          <dgm:animLvl val="lvl"/>
          <dgm:resizeHandles val="exact"/>
        </dgm:presLayoutVars>
      </dgm:prSet>
      <dgm:spPr/>
    </dgm:pt>
    <dgm:pt modelId="{F9544D78-A5AE-4979-B232-4C87352ED637}" type="pres">
      <dgm:prSet presAssocID="{82A2301D-A6F6-42BF-936C-7D77BC99D0C3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749BA90-CD7C-499B-81EA-086F47ECA917}" type="pres">
      <dgm:prSet presAssocID="{A90AF25A-F4FA-496A-B1BB-98EDCFE5B83F}" presName="parTxOnlySpace" presStyleCnt="0"/>
      <dgm:spPr/>
    </dgm:pt>
    <dgm:pt modelId="{D995B678-E1C3-4E1E-9AAC-EFEFF23E8B32}" type="pres">
      <dgm:prSet presAssocID="{B25C1E50-3836-4A71-86C8-16B012CB6D3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FD592A1-9C33-48F1-BC9A-A5070CAE4D4A}" type="pres">
      <dgm:prSet presAssocID="{018AC036-D5B5-4678-8D9E-55099565311C}" presName="parTxOnlySpace" presStyleCnt="0"/>
      <dgm:spPr/>
    </dgm:pt>
    <dgm:pt modelId="{6355B7FC-71CE-42D6-A7C3-984CB64FFCC2}" type="pres">
      <dgm:prSet presAssocID="{D462CBE5-803B-4D1F-9FC0-FCC2F4D2F5FA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4F47AC0-D17F-4F66-ABF5-3CDB8672967C}" type="presOf" srcId="{82A2301D-A6F6-42BF-936C-7D77BC99D0C3}" destId="{F9544D78-A5AE-4979-B232-4C87352ED637}" srcOrd="0" destOrd="0" presId="urn:microsoft.com/office/officeart/2005/8/layout/chevron1"/>
    <dgm:cxn modelId="{5F4EABE5-2F81-472A-BA40-F7FA4CECC421}" srcId="{6D6D2F2D-F2C9-491B-99A8-DA966D37CB87}" destId="{D462CBE5-803B-4D1F-9FC0-FCC2F4D2F5FA}" srcOrd="2" destOrd="0" parTransId="{5FD30BA1-B646-4371-8D49-669CCFED8AC5}" sibTransId="{5C037546-3C91-41A9-9FB1-76B050ADFD75}"/>
    <dgm:cxn modelId="{ADCD951B-9213-451C-A5B9-3E86E907AAB4}" srcId="{6D6D2F2D-F2C9-491B-99A8-DA966D37CB87}" destId="{82A2301D-A6F6-42BF-936C-7D77BC99D0C3}" srcOrd="0" destOrd="0" parTransId="{D59873DD-1E86-4FC4-AC35-CAED9D877235}" sibTransId="{A90AF25A-F4FA-496A-B1BB-98EDCFE5B83F}"/>
    <dgm:cxn modelId="{9DAB296B-0149-4A41-83FD-19FDEA3BC2B3}" type="presOf" srcId="{D462CBE5-803B-4D1F-9FC0-FCC2F4D2F5FA}" destId="{6355B7FC-71CE-42D6-A7C3-984CB64FFCC2}" srcOrd="0" destOrd="0" presId="urn:microsoft.com/office/officeart/2005/8/layout/chevron1"/>
    <dgm:cxn modelId="{884198E9-23CA-4D1D-899F-4F3C0607548B}" srcId="{6D6D2F2D-F2C9-491B-99A8-DA966D37CB87}" destId="{B25C1E50-3836-4A71-86C8-16B012CB6D3E}" srcOrd="1" destOrd="0" parTransId="{A7401137-8CB0-41F8-B548-04D1274EC9AD}" sibTransId="{018AC036-D5B5-4678-8D9E-55099565311C}"/>
    <dgm:cxn modelId="{C3B9550C-DED3-4E97-8399-3B90914F3D17}" type="presOf" srcId="{B25C1E50-3836-4A71-86C8-16B012CB6D3E}" destId="{D995B678-E1C3-4E1E-9AAC-EFEFF23E8B32}" srcOrd="0" destOrd="0" presId="urn:microsoft.com/office/officeart/2005/8/layout/chevron1"/>
    <dgm:cxn modelId="{13C4A2C1-CD6A-4E0E-A25C-6B9FA56CE5DD}" type="presOf" srcId="{6D6D2F2D-F2C9-491B-99A8-DA966D37CB87}" destId="{B02460B9-4915-46AA-867C-D137D93A2D40}" srcOrd="0" destOrd="0" presId="urn:microsoft.com/office/officeart/2005/8/layout/chevron1"/>
    <dgm:cxn modelId="{C3087EF5-D7F4-4177-84AB-928714DDB8D0}" type="presParOf" srcId="{B02460B9-4915-46AA-867C-D137D93A2D40}" destId="{F9544D78-A5AE-4979-B232-4C87352ED637}" srcOrd="0" destOrd="0" presId="urn:microsoft.com/office/officeart/2005/8/layout/chevron1"/>
    <dgm:cxn modelId="{B7B7486D-64A3-410A-9795-5F1A202D9DA3}" type="presParOf" srcId="{B02460B9-4915-46AA-867C-D137D93A2D40}" destId="{0749BA90-CD7C-499B-81EA-086F47ECA917}" srcOrd="1" destOrd="0" presId="urn:microsoft.com/office/officeart/2005/8/layout/chevron1"/>
    <dgm:cxn modelId="{7E876A23-FBBB-463D-A65C-E7BA9499FB94}" type="presParOf" srcId="{B02460B9-4915-46AA-867C-D137D93A2D40}" destId="{D995B678-E1C3-4E1E-9AAC-EFEFF23E8B32}" srcOrd="2" destOrd="0" presId="urn:microsoft.com/office/officeart/2005/8/layout/chevron1"/>
    <dgm:cxn modelId="{4CD5BC98-2401-49A4-AC0F-C0F98F586C75}" type="presParOf" srcId="{B02460B9-4915-46AA-867C-D137D93A2D40}" destId="{2FD592A1-9C33-48F1-BC9A-A5070CAE4D4A}" srcOrd="3" destOrd="0" presId="urn:microsoft.com/office/officeart/2005/8/layout/chevron1"/>
    <dgm:cxn modelId="{FE874F79-6E0F-4008-B17F-4AE4C2202A49}" type="presParOf" srcId="{B02460B9-4915-46AA-867C-D137D93A2D40}" destId="{6355B7FC-71CE-42D6-A7C3-984CB64FFCC2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544D78-A5AE-4979-B232-4C87352ED637}">
      <dsp:nvSpPr>
        <dsp:cNvPr id="0" name=""/>
        <dsp:cNvSpPr/>
      </dsp:nvSpPr>
      <dsp:spPr>
        <a:xfrm>
          <a:off x="2381" y="2129102"/>
          <a:ext cx="2901156" cy="1160462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2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2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018" tIns="48006" rIns="48006" bIns="48006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友谊</a:t>
          </a:r>
          <a:endParaRPr lang="zh-CN" altLang="en-US" sz="3600" kern="12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sp:txBody>
      <dsp:txXfrm>
        <a:off x="582612" y="2129102"/>
        <a:ext cx="1740694" cy="1160462"/>
      </dsp:txXfrm>
    </dsp:sp>
    <dsp:sp modelId="{D995B678-E1C3-4E1E-9AAC-EFEFF23E8B32}">
      <dsp:nvSpPr>
        <dsp:cNvPr id="0" name=""/>
        <dsp:cNvSpPr/>
      </dsp:nvSpPr>
      <dsp:spPr>
        <a:xfrm>
          <a:off x="2613421" y="2129102"/>
          <a:ext cx="2901156" cy="1160462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3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3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018" tIns="48006" rIns="48006" bIns="48006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和谐</a:t>
          </a:r>
          <a:endParaRPr lang="zh-CN" altLang="en-US" sz="3600" kern="12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sp:txBody>
      <dsp:txXfrm>
        <a:off x="3193652" y="2129102"/>
        <a:ext cx="1740694" cy="1160462"/>
      </dsp:txXfrm>
    </dsp:sp>
    <dsp:sp modelId="{6355B7FC-71CE-42D6-A7C3-984CB64FFCC2}">
      <dsp:nvSpPr>
        <dsp:cNvPr id="0" name=""/>
        <dsp:cNvSpPr/>
      </dsp:nvSpPr>
      <dsp:spPr>
        <a:xfrm>
          <a:off x="5224462" y="2129102"/>
          <a:ext cx="2901156" cy="1160462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018" tIns="48006" rIns="48006" bIns="48006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梦想</a:t>
          </a:r>
          <a:endParaRPr lang="zh-CN" altLang="en-US" sz="3600" kern="12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sp:txBody>
      <dsp:txXfrm>
        <a:off x="5804693" y="2129102"/>
        <a:ext cx="1740694" cy="1160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1" name="chimes.wav"/>
          </p:stSnd>
        </p:sndAc>
      </p:transition>
    </mc:Choice>
    <mc:Fallback>
      <p:transition spd="slow" advTm="3000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1" name="chimes.wav"/>
          </p:stSnd>
        </p:sndAc>
      </p:transition>
    </mc:Choice>
    <mc:Fallback>
      <p:transition spd="slow" advTm="3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1" name="chimes.wav"/>
          </p:stSnd>
        </p:sndAc>
      </p:transition>
    </mc:Choice>
    <mc:Fallback>
      <p:transition spd="slow" advTm="3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1" name="chimes.wav"/>
          </p:stSnd>
        </p:sndAc>
      </p:transition>
    </mc:Choice>
    <mc:Fallback>
      <p:transition spd="slow" advTm="3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1" name="chimes.wav"/>
          </p:stSnd>
        </p:sndAc>
      </p:transition>
    </mc:Choice>
    <mc:Fallback>
      <p:transition spd="slow" advTm="3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1" name="chimes.wav"/>
          </p:stSnd>
        </p:sndAc>
      </p:transition>
    </mc:Choice>
    <mc:Fallback>
      <p:transition spd="slow" advTm="3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1" name="chimes.wav"/>
          </p:stSnd>
        </p:sndAc>
      </p:transition>
    </mc:Choice>
    <mc:Fallback>
      <p:transition spd="slow" advTm="3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1" name="chimes.wav"/>
          </p:stSnd>
        </p:sndAc>
      </p:transition>
    </mc:Choice>
    <mc:Fallback>
      <p:transition spd="slow" advTm="3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1" name="chimes.wav"/>
          </p:stSnd>
        </p:sndAc>
      </p:transition>
    </mc:Choice>
    <mc:Fallback>
      <p:transition spd="slow" advTm="3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1" name="chimes.wav"/>
          </p:stSnd>
        </p:sndAc>
      </p:transition>
    </mc:Choice>
    <mc:Fallback>
      <p:transition spd="slow" advTm="3000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1" name="chimes.wav"/>
          </p:stSnd>
        </p:sndAc>
      </p:transition>
    </mc:Choice>
    <mc:Fallback>
      <p:transition spd="slow" advTm="3000">
        <p:fade/>
        <p:sndAc>
          <p:stSnd>
            <p:snd r:embed="rId1" name="chimes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 smtClean="0"/>
              <a:t>第二级</a:t>
            </a:r>
          </a:p>
          <a:p>
            <a:pPr lvl="2" eaLnBrk="1" latinLnBrk="0" hangingPunct="1"/>
            <a:r>
              <a:rPr kumimoji="0" lang="zh-CN" altLang="en-US" dirty="0" smtClean="0"/>
              <a:t>第三级</a:t>
            </a:r>
          </a:p>
          <a:p>
            <a:pPr lvl="3" eaLnBrk="1" latinLnBrk="0" hangingPunct="1"/>
            <a:r>
              <a:rPr kumimoji="0" lang="zh-CN" altLang="en-US" dirty="0" smtClean="0"/>
              <a:t>第四级</a:t>
            </a:r>
          </a:p>
          <a:p>
            <a:pPr lvl="4" eaLnBrk="1" latinLnBrk="0" hangingPunct="1"/>
            <a:r>
              <a:rPr kumimoji="0" lang="zh-CN" altLang="en-US" dirty="0" smtClean="0"/>
              <a:t>第五级</a:t>
            </a:r>
            <a:endParaRPr kumimoji="0"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2021/4/25</a:t>
            </a:fld>
            <a:endParaRPr lang="zh-CN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13" name="chimes.wav"/>
          </p:stSnd>
        </p:sndAc>
      </p:transition>
    </mc:Choice>
    <mc:Fallback>
      <p:transition spd="slow" advTm="3000">
        <p:fade/>
        <p:sndAc>
          <p:stSnd>
            <p:snd r:embed="rId13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lnSpc>
          <a:spcPts val="3500"/>
        </a:lnSpc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方正姚体" pitchFamily="2" charset="-122"/>
          <a:ea typeface="方正姚体" pitchFamily="2" charset="-122"/>
          <a:cs typeface="+mj-cs"/>
        </a:defRPr>
      </a:lvl1pPr>
    </p:titleStyle>
    <p:bodyStyle>
      <a:lvl1pPr marL="274320" indent="-274320" algn="l" rtl="0" eaLnBrk="1" latinLnBrk="0" hangingPunct="1">
        <a:lnSpc>
          <a:spcPts val="3500"/>
        </a:lnSpc>
        <a:spcBef>
          <a:spcPct val="20000"/>
        </a:spcBef>
        <a:buClr>
          <a:srgbClr val="7030A0"/>
        </a:buClr>
        <a:buSzPct val="95000"/>
        <a:buFont typeface="Wingdings" pitchFamily="2" charset="2"/>
        <a:buChar char=""/>
        <a:defRPr kumimoji="0" sz="2600" kern="1200">
          <a:solidFill>
            <a:schemeClr val="tx1"/>
          </a:solidFill>
          <a:latin typeface="方正姚体" pitchFamily="2" charset="-122"/>
          <a:ea typeface="方正姚体" pitchFamily="2" charset="-122"/>
          <a:cs typeface="+mn-cs"/>
        </a:defRPr>
      </a:lvl1pPr>
      <a:lvl2pPr marL="640080" indent="-246888" algn="l" rtl="0" eaLnBrk="1" latinLnBrk="0" hangingPunct="1">
        <a:lnSpc>
          <a:spcPts val="3500"/>
        </a:lnSpc>
        <a:spcBef>
          <a:spcPct val="20000"/>
        </a:spcBef>
        <a:buClr>
          <a:srgbClr val="7030A0"/>
        </a:buClr>
        <a:buSzPct val="85000"/>
        <a:buFont typeface="Wingdings" pitchFamily="2" charset="2"/>
        <a:buChar char=""/>
        <a:defRPr kumimoji="0" sz="2400" kern="1200">
          <a:solidFill>
            <a:schemeClr val="tx1"/>
          </a:solidFill>
          <a:latin typeface="方正姚体" pitchFamily="2" charset="-122"/>
          <a:ea typeface="方正姚体" pitchFamily="2" charset="-122"/>
          <a:cs typeface="+mn-cs"/>
        </a:defRPr>
      </a:lvl2pPr>
      <a:lvl3pPr marL="914400" indent="-246888" algn="l" rtl="0" eaLnBrk="1" latinLnBrk="0" hangingPunct="1">
        <a:lnSpc>
          <a:spcPts val="3500"/>
        </a:lnSpc>
        <a:spcBef>
          <a:spcPct val="20000"/>
        </a:spcBef>
        <a:buClr>
          <a:srgbClr val="7030A0"/>
        </a:buClr>
        <a:buSzPct val="70000"/>
        <a:buFont typeface="Wingdings" pitchFamily="2" charset="2"/>
        <a:buChar char=""/>
        <a:defRPr kumimoji="0" sz="2100" kern="1200">
          <a:solidFill>
            <a:schemeClr val="tx1"/>
          </a:solidFill>
          <a:latin typeface="方正姚体" pitchFamily="2" charset="-122"/>
          <a:ea typeface="方正姚体" pitchFamily="2" charset="-122"/>
          <a:cs typeface="+mn-cs"/>
        </a:defRPr>
      </a:lvl3pPr>
      <a:lvl4pPr marL="1188720" indent="-210312" algn="l" rtl="0" eaLnBrk="1" latinLnBrk="0" hangingPunct="1">
        <a:lnSpc>
          <a:spcPts val="3500"/>
        </a:lnSpc>
        <a:spcBef>
          <a:spcPct val="20000"/>
        </a:spcBef>
        <a:buClr>
          <a:srgbClr val="7030A0"/>
        </a:buClr>
        <a:buSzPct val="65000"/>
        <a:buFont typeface="Wingdings" pitchFamily="2" charset="2"/>
        <a:buChar char=""/>
        <a:defRPr kumimoji="0" sz="2000" kern="1200">
          <a:solidFill>
            <a:schemeClr val="tx1"/>
          </a:solidFill>
          <a:latin typeface="方正姚体" pitchFamily="2" charset="-122"/>
          <a:ea typeface="方正姚体" pitchFamily="2" charset="-122"/>
          <a:cs typeface="+mn-cs"/>
        </a:defRPr>
      </a:lvl4pPr>
      <a:lvl5pPr marL="1463040" indent="-210312" algn="l" rtl="0" eaLnBrk="1" latinLnBrk="0" hangingPunct="1">
        <a:lnSpc>
          <a:spcPts val="3500"/>
        </a:lnSpc>
        <a:spcBef>
          <a:spcPct val="20000"/>
        </a:spcBef>
        <a:buClr>
          <a:srgbClr val="7030A0"/>
        </a:buClr>
        <a:buSzPct val="65000"/>
        <a:buFont typeface="Wingdings" pitchFamily="2" charset="2"/>
        <a:buChar char=""/>
        <a:defRPr kumimoji="0" sz="2000" kern="1200">
          <a:solidFill>
            <a:schemeClr val="tx1"/>
          </a:solidFill>
          <a:latin typeface="方正姚体" pitchFamily="2" charset="-122"/>
          <a:ea typeface="方正姚体" pitchFamily="2" charset="-122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CN" dirty="0" smtClean="0"/>
              <a:t>2008</a:t>
            </a:r>
            <a:r>
              <a:rPr lang="zh-CN" altLang="en-US" dirty="0" smtClean="0"/>
              <a:t>年北京奥运会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8221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奥运会会徽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会徽由两部分组成。上部分是一个近似椭圆形的中国传统印章，上面刻着一个运动员在向前奔跑、迎接胜利的图案。又像现代文字“文”字，取意中国悠久的传统文化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下部分是用毛笔书写的“</a:t>
            </a:r>
            <a:r>
              <a:rPr lang="en-US" altLang="zh-CN" dirty="0"/>
              <a:t>Beijing 2008”</a:t>
            </a:r>
            <a:r>
              <a:rPr lang="zh-CN" altLang="en-US" dirty="0"/>
              <a:t>和奥运五环的标志，将奥林匹克的精神与中国传统文化完美的结合起来，同时也表明了奥运会的时间和地点。</a:t>
            </a:r>
          </a:p>
        </p:txBody>
      </p:sp>
    </p:spTree>
    <p:extLst>
      <p:ext uri="{BB962C8B-B14F-4D97-AF65-F5344CB8AC3E}">
        <p14:creationId xmlns:p14="http://schemas.microsoft.com/office/powerpoint/2010/main" val="3382419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奥运口号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“同一个世界、同一个梦想”（</a:t>
            </a:r>
            <a:r>
              <a:rPr lang="gsw-FR" altLang="zh-CN" dirty="0"/>
              <a:t>One world One dream</a:t>
            </a:r>
            <a:r>
              <a:rPr lang="zh-CN" altLang="gsw-FR" dirty="0"/>
              <a:t>）</a:t>
            </a:r>
            <a:endParaRPr lang="zh-CN" altLang="en-US" dirty="0"/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201283073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3910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2008</a:t>
            </a:r>
            <a:r>
              <a:rPr lang="zh-CN" altLang="en-US" dirty="0" smtClean="0"/>
              <a:t>年第</a:t>
            </a:r>
            <a:r>
              <a:rPr lang="en-US" altLang="zh-CN" dirty="0" smtClean="0"/>
              <a:t>29</a:t>
            </a:r>
            <a:r>
              <a:rPr lang="zh-CN" altLang="en-US" dirty="0"/>
              <a:t>届夏季</a:t>
            </a:r>
            <a:r>
              <a:rPr lang="zh-CN" altLang="en-US" dirty="0" smtClean="0"/>
              <a:t>奥林匹克运动会在北京举行。</a:t>
            </a:r>
            <a:endParaRPr lang="en-US" altLang="zh-CN" dirty="0" smtClean="0"/>
          </a:p>
          <a:p>
            <a:r>
              <a:rPr lang="en-US" altLang="zh-CN" dirty="0"/>
              <a:t>2001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13</a:t>
            </a:r>
            <a:r>
              <a:rPr lang="zh-CN" altLang="en-US" dirty="0"/>
              <a:t>日，在莫斯科举行的国际奥委会第</a:t>
            </a:r>
            <a:r>
              <a:rPr lang="en-US" altLang="zh-CN" dirty="0"/>
              <a:t>112</a:t>
            </a:r>
            <a:r>
              <a:rPr lang="zh-CN" altLang="en-US" dirty="0"/>
              <a:t>次全会上，国际奥委会投票选定北京获得</a:t>
            </a:r>
            <a:r>
              <a:rPr lang="en-US" altLang="zh-CN" dirty="0"/>
              <a:t>2008</a:t>
            </a:r>
            <a:r>
              <a:rPr lang="zh-CN" altLang="en-US" dirty="0"/>
              <a:t>年奥运会主办权。随后，国际奥委会主席萨马兰奇在莫斯科宣布，北京成为</a:t>
            </a:r>
            <a:r>
              <a:rPr lang="en-US" altLang="zh-CN" dirty="0"/>
              <a:t>2008</a:t>
            </a:r>
            <a:r>
              <a:rPr lang="zh-CN" altLang="en-US" dirty="0"/>
              <a:t>年奥运会主办城市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2008</a:t>
            </a:r>
            <a:r>
              <a:rPr lang="zh-CN" altLang="en-US" dirty="0"/>
              <a:t>年奥运会是现代奥运会第</a:t>
            </a:r>
            <a:r>
              <a:rPr lang="en-US" altLang="zh-CN" dirty="0"/>
              <a:t>3</a:t>
            </a:r>
            <a:r>
              <a:rPr lang="zh-CN" altLang="en-US" dirty="0"/>
              <a:t>次在亚洲登陆，是第一次在发展中国家举行，也是第</a:t>
            </a:r>
            <a:r>
              <a:rPr lang="en-US" altLang="zh-CN" dirty="0"/>
              <a:t>1</a:t>
            </a:r>
            <a:r>
              <a:rPr lang="zh-CN" altLang="en-US" dirty="0"/>
              <a:t>次在世界四大文明古国举办。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动作按钮: 第一张 3">
            <a:hlinkClick r:id="" action="ppaction://hlinkshowjump?jump=firstslide" highlightClick="1"/>
          </p:cNvPr>
          <p:cNvSpPr/>
          <p:nvPr/>
        </p:nvSpPr>
        <p:spPr>
          <a:xfrm>
            <a:off x="7700211" y="5502441"/>
            <a:ext cx="720000" cy="720000"/>
          </a:xfrm>
          <a:prstGeom prst="actionButtonHom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动作按钮: 结束 4">
            <a:hlinkClick r:id="" action="ppaction://hlinkshowjump?jump=lastslide" highlightClick="1"/>
          </p:cNvPr>
          <p:cNvSpPr/>
          <p:nvPr/>
        </p:nvSpPr>
        <p:spPr>
          <a:xfrm>
            <a:off x="8726905" y="5502441"/>
            <a:ext cx="720000" cy="720000"/>
          </a:xfrm>
          <a:prstGeom prst="actionButtonEnd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340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申奥会徽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申办会徽由奥运五环色构成，形似中国传统民间工艺品的“中国结”，又似一个打太极拳的人形。图案如行云流水，和谐生动，充满运动感，象征世界人民团结、协作、交流、发展，携手共创新世纪；表达奥林匹克更快、更高、更强的体育精神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79" y="3595437"/>
            <a:ext cx="4389120" cy="30175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02223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举办时间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2008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8</a:t>
            </a:r>
            <a:r>
              <a:rPr lang="zh-CN" altLang="en-US" dirty="0"/>
              <a:t>日晚上</a:t>
            </a:r>
            <a:r>
              <a:rPr lang="en-US" altLang="zh-CN" dirty="0"/>
              <a:t>8</a:t>
            </a:r>
            <a:r>
              <a:rPr lang="zh-CN" altLang="en-US" dirty="0"/>
              <a:t>时整在中华人民共和国首都北京</a:t>
            </a:r>
            <a:r>
              <a:rPr lang="zh-CN" altLang="en-US" dirty="0" smtClean="0"/>
              <a:t>举办，于</a:t>
            </a:r>
            <a:r>
              <a:rPr lang="en-US" altLang="zh-CN" dirty="0" smtClean="0"/>
              <a:t>2008</a:t>
            </a:r>
            <a:r>
              <a:rPr lang="zh-CN" altLang="en-US" dirty="0" smtClean="0"/>
              <a:t>年</a:t>
            </a:r>
            <a:r>
              <a:rPr lang="en-US" altLang="zh-CN" dirty="0" smtClean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24</a:t>
            </a:r>
            <a:r>
              <a:rPr lang="zh-CN" altLang="en-US" dirty="0"/>
              <a:t>日闭幕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2008</a:t>
            </a:r>
            <a:r>
              <a:rPr lang="zh-CN" altLang="en-US" dirty="0"/>
              <a:t>年北京奥运会主办城市是北京，上海、天津、沈阳、秦皇岛、青岛为协办城市。香港承办马术项目。</a:t>
            </a:r>
          </a:p>
        </p:txBody>
      </p:sp>
    </p:spTree>
    <p:extLst>
      <p:ext uri="{BB962C8B-B14F-4D97-AF65-F5344CB8AC3E}">
        <p14:creationId xmlns:p14="http://schemas.microsoft.com/office/powerpoint/2010/main" val="4218393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14:vortex dir="u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38</TotalTime>
  <Words>324</Words>
  <Application>Microsoft Office PowerPoint</Application>
  <PresentationFormat>自定义</PresentationFormat>
  <Paragraphs>18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流畅</vt:lpstr>
      <vt:lpstr>2008年北京奥运会</vt:lpstr>
      <vt:lpstr>奥运会会徽</vt:lpstr>
      <vt:lpstr>奥运口号</vt:lpstr>
      <vt:lpstr>基本概述</vt:lpstr>
      <vt:lpstr>申奥会徽</vt:lpstr>
      <vt:lpstr>举办时间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2008年北京奥运会</dc:title>
  <dc:creator>john</dc:creator>
  <cp:lastModifiedBy>86133</cp:lastModifiedBy>
  <cp:revision>5</cp:revision>
  <dcterms:created xsi:type="dcterms:W3CDTF">2020-05-14T07:27:56Z</dcterms:created>
  <dcterms:modified xsi:type="dcterms:W3CDTF">2021-04-25T07:55:46Z</dcterms:modified>
</cp:coreProperties>
</file>