
<file path=[Content_Types].xml><?xml version="1.0" encoding="utf-8"?>
<Types xmlns="http://schemas.openxmlformats.org/package/2006/content-types">
  <Default Extension="wav" ContentType="audio/x-wav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3">
  <p:sldMasterIdLst>
    <p:sldMasterId id="2147483648" r:id="rId1"/>
  </p:sldMasterIdLst>
  <p:sldIdLst>
    <p:sldId id="256" r:id="rId3"/>
    <p:sldId id="258" r:id="rId4"/>
    <p:sldId id="257" r:id="rId5"/>
  </p:sldIdLst>
  <p:sldSz cx="9144000" cy="5720080" type="screen16x1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2" userDrawn="1">
          <p15:clr>
            <a:srgbClr val="A4A3A4"/>
          </p15:clr>
        </p15:guide>
        <p15:guide id="2" pos="29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present/>
    <p:sldAll/>
  </p:showPr>
  <p:clrMru>
    <a:srgbClr val="E3F4EE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1802"/>
        <p:guide pos="290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70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0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audio" Target="../media/audio1.wav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audio" Target="../media/audio1.wav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audio" Target="../media/audio1.wav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899100" y="762720"/>
            <a:ext cx="7349400" cy="2144024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5005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899100" y="2969803"/>
            <a:ext cx="7349400" cy="1228159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000" spc="200"/>
            </a:lvl1pPr>
            <a:lvl2pPr marL="381635" indent="0" algn="ctr">
              <a:buNone/>
              <a:defRPr sz="1670"/>
            </a:lvl2pPr>
            <a:lvl3pPr marL="762635" indent="0" algn="ctr">
              <a:buNone/>
              <a:defRPr sz="1500"/>
            </a:lvl3pPr>
            <a:lvl4pPr marL="1144270" indent="0" algn="ctr">
              <a:buNone/>
              <a:defRPr sz="1335"/>
            </a:lvl4pPr>
            <a:lvl5pPr marL="1525270" indent="0" algn="ctr">
              <a:buNone/>
              <a:defRPr sz="1335"/>
            </a:lvl5pPr>
            <a:lvl6pPr marL="1906905" indent="0" algn="ctr">
              <a:buNone/>
              <a:defRPr sz="1335"/>
            </a:lvl6pPr>
            <a:lvl7pPr marL="2287905" indent="0" algn="ctr">
              <a:buNone/>
              <a:defRPr sz="1335"/>
            </a:lvl7pPr>
            <a:lvl8pPr marL="2669540" indent="0" algn="ctr">
              <a:buNone/>
              <a:defRPr sz="1335"/>
            </a:lvl8pPr>
            <a:lvl9pPr marL="3051175" indent="0" algn="ctr">
              <a:buNone/>
              <a:defRPr sz="133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>
        <p:checker/>
        <p:sndAc>
          <p:stSnd>
            <p:snd r:embed="rId7" name="click.wav"/>
          </p:stSnd>
        </p:sndAc>
      </p:transition>
    </mc:Choice>
    <mc:Fallback>
      <p:transition spd="slow" advClick="0" advTm="1000">
        <p:checker/>
        <p:sndAc>
          <p:stSnd>
            <p:snd r:embed="rId7" name="click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507479"/>
            <a:ext cx="8226900" cy="58855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56300" y="1243174"/>
            <a:ext cx="8226900" cy="3969747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>
        <p:checker/>
        <p:sndAc>
          <p:stSnd>
            <p:snd r:embed="rId7" name="click.wav"/>
          </p:stSnd>
        </p:sndAc>
      </p:transition>
    </mc:Choice>
    <mc:Fallback>
      <p:transition spd="slow" advClick="0" advTm="1000">
        <p:checker/>
        <p:sndAc>
          <p:stSnd>
            <p:snd r:embed="rId7" name="click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493100" y="3210030"/>
            <a:ext cx="5826600" cy="639604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67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493100" y="3849634"/>
            <a:ext cx="5826600" cy="723683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81635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2pPr>
            <a:lvl3pPr marL="762635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3pPr>
            <a:lvl4pPr marL="1144270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4pPr>
            <a:lvl5pPr marL="1525270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5pPr>
            <a:lvl6pPr marL="1906905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6pPr>
            <a:lvl7pPr marL="2287905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7pPr>
            <a:lvl8pPr marL="2669540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8pPr>
            <a:lvl9pPr marL="3051175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>
        <p:checker/>
        <p:sndAc>
          <p:stSnd>
            <p:snd r:embed="rId7" name="click.wav"/>
          </p:stSnd>
        </p:sndAc>
      </p:transition>
    </mc:Choice>
    <mc:Fallback>
      <p:transition spd="slow" advClick="0" advTm="1000">
        <p:checker/>
        <p:sndAc>
          <p:stSnd>
            <p:snd r:embed="rId7" name="click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507479"/>
            <a:ext cx="8226900" cy="58855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456300" y="1252182"/>
            <a:ext cx="3882600" cy="3960739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808700" y="1252182"/>
            <a:ext cx="3882600" cy="3960739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>
        <p:checker/>
        <p:sndAc>
          <p:stSnd>
            <p:snd r:embed="rId8" name="click.wav"/>
          </p:stSnd>
        </p:sndAc>
      </p:transition>
    </mc:Choice>
    <mc:Fallback>
      <p:transition spd="slow" advClick="0" advTm="1000">
        <p:checker/>
        <p:sndAc>
          <p:stSnd>
            <p:snd r:embed="rId8" name="click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507479"/>
            <a:ext cx="8226900" cy="58855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456300" y="1192125"/>
            <a:ext cx="4006800" cy="3183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67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81635" indent="0">
              <a:buNone/>
              <a:defRPr sz="1670" b="1"/>
            </a:lvl2pPr>
            <a:lvl3pPr marL="762635" indent="0">
              <a:buNone/>
              <a:defRPr sz="1500" b="1"/>
            </a:lvl3pPr>
            <a:lvl4pPr marL="1144270" indent="0">
              <a:buNone/>
              <a:defRPr sz="1335" b="1"/>
            </a:lvl4pPr>
            <a:lvl5pPr marL="1525270" indent="0">
              <a:buNone/>
              <a:defRPr sz="1335" b="1"/>
            </a:lvl5pPr>
            <a:lvl6pPr marL="1906905" indent="0">
              <a:buNone/>
              <a:defRPr sz="1335" b="1"/>
            </a:lvl6pPr>
            <a:lvl7pPr marL="2287905" indent="0">
              <a:buNone/>
              <a:defRPr sz="1335" b="1"/>
            </a:lvl7pPr>
            <a:lvl8pPr marL="2669540" indent="0">
              <a:buNone/>
              <a:defRPr sz="1335" b="1"/>
            </a:lvl8pPr>
            <a:lvl9pPr marL="3051175" indent="0">
              <a:buNone/>
              <a:defRPr sz="133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56300" y="1546460"/>
            <a:ext cx="4006800" cy="3666461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76813" y="1185894"/>
            <a:ext cx="4006800" cy="3183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67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81635" indent="0">
              <a:buNone/>
              <a:defRPr sz="1670" b="1"/>
            </a:lvl2pPr>
            <a:lvl3pPr marL="762635" indent="0">
              <a:buNone/>
              <a:defRPr sz="1500" b="1"/>
            </a:lvl3pPr>
            <a:lvl4pPr marL="1144270" indent="0">
              <a:buNone/>
              <a:defRPr sz="1335" b="1"/>
            </a:lvl4pPr>
            <a:lvl5pPr marL="1525270" indent="0">
              <a:buNone/>
              <a:defRPr sz="1335" b="1"/>
            </a:lvl5pPr>
            <a:lvl6pPr marL="1906905" indent="0">
              <a:buNone/>
              <a:defRPr sz="1335" b="1"/>
            </a:lvl6pPr>
            <a:lvl7pPr marL="2287905" indent="0">
              <a:buNone/>
              <a:defRPr sz="1335" b="1"/>
            </a:lvl7pPr>
            <a:lvl8pPr marL="2669540" indent="0">
              <a:buNone/>
              <a:defRPr sz="1335" b="1"/>
            </a:lvl8pPr>
            <a:lvl9pPr marL="3051175" indent="0">
              <a:buNone/>
              <a:defRPr sz="133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546460"/>
            <a:ext cx="4006800" cy="3666461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>
        <p:checker/>
        <p:sndAc>
          <p:stSnd>
            <p:snd r:embed="rId10" name="click.wav"/>
          </p:stSnd>
        </p:sndAc>
      </p:transition>
    </mc:Choice>
    <mc:Fallback>
      <p:transition spd="slow" advClick="0" advTm="1000">
        <p:checker/>
        <p:sndAc>
          <p:stSnd>
            <p:snd r:embed="rId10" name="click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507479"/>
            <a:ext cx="8226900" cy="58855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>
        <p:checker/>
        <p:sndAc>
          <p:stSnd>
            <p:snd r:embed="rId6" name="click.wav"/>
          </p:stSnd>
        </p:sndAc>
      </p:transition>
    </mc:Choice>
    <mc:Fallback>
      <p:transition spd="slow" advClick="0" advTm="1000">
        <p:checker/>
        <p:sndAc>
          <p:stSnd>
            <p:snd r:embed="rId6" name="click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>
        <p:checker/>
        <p:sndAc>
          <p:stSnd>
            <p:snd r:embed="rId5" name="click.wav"/>
          </p:stSnd>
        </p:sndAc>
      </p:transition>
    </mc:Choice>
    <mc:Fallback>
      <p:transition spd="slow" advClick="0" advTm="1000">
        <p:checker/>
        <p:sndAc>
          <p:stSnd>
            <p:snd r:embed="rId5" name="click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456300" y="1297225"/>
            <a:ext cx="3924808" cy="3843628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33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762800" y="1297225"/>
            <a:ext cx="3920400" cy="3843628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33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>
        <p:checker/>
        <p:sndAc>
          <p:stSnd>
            <p:snd r:embed="rId8" name="click.wav"/>
          </p:stSnd>
        </p:sndAc>
      </p:transition>
    </mc:Choice>
    <mc:Fallback>
      <p:transition spd="slow" advClick="0" advTm="1000">
        <p:checker/>
        <p:sndAc>
          <p:stSnd>
            <p:snd r:embed="rId8" name="click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7676100" y="762720"/>
            <a:ext cx="783000" cy="419496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33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85800" y="762720"/>
            <a:ext cx="6876900" cy="4194960"/>
          </a:xfrm>
        </p:spPr>
        <p:txBody>
          <a:bodyPr vert="eaVert" lIns="46800" tIns="46800" rIns="46800" bIns="46800"/>
          <a:lstStyle>
            <a:lvl1pPr marL="190500" indent="-190500">
              <a:spcAft>
                <a:spcPts val="1000"/>
              </a:spcAft>
              <a:defRPr spc="300"/>
            </a:lvl1pPr>
            <a:lvl2pPr marL="572135" indent="-190500">
              <a:defRPr spc="300"/>
            </a:lvl2pPr>
            <a:lvl3pPr marL="953135" indent="-190500">
              <a:defRPr spc="300"/>
            </a:lvl3pPr>
            <a:lvl4pPr marL="1334770" indent="-190500">
              <a:defRPr spc="300"/>
            </a:lvl4pPr>
            <a:lvl5pPr marL="1716405" indent="-1905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>
        <p:checker/>
        <p:sndAc>
          <p:stSnd>
            <p:snd r:embed="rId7" name="click.wav"/>
          </p:stSnd>
        </p:sndAc>
      </p:transition>
    </mc:Choice>
    <mc:Fallback>
      <p:transition spd="slow" advClick="0" advTm="1000">
        <p:checker/>
        <p:sndAc>
          <p:stSnd>
            <p:snd r:embed="rId7" name="click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456300" y="645609"/>
            <a:ext cx="8229600" cy="457331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>
        <p:checker/>
        <p:sndAc>
          <p:stSnd>
            <p:snd r:embed="rId6" name="click.wav"/>
          </p:stSnd>
        </p:sndAc>
      </p:transition>
    </mc:Choice>
    <mc:Fallback>
      <p:transition spd="slow" advClick="0" advTm="1000">
        <p:checker/>
        <p:sndAc>
          <p:stSnd>
            <p:snd r:embed="rId6" name="click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99100" y="2071956"/>
            <a:ext cx="7349400" cy="849802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500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899100" y="2969803"/>
            <a:ext cx="7349400" cy="393371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0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>
        <p:checker/>
        <p:sndAc>
          <p:stSnd>
            <p:snd r:embed="rId7" name="click.wav"/>
          </p:stSnd>
        </p:sndAc>
      </p:transition>
    </mc:Choice>
    <mc:Fallback>
      <p:transition spd="slow" advClick="0" advTm="1000">
        <p:checker/>
        <p:sndAc>
          <p:stSnd>
            <p:snd r:embed="rId7" name="click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audio" Target="../media/audio1.wav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456300" y="507479"/>
            <a:ext cx="8226900" cy="588556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456300" y="1243174"/>
            <a:ext cx="8226900" cy="3969747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459000" y="5266972"/>
            <a:ext cx="2025000" cy="2642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3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000" y="5266972"/>
            <a:ext cx="2970000" cy="2642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83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658200" y="5266972"/>
            <a:ext cx="2025000" cy="2642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3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 advClick="0" advTm="1000">
        <p:checker/>
        <p:sndAc>
          <p:stSnd>
            <p:snd r:embed="rId18" name="click.wav"/>
          </p:stSnd>
        </p:sndAc>
      </p:transition>
    </mc:Choice>
    <mc:Fallback>
      <p:transition spd="slow" advClick="0" advTm="1000">
        <p:checker/>
        <p:sndAc>
          <p:stSnd>
            <p:snd r:embed="rId18" name="click.wav"/>
          </p:stSnd>
        </p:sndAc>
      </p:transition>
    </mc:Fallback>
  </mc:AlternateContent>
  <p:txStyles>
    <p:titleStyle>
      <a:lvl1pPr algn="l" defTabSz="762635" rtl="0" eaLnBrk="1" fontAlgn="auto" latinLnBrk="0" hangingPunct="1">
        <a:lnSpc>
          <a:spcPct val="100000"/>
        </a:lnSpc>
        <a:spcBef>
          <a:spcPct val="0"/>
        </a:spcBef>
        <a:buNone/>
        <a:defRPr sz="3005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90500" indent="-190500" algn="l" defTabSz="762635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5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72135" indent="-190500" algn="l" defTabSz="76263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342390" algn="l"/>
          <a:tab pos="1342390" algn="l"/>
          <a:tab pos="1342390" algn="l"/>
          <a:tab pos="1342390" algn="l"/>
        </a:tabLst>
        <a:defRPr sz="133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953135" indent="-190500" algn="l" defTabSz="76263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33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334770" indent="-190500" algn="l" defTabSz="76263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17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716405" indent="-190500" algn="l" defTabSz="76263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17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097405" indent="-190500" algn="l" defTabSz="76263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79040" indent="-190500" algn="l" defTabSz="76263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860040" indent="-190500" algn="l" defTabSz="76263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241675" indent="-190500" algn="l" defTabSz="76263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1635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2635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4270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5270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6905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7905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9540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51175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audio" Target="../media/audio1.wav"/><Relationship Id="rId4" Type="http://schemas.openxmlformats.org/officeDocument/2006/relationships/tags" Target="../tags/tag67.xml"/><Relationship Id="rId3" Type="http://schemas.openxmlformats.org/officeDocument/2006/relationships/image" Target="../media/image3.png"/><Relationship Id="rId2" Type="http://schemas.openxmlformats.org/officeDocument/2006/relationships/tags" Target="../tags/tag66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tags" Target="../tags/tag69.xml"/><Relationship Id="rId3" Type="http://schemas.openxmlformats.org/officeDocument/2006/relationships/image" Target="../media/image4.png"/><Relationship Id="rId2" Type="http://schemas.openxmlformats.org/officeDocument/2006/relationships/tags" Target="../tags/tag68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4301173" y="974250"/>
            <a:ext cx="4351020" cy="1927860"/>
          </a:xfrm>
        </p:spPr>
        <p:txBody>
          <a:bodyPr/>
          <a:p>
            <a:r>
              <a:rPr lang="zh-CN" altLang="zh-CN" sz="7200">
                <a:latin typeface="楷体" panose="02010609060101010101" charset="-122"/>
                <a:ea typeface="楷体" panose="02010609060101010101" charset="-122"/>
              </a:rPr>
              <a:t>春分</a:t>
            </a:r>
            <a:endParaRPr lang="zh-CN" altLang="zh-CN" sz="720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3809365" y="3223260"/>
            <a:ext cx="5335270" cy="1104265"/>
          </a:xfrm>
        </p:spPr>
        <p:txBody>
          <a:bodyPr/>
          <a:p>
            <a:r>
              <a:rPr lang="zh-CN" altLang="en-US" sz="1400">
                <a:latin typeface="仿宋" panose="02010609060101010101" charset="-122"/>
                <a:ea typeface="仿宋" panose="02010609060101010101" charset="-122"/>
              </a:rPr>
              <a:t>春分时节，草长莺飞，花香满径，春意盎然。</a:t>
            </a:r>
            <a:endParaRPr lang="zh-CN" altLang="en-US" sz="1400">
              <a:latin typeface="仿宋" panose="02010609060101010101" charset="-122"/>
              <a:ea typeface="仿宋" panose="02010609060101010101" charset="-122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>
        <p:checker/>
        <p:sndAc>
          <p:stSnd>
            <p:snd r:embed="rId5" name="click.wav"/>
          </p:stSnd>
        </p:sndAc>
      </p:transition>
    </mc:Choice>
    <mc:Fallback>
      <p:transition spd="slow" advClick="0" advTm="1000">
        <p:checker/>
        <p:sndAc>
          <p:stSnd>
            <p:snd r:embed="rId5" name="click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280920" y="640715"/>
            <a:ext cx="4581525" cy="4438650"/>
          </a:xfrm>
          <a:prstGeom prst="rect">
            <a:avLst/>
          </a:prstGeom>
          <a:effectLst>
            <a:softEdge rad="635000"/>
          </a:effectLst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>
        <p:checker/>
        <p:sndAc>
          <p:stSnd>
            <p:snd r:embed="rId5" name="click.wav"/>
          </p:stSnd>
        </p:sndAc>
      </p:transition>
    </mc:Choice>
    <mc:Fallback>
      <p:transition spd="slow" advClick="0" advTm="1000">
        <p:checker/>
        <p:sndAc>
          <p:stSnd>
            <p:snd r:embed="rId5" name="click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81330" y="1292225"/>
            <a:ext cx="3581400" cy="35814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394325" y="1583055"/>
            <a:ext cx="3493770" cy="29997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1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在每年阳历的3月21日前后，太阳到达黄经0度，此时正是二十四节气的春分。分者，半也，这一天为春季的一半，故称春分。</a:t>
            </a:r>
            <a:endParaRPr lang="zh-CN" altLang="en-US" sz="1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春分这一天，太阳的位置在赤道的正上方，昼夜持续时间几乎相等，各为12小时。春分过后，太阳的位置逐渐北移，开始昼长夜短。所以春分在古时又被称为“日中”“日夜分”“仲春之月”。</a:t>
            </a:r>
            <a:endParaRPr lang="zh-CN" altLang="en-US" sz="1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9" name="菱形 8"/>
          <p:cNvSpPr/>
          <p:nvPr/>
        </p:nvSpPr>
        <p:spPr>
          <a:xfrm>
            <a:off x="4890135" y="1680845"/>
            <a:ext cx="504000" cy="504000"/>
          </a:xfrm>
          <a:prstGeom prst="diamond">
            <a:avLst/>
          </a:prstGeom>
          <a:solidFill>
            <a:srgbClr val="E3F4E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>
        <p:checker/>
        <p:sndAc>
          <p:stSnd>
            <p:snd r:embed="rId5" name="click.wav"/>
          </p:stSnd>
        </p:sndAc>
      </p:transition>
    </mc:Choice>
    <mc:Fallback>
      <p:transition spd="slow" advClick="0" advTm="1000">
        <p:checker/>
        <p:sndAc>
          <p:stSnd>
            <p:snd r:embed="rId5" name="click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COMMONDATA" val="eyJoZGlkIjoiNzFlMGY3OGRmZGU1YjQ0MmVmN2U4Yjg3M2ZkYWM1ZjIifQ=="/>
  <p:tag name="commondata" val="eyJoZGlkIjoiMDc1NGYxZTE5YjIxODQ2YjU3NGJkMjYwN2YzNDUwN2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</Words>
  <Application>WPS 演示</Application>
  <PresentationFormat>宽屏</PresentationFormat>
  <Paragraphs>7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楷体</vt:lpstr>
      <vt:lpstr>仿宋</vt:lpstr>
      <vt:lpstr>微软雅黑</vt:lpstr>
      <vt:lpstr>Arial Unicode MS</vt:lpstr>
      <vt:lpstr>Calibri</vt:lpstr>
      <vt:lpstr>WPS</vt:lpstr>
      <vt:lpstr>春分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qzuser</cp:lastModifiedBy>
  <cp:revision>157</cp:revision>
  <dcterms:created xsi:type="dcterms:W3CDTF">2019-06-19T02:08:00Z</dcterms:created>
  <dcterms:modified xsi:type="dcterms:W3CDTF">2025-03-18T06:51:56Z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FCB3AB8D22D1412FB41D62B4EA951BBC_11</vt:lpwstr>
  </property>
</Properties>
</file>