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858000" cy="9144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219473"/>
            <a:ext cx="5512050" cy="342796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4748263"/>
            <a:ext cx="5512050" cy="196363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3535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11381"/>
            <a:ext cx="6170175" cy="941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987645"/>
            <a:ext cx="6170175" cy="634702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132348"/>
            <a:ext cx="4369950" cy="102262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154977"/>
            <a:ext cx="4369950" cy="115705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35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11381"/>
            <a:ext cx="6170175" cy="941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002048"/>
            <a:ext cx="2911950" cy="633261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002048"/>
            <a:ext cx="2911950" cy="633261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11381"/>
            <a:ext cx="6170175" cy="941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1906027"/>
            <a:ext cx="3005100" cy="508913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3535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472553"/>
            <a:ext cx="3005100" cy="586211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10" y="1896063"/>
            <a:ext cx="3005100" cy="50891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3535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10" y="2472553"/>
            <a:ext cx="3005100" cy="586211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11381"/>
            <a:ext cx="6170175" cy="94101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074064"/>
            <a:ext cx="2943606" cy="614537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074064"/>
            <a:ext cx="2940300" cy="614537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219473"/>
            <a:ext cx="587250" cy="67071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219473"/>
            <a:ext cx="5157675" cy="67071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685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032231"/>
            <a:ext cx="6172200" cy="73120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312741"/>
            <a:ext cx="5512050" cy="135870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4748263"/>
            <a:ext cx="5512050" cy="62894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11381"/>
            <a:ext cx="6170175" cy="94101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1987645"/>
            <a:ext cx="6170175" cy="63470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8421084"/>
            <a:ext cx="1518750" cy="422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8421084"/>
            <a:ext cx="2227500" cy="422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8421084"/>
            <a:ext cx="1518750" cy="422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685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3012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92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35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589000" y="1300800"/>
            <a:ext cx="5803200" cy="2572800"/>
          </a:xfrm>
        </p:spPr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411400" y="4296000"/>
            <a:ext cx="7113600" cy="1473600"/>
          </a:xfrm>
        </p:spPr>
        <p:txBody>
          <a:bodyPr/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2023800" y="1723200"/>
            <a:ext cx="4776000" cy="4776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23400" y="2112000"/>
            <a:ext cx="4656000" cy="3998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65"/>
              <a:t>在每年阳历的3月21日前后，太阳到达黄经0度，此时正是二十四节气的春分。分者，半也，这一天为春季的一半，故称春分。</a:t>
            </a:r>
            <a:endParaRPr lang="zh-CN" altLang="en-US" sz="1665"/>
          </a:p>
          <a:p>
            <a:r>
              <a:rPr lang="zh-CN" altLang="en-US" sz="1665"/>
              <a:t>春分这一天，太阳的位置在赤道的正上方，昼夜持续时间几乎相等，各为12小时。春分过后，太阳的位置逐渐北移，开始昼长夜短。所以春分在古时又被称为“日中”“日夜分”“仲春之月”。</a:t>
            </a:r>
            <a:endParaRPr lang="zh-CN" altLang="en-US" sz="1665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WPS 演示</Application>
  <PresentationFormat>宽屏</PresentationFormat>
  <Paragraphs>3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2025-03-20T05:29:46Z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2705B3011A1043B4913C48E59E6958A9_11</vt:lpwstr>
  </property>
</Properties>
</file>