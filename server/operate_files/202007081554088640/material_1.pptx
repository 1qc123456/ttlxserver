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10080625" cy="79216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1" d="100"/>
          <a:sy n="71" d="100"/>
        </p:scale>
        <p:origin x="-102" y="-906"/>
      </p:cViewPr>
      <p:guideLst>
        <p:guide orient="horz" pos="2495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64F694-7D9C-4E35-8425-AE2AF5F31894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51753BFC-EEA9-46AD-B4CD-BCDD796EB0C3}">
      <dgm:prSet phldrT="[文本]" custT="1"/>
      <dgm:spPr>
        <a:solidFill>
          <a:srgbClr val="FFC000"/>
        </a:solidFill>
        <a:ln>
          <a:solidFill>
            <a:srgbClr val="FF0000"/>
          </a:solidFill>
        </a:ln>
        <a:scene3d>
          <a:camera prst="orthographicFront"/>
          <a:lightRig rig="threePt" dir="t"/>
        </a:scene3d>
        <a:sp3d>
          <a:bevelT w="114300" prst="artDeco"/>
        </a:sp3d>
      </dgm:spPr>
      <dgm:t>
        <a:bodyPr/>
        <a:lstStyle/>
        <a:p>
          <a:r>
            <a:rPr lang="zh-CN" altLang="en-US" sz="3200" dirty="0" smtClean="0"/>
            <a:t>董事会</a:t>
          </a:r>
          <a:endParaRPr lang="zh-CN" altLang="en-US" sz="3200" dirty="0"/>
        </a:p>
      </dgm:t>
    </dgm:pt>
    <dgm:pt modelId="{C1C25041-68B6-4B5F-8F3A-F1160BDFC253}" type="parTrans" cxnId="{92862E59-2152-49E2-8D9C-5C4B6DB12319}">
      <dgm:prSet/>
      <dgm:spPr/>
      <dgm:t>
        <a:bodyPr/>
        <a:lstStyle/>
        <a:p>
          <a:endParaRPr lang="zh-CN" altLang="en-US"/>
        </a:p>
      </dgm:t>
    </dgm:pt>
    <dgm:pt modelId="{23F36227-351C-425A-92F7-D82F0BBE83FA}" type="sibTrans" cxnId="{92862E59-2152-49E2-8D9C-5C4B6DB12319}">
      <dgm:prSet/>
      <dgm:spPr/>
      <dgm:t>
        <a:bodyPr/>
        <a:lstStyle/>
        <a:p>
          <a:endParaRPr lang="zh-CN" altLang="en-US"/>
        </a:p>
      </dgm:t>
    </dgm:pt>
    <dgm:pt modelId="{D4C3F3F6-FE4D-4A70-B908-924999475168}" type="asst">
      <dgm:prSet phldrT="[文本]" phldr="1" custT="1"/>
      <dgm:spPr/>
      <dgm:t>
        <a:bodyPr/>
        <a:lstStyle/>
        <a:p>
          <a:endParaRPr lang="zh-CN" altLang="en-US" sz="2200" baseline="0" dirty="0"/>
        </a:p>
      </dgm:t>
    </dgm:pt>
    <dgm:pt modelId="{2C24C166-C547-4F9D-BBE9-7E16249781D7}" type="parTrans" cxnId="{48063427-32D4-42F9-9D1E-E85C39BB6634}">
      <dgm:prSet/>
      <dgm:spPr/>
      <dgm:t>
        <a:bodyPr/>
        <a:lstStyle/>
        <a:p>
          <a:endParaRPr lang="zh-CN" altLang="en-US"/>
        </a:p>
      </dgm:t>
    </dgm:pt>
    <dgm:pt modelId="{B97D87F2-083F-461B-9D20-189DB6048ADC}" type="sibTrans" cxnId="{48063427-32D4-42F9-9D1E-E85C39BB6634}">
      <dgm:prSet/>
      <dgm:spPr/>
      <dgm:t>
        <a:bodyPr/>
        <a:lstStyle/>
        <a:p>
          <a:endParaRPr lang="zh-CN" altLang="en-US"/>
        </a:p>
      </dgm:t>
    </dgm:pt>
    <dgm:pt modelId="{8EBDF853-9563-4DA9-B9C5-8BEF548B4625}">
      <dgm:prSet phldrT="[文本]" phldr="1" custT="1"/>
      <dgm:spPr/>
      <dgm:t>
        <a:bodyPr/>
        <a:lstStyle/>
        <a:p>
          <a:endParaRPr lang="zh-CN" altLang="en-US" sz="2000" dirty="0"/>
        </a:p>
      </dgm:t>
    </dgm:pt>
    <dgm:pt modelId="{F99264F2-DCEC-4B3B-86DE-5C25CA3752DB}" type="parTrans" cxnId="{EB77FD1C-7ED0-481A-888C-C8479ED30DED}">
      <dgm:prSet/>
      <dgm:spPr/>
      <dgm:t>
        <a:bodyPr/>
        <a:lstStyle/>
        <a:p>
          <a:endParaRPr lang="zh-CN" altLang="en-US"/>
        </a:p>
      </dgm:t>
    </dgm:pt>
    <dgm:pt modelId="{B0EB477E-6FCD-4D0E-9C0C-CACF14C37138}" type="sibTrans" cxnId="{EB77FD1C-7ED0-481A-888C-C8479ED30DED}">
      <dgm:prSet/>
      <dgm:spPr/>
      <dgm:t>
        <a:bodyPr/>
        <a:lstStyle/>
        <a:p>
          <a:endParaRPr lang="zh-CN" altLang="en-US"/>
        </a:p>
      </dgm:t>
    </dgm:pt>
    <dgm:pt modelId="{901BB6A5-132A-4C2B-9999-056C43188C30}">
      <dgm:prSet phldrT="[文本]" phldr="1" custT="1"/>
      <dgm:spPr/>
      <dgm:t>
        <a:bodyPr/>
        <a:lstStyle/>
        <a:p>
          <a:endParaRPr lang="zh-CN" altLang="en-US" sz="2000"/>
        </a:p>
      </dgm:t>
    </dgm:pt>
    <dgm:pt modelId="{4240C266-0319-476E-9E85-218EC47558AE}" type="parTrans" cxnId="{E1D49DFA-66F6-489E-AA69-D318A078B322}">
      <dgm:prSet/>
      <dgm:spPr/>
      <dgm:t>
        <a:bodyPr/>
        <a:lstStyle/>
        <a:p>
          <a:endParaRPr lang="zh-CN" altLang="en-US"/>
        </a:p>
      </dgm:t>
    </dgm:pt>
    <dgm:pt modelId="{F9B92BE9-C53C-430A-91D2-7D06AE5380C1}" type="sibTrans" cxnId="{E1D49DFA-66F6-489E-AA69-D318A078B322}">
      <dgm:prSet/>
      <dgm:spPr/>
      <dgm:t>
        <a:bodyPr/>
        <a:lstStyle/>
        <a:p>
          <a:endParaRPr lang="zh-CN" altLang="en-US"/>
        </a:p>
      </dgm:t>
    </dgm:pt>
    <dgm:pt modelId="{D10AABF7-F21F-49F1-9195-1DF083B7E2B6}">
      <dgm:prSet phldrT="[文本]" phldr="1" custT="1"/>
      <dgm:spPr/>
      <dgm:t>
        <a:bodyPr/>
        <a:lstStyle/>
        <a:p>
          <a:endParaRPr lang="zh-CN" altLang="en-US" sz="2000"/>
        </a:p>
      </dgm:t>
    </dgm:pt>
    <dgm:pt modelId="{EBBB341A-480D-4021-9079-051385D6FF0A}" type="parTrans" cxnId="{78F81C1B-9402-40CC-BEEE-CD6DE11F6FAA}">
      <dgm:prSet/>
      <dgm:spPr/>
      <dgm:t>
        <a:bodyPr/>
        <a:lstStyle/>
        <a:p>
          <a:endParaRPr lang="zh-CN" altLang="en-US"/>
        </a:p>
      </dgm:t>
    </dgm:pt>
    <dgm:pt modelId="{0BE4860A-1509-4807-B874-78E94DF13A2D}" type="sibTrans" cxnId="{78F81C1B-9402-40CC-BEEE-CD6DE11F6FAA}">
      <dgm:prSet/>
      <dgm:spPr/>
      <dgm:t>
        <a:bodyPr/>
        <a:lstStyle/>
        <a:p>
          <a:endParaRPr lang="zh-CN" altLang="en-US"/>
        </a:p>
      </dgm:t>
    </dgm:pt>
    <dgm:pt modelId="{17D41867-6013-4713-9A6D-D69D3FAAA429}" type="pres">
      <dgm:prSet presAssocID="{E564F694-7D9C-4E35-8425-AE2AF5F3189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BEF431A-010E-463E-9AA2-E469533A8AFD}" type="pres">
      <dgm:prSet presAssocID="{51753BFC-EEA9-46AD-B4CD-BCDD796EB0C3}" presName="hierRoot1" presStyleCnt="0">
        <dgm:presLayoutVars>
          <dgm:hierBranch val="init"/>
        </dgm:presLayoutVars>
      </dgm:prSet>
      <dgm:spPr/>
    </dgm:pt>
    <dgm:pt modelId="{D91B1CF7-E816-43F0-B35F-4F33E71055FA}" type="pres">
      <dgm:prSet presAssocID="{51753BFC-EEA9-46AD-B4CD-BCDD796EB0C3}" presName="rootComposite1" presStyleCnt="0"/>
      <dgm:spPr/>
    </dgm:pt>
    <dgm:pt modelId="{822D6106-27E2-42C5-96EE-26CD1228545E}" type="pres">
      <dgm:prSet presAssocID="{51753BFC-EEA9-46AD-B4CD-BCDD796EB0C3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A30D0AA-408E-4EB6-B250-1F9EB52E123F}" type="pres">
      <dgm:prSet presAssocID="{51753BFC-EEA9-46AD-B4CD-BCDD796EB0C3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1CC79AF6-747D-4E3E-9265-7277CD341D1E}" type="pres">
      <dgm:prSet presAssocID="{51753BFC-EEA9-46AD-B4CD-BCDD796EB0C3}" presName="hierChild2" presStyleCnt="0"/>
      <dgm:spPr/>
    </dgm:pt>
    <dgm:pt modelId="{7C871399-6773-4B94-BD28-336FA9B6D62E}" type="pres">
      <dgm:prSet presAssocID="{F99264F2-DCEC-4B3B-86DE-5C25CA3752DB}" presName="Name37" presStyleLbl="parChTrans1D2" presStyleIdx="0" presStyleCnt="4"/>
      <dgm:spPr/>
      <dgm:t>
        <a:bodyPr/>
        <a:lstStyle/>
        <a:p>
          <a:endParaRPr lang="zh-CN" altLang="en-US"/>
        </a:p>
      </dgm:t>
    </dgm:pt>
    <dgm:pt modelId="{98862CF7-ED55-4A66-A29A-339FF0F14059}" type="pres">
      <dgm:prSet presAssocID="{8EBDF853-9563-4DA9-B9C5-8BEF548B4625}" presName="hierRoot2" presStyleCnt="0">
        <dgm:presLayoutVars>
          <dgm:hierBranch val="init"/>
        </dgm:presLayoutVars>
      </dgm:prSet>
      <dgm:spPr/>
    </dgm:pt>
    <dgm:pt modelId="{EA724DD6-5095-4890-91C2-AB52BD92656F}" type="pres">
      <dgm:prSet presAssocID="{8EBDF853-9563-4DA9-B9C5-8BEF548B4625}" presName="rootComposite" presStyleCnt="0"/>
      <dgm:spPr/>
    </dgm:pt>
    <dgm:pt modelId="{63218F07-F1CF-4D8E-BF01-FA9E9CDFDA78}" type="pres">
      <dgm:prSet presAssocID="{8EBDF853-9563-4DA9-B9C5-8BEF548B4625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9089B43-6E18-4BE3-917E-54BA0F94C69B}" type="pres">
      <dgm:prSet presAssocID="{8EBDF853-9563-4DA9-B9C5-8BEF548B4625}" presName="rootConnector" presStyleLbl="node2" presStyleIdx="0" presStyleCnt="3"/>
      <dgm:spPr/>
      <dgm:t>
        <a:bodyPr/>
        <a:lstStyle/>
        <a:p>
          <a:endParaRPr lang="zh-CN" altLang="en-US"/>
        </a:p>
      </dgm:t>
    </dgm:pt>
    <dgm:pt modelId="{0A4DF0AC-9BC9-4C38-86CA-910C8657AAB6}" type="pres">
      <dgm:prSet presAssocID="{8EBDF853-9563-4DA9-B9C5-8BEF548B4625}" presName="hierChild4" presStyleCnt="0"/>
      <dgm:spPr/>
    </dgm:pt>
    <dgm:pt modelId="{EA361D21-362D-42CD-B1BD-807E4D88F5A8}" type="pres">
      <dgm:prSet presAssocID="{8EBDF853-9563-4DA9-B9C5-8BEF548B4625}" presName="hierChild5" presStyleCnt="0"/>
      <dgm:spPr/>
    </dgm:pt>
    <dgm:pt modelId="{D86DBE2E-EDFC-4ABB-9778-624DD78488B8}" type="pres">
      <dgm:prSet presAssocID="{4240C266-0319-476E-9E85-218EC47558AE}" presName="Name37" presStyleLbl="parChTrans1D2" presStyleIdx="1" presStyleCnt="4"/>
      <dgm:spPr/>
      <dgm:t>
        <a:bodyPr/>
        <a:lstStyle/>
        <a:p>
          <a:endParaRPr lang="zh-CN" altLang="en-US"/>
        </a:p>
      </dgm:t>
    </dgm:pt>
    <dgm:pt modelId="{3F851F97-AC6E-4ADD-A103-686F68D95873}" type="pres">
      <dgm:prSet presAssocID="{901BB6A5-132A-4C2B-9999-056C43188C30}" presName="hierRoot2" presStyleCnt="0">
        <dgm:presLayoutVars>
          <dgm:hierBranch val="init"/>
        </dgm:presLayoutVars>
      </dgm:prSet>
      <dgm:spPr/>
    </dgm:pt>
    <dgm:pt modelId="{C3A66666-A331-4209-AE0D-57EECB5142AB}" type="pres">
      <dgm:prSet presAssocID="{901BB6A5-132A-4C2B-9999-056C43188C30}" presName="rootComposite" presStyleCnt="0"/>
      <dgm:spPr/>
    </dgm:pt>
    <dgm:pt modelId="{8803AAC7-89B7-4A5A-A9DD-70AE3FBA71C6}" type="pres">
      <dgm:prSet presAssocID="{901BB6A5-132A-4C2B-9999-056C43188C30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8267194-DFF6-4E6C-B2EB-10A0D5241A0D}" type="pres">
      <dgm:prSet presAssocID="{901BB6A5-132A-4C2B-9999-056C43188C30}" presName="rootConnector" presStyleLbl="node2" presStyleIdx="1" presStyleCnt="3"/>
      <dgm:spPr/>
      <dgm:t>
        <a:bodyPr/>
        <a:lstStyle/>
        <a:p>
          <a:endParaRPr lang="zh-CN" altLang="en-US"/>
        </a:p>
      </dgm:t>
    </dgm:pt>
    <dgm:pt modelId="{6749A17E-72AD-45B8-BFC3-FFA06ADC32B0}" type="pres">
      <dgm:prSet presAssocID="{901BB6A5-132A-4C2B-9999-056C43188C30}" presName="hierChild4" presStyleCnt="0"/>
      <dgm:spPr/>
    </dgm:pt>
    <dgm:pt modelId="{68C1402B-6E92-44BA-9E3A-16EE10C8B5D8}" type="pres">
      <dgm:prSet presAssocID="{901BB6A5-132A-4C2B-9999-056C43188C30}" presName="hierChild5" presStyleCnt="0"/>
      <dgm:spPr/>
    </dgm:pt>
    <dgm:pt modelId="{A3E6FF03-BAD6-40DC-8CEB-2CF767ACD67A}" type="pres">
      <dgm:prSet presAssocID="{EBBB341A-480D-4021-9079-051385D6FF0A}" presName="Name37" presStyleLbl="parChTrans1D2" presStyleIdx="2" presStyleCnt="4"/>
      <dgm:spPr/>
      <dgm:t>
        <a:bodyPr/>
        <a:lstStyle/>
        <a:p>
          <a:endParaRPr lang="zh-CN" altLang="en-US"/>
        </a:p>
      </dgm:t>
    </dgm:pt>
    <dgm:pt modelId="{FD4A339C-1A63-4996-839A-344533AE8460}" type="pres">
      <dgm:prSet presAssocID="{D10AABF7-F21F-49F1-9195-1DF083B7E2B6}" presName="hierRoot2" presStyleCnt="0">
        <dgm:presLayoutVars>
          <dgm:hierBranch val="init"/>
        </dgm:presLayoutVars>
      </dgm:prSet>
      <dgm:spPr/>
    </dgm:pt>
    <dgm:pt modelId="{6182E1E0-96BF-4765-A332-FC45FB0BEB03}" type="pres">
      <dgm:prSet presAssocID="{D10AABF7-F21F-49F1-9195-1DF083B7E2B6}" presName="rootComposite" presStyleCnt="0"/>
      <dgm:spPr/>
    </dgm:pt>
    <dgm:pt modelId="{2D5BAEA4-A585-4A8D-91EB-D93E612A7548}" type="pres">
      <dgm:prSet presAssocID="{D10AABF7-F21F-49F1-9195-1DF083B7E2B6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BF0DB48-0386-41B7-98F5-333F8AA598C9}" type="pres">
      <dgm:prSet presAssocID="{D10AABF7-F21F-49F1-9195-1DF083B7E2B6}" presName="rootConnector" presStyleLbl="node2" presStyleIdx="2" presStyleCnt="3"/>
      <dgm:spPr/>
      <dgm:t>
        <a:bodyPr/>
        <a:lstStyle/>
        <a:p>
          <a:endParaRPr lang="zh-CN" altLang="en-US"/>
        </a:p>
      </dgm:t>
    </dgm:pt>
    <dgm:pt modelId="{05FFB47F-75EB-4DAD-A6AE-40BF9EB40B88}" type="pres">
      <dgm:prSet presAssocID="{D10AABF7-F21F-49F1-9195-1DF083B7E2B6}" presName="hierChild4" presStyleCnt="0"/>
      <dgm:spPr/>
    </dgm:pt>
    <dgm:pt modelId="{7B5E910A-C348-4316-A528-16096F205D5F}" type="pres">
      <dgm:prSet presAssocID="{D10AABF7-F21F-49F1-9195-1DF083B7E2B6}" presName="hierChild5" presStyleCnt="0"/>
      <dgm:spPr/>
    </dgm:pt>
    <dgm:pt modelId="{29780A1A-F835-4B8F-B810-10D0721D2CC8}" type="pres">
      <dgm:prSet presAssocID="{51753BFC-EEA9-46AD-B4CD-BCDD796EB0C3}" presName="hierChild3" presStyleCnt="0"/>
      <dgm:spPr/>
    </dgm:pt>
    <dgm:pt modelId="{D1861DF8-F4F6-4955-8C12-7CA83F113AE2}" type="pres">
      <dgm:prSet presAssocID="{2C24C166-C547-4F9D-BBE9-7E16249781D7}" presName="Name111" presStyleLbl="parChTrans1D2" presStyleIdx="3" presStyleCnt="4"/>
      <dgm:spPr/>
      <dgm:t>
        <a:bodyPr/>
        <a:lstStyle/>
        <a:p>
          <a:endParaRPr lang="zh-CN" altLang="en-US"/>
        </a:p>
      </dgm:t>
    </dgm:pt>
    <dgm:pt modelId="{D25AB293-53C5-4015-A98C-AD8F388F3501}" type="pres">
      <dgm:prSet presAssocID="{D4C3F3F6-FE4D-4A70-B908-924999475168}" presName="hierRoot3" presStyleCnt="0">
        <dgm:presLayoutVars>
          <dgm:hierBranch val="init"/>
        </dgm:presLayoutVars>
      </dgm:prSet>
      <dgm:spPr/>
    </dgm:pt>
    <dgm:pt modelId="{CAFDC4EA-066A-4E04-8180-69C43E9115C5}" type="pres">
      <dgm:prSet presAssocID="{D4C3F3F6-FE4D-4A70-B908-924999475168}" presName="rootComposite3" presStyleCnt="0"/>
      <dgm:spPr/>
    </dgm:pt>
    <dgm:pt modelId="{A445C9B9-C8B7-4D1B-B78E-F5F40859FC9A}" type="pres">
      <dgm:prSet presAssocID="{D4C3F3F6-FE4D-4A70-B908-924999475168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5E03503-DA2B-4E62-8AC7-CD39514C2429}" type="pres">
      <dgm:prSet presAssocID="{D4C3F3F6-FE4D-4A70-B908-924999475168}" presName="rootConnector3" presStyleLbl="asst1" presStyleIdx="0" presStyleCnt="1"/>
      <dgm:spPr/>
      <dgm:t>
        <a:bodyPr/>
        <a:lstStyle/>
        <a:p>
          <a:endParaRPr lang="zh-CN" altLang="en-US"/>
        </a:p>
      </dgm:t>
    </dgm:pt>
    <dgm:pt modelId="{FC81F13F-C10C-400B-AB46-417B4DE8D30C}" type="pres">
      <dgm:prSet presAssocID="{D4C3F3F6-FE4D-4A70-B908-924999475168}" presName="hierChild6" presStyleCnt="0"/>
      <dgm:spPr/>
    </dgm:pt>
    <dgm:pt modelId="{3AD5D12C-C05A-40DB-ABAD-115061493FF2}" type="pres">
      <dgm:prSet presAssocID="{D4C3F3F6-FE4D-4A70-B908-924999475168}" presName="hierChild7" presStyleCnt="0"/>
      <dgm:spPr/>
    </dgm:pt>
  </dgm:ptLst>
  <dgm:cxnLst>
    <dgm:cxn modelId="{78F81C1B-9402-40CC-BEEE-CD6DE11F6FAA}" srcId="{51753BFC-EEA9-46AD-B4CD-BCDD796EB0C3}" destId="{D10AABF7-F21F-49F1-9195-1DF083B7E2B6}" srcOrd="3" destOrd="0" parTransId="{EBBB341A-480D-4021-9079-051385D6FF0A}" sibTransId="{0BE4860A-1509-4807-B874-78E94DF13A2D}"/>
    <dgm:cxn modelId="{EC629E5A-832E-4347-959D-1F66D8637942}" type="presOf" srcId="{901BB6A5-132A-4C2B-9999-056C43188C30}" destId="{78267194-DFF6-4E6C-B2EB-10A0D5241A0D}" srcOrd="1" destOrd="0" presId="urn:microsoft.com/office/officeart/2005/8/layout/orgChart1"/>
    <dgm:cxn modelId="{CC95344A-3A77-4EF3-9DD9-CC63E6263021}" type="presOf" srcId="{51753BFC-EEA9-46AD-B4CD-BCDD796EB0C3}" destId="{9A30D0AA-408E-4EB6-B250-1F9EB52E123F}" srcOrd="1" destOrd="0" presId="urn:microsoft.com/office/officeart/2005/8/layout/orgChart1"/>
    <dgm:cxn modelId="{16E177BD-588D-4064-B3B8-7681DAA81153}" type="presOf" srcId="{D4C3F3F6-FE4D-4A70-B908-924999475168}" destId="{95E03503-DA2B-4E62-8AC7-CD39514C2429}" srcOrd="1" destOrd="0" presId="urn:microsoft.com/office/officeart/2005/8/layout/orgChart1"/>
    <dgm:cxn modelId="{D76DCE8A-A10E-406C-B96F-97FD461A9560}" type="presOf" srcId="{4240C266-0319-476E-9E85-218EC47558AE}" destId="{D86DBE2E-EDFC-4ABB-9778-624DD78488B8}" srcOrd="0" destOrd="0" presId="urn:microsoft.com/office/officeart/2005/8/layout/orgChart1"/>
    <dgm:cxn modelId="{74D13014-941F-4F48-83C4-95F3B952871D}" type="presOf" srcId="{51753BFC-EEA9-46AD-B4CD-BCDD796EB0C3}" destId="{822D6106-27E2-42C5-96EE-26CD1228545E}" srcOrd="0" destOrd="0" presId="urn:microsoft.com/office/officeart/2005/8/layout/orgChart1"/>
    <dgm:cxn modelId="{EB77FD1C-7ED0-481A-888C-C8479ED30DED}" srcId="{51753BFC-EEA9-46AD-B4CD-BCDD796EB0C3}" destId="{8EBDF853-9563-4DA9-B9C5-8BEF548B4625}" srcOrd="1" destOrd="0" parTransId="{F99264F2-DCEC-4B3B-86DE-5C25CA3752DB}" sibTransId="{B0EB477E-6FCD-4D0E-9C0C-CACF14C37138}"/>
    <dgm:cxn modelId="{5ABC4C51-27DE-4962-9A56-88517176298B}" type="presOf" srcId="{D10AABF7-F21F-49F1-9195-1DF083B7E2B6}" destId="{2D5BAEA4-A585-4A8D-91EB-D93E612A7548}" srcOrd="0" destOrd="0" presId="urn:microsoft.com/office/officeart/2005/8/layout/orgChart1"/>
    <dgm:cxn modelId="{9910188C-ADF7-439D-9964-5CCD5B4781A4}" type="presOf" srcId="{EBBB341A-480D-4021-9079-051385D6FF0A}" destId="{A3E6FF03-BAD6-40DC-8CEB-2CF767ACD67A}" srcOrd="0" destOrd="0" presId="urn:microsoft.com/office/officeart/2005/8/layout/orgChart1"/>
    <dgm:cxn modelId="{1299F49C-FBA8-4B91-9715-315D7C2B06C7}" type="presOf" srcId="{2C24C166-C547-4F9D-BBE9-7E16249781D7}" destId="{D1861DF8-F4F6-4955-8C12-7CA83F113AE2}" srcOrd="0" destOrd="0" presId="urn:microsoft.com/office/officeart/2005/8/layout/orgChart1"/>
    <dgm:cxn modelId="{92862E59-2152-49E2-8D9C-5C4B6DB12319}" srcId="{E564F694-7D9C-4E35-8425-AE2AF5F31894}" destId="{51753BFC-EEA9-46AD-B4CD-BCDD796EB0C3}" srcOrd="0" destOrd="0" parTransId="{C1C25041-68B6-4B5F-8F3A-F1160BDFC253}" sibTransId="{23F36227-351C-425A-92F7-D82F0BBE83FA}"/>
    <dgm:cxn modelId="{4422C54C-6764-4C9C-843D-5CDB32E39627}" type="presOf" srcId="{8EBDF853-9563-4DA9-B9C5-8BEF548B4625}" destId="{63218F07-F1CF-4D8E-BF01-FA9E9CDFDA78}" srcOrd="0" destOrd="0" presId="urn:microsoft.com/office/officeart/2005/8/layout/orgChart1"/>
    <dgm:cxn modelId="{48063427-32D4-42F9-9D1E-E85C39BB6634}" srcId="{51753BFC-EEA9-46AD-B4CD-BCDD796EB0C3}" destId="{D4C3F3F6-FE4D-4A70-B908-924999475168}" srcOrd="0" destOrd="0" parTransId="{2C24C166-C547-4F9D-BBE9-7E16249781D7}" sibTransId="{B97D87F2-083F-461B-9D20-189DB6048ADC}"/>
    <dgm:cxn modelId="{1DC39D4E-62A6-4B3C-A8A8-50A63CED1DAB}" type="presOf" srcId="{8EBDF853-9563-4DA9-B9C5-8BEF548B4625}" destId="{29089B43-6E18-4BE3-917E-54BA0F94C69B}" srcOrd="1" destOrd="0" presId="urn:microsoft.com/office/officeart/2005/8/layout/orgChart1"/>
    <dgm:cxn modelId="{D3BBB0B5-D646-47DA-B9C1-BD0CF44C3580}" type="presOf" srcId="{D10AABF7-F21F-49F1-9195-1DF083B7E2B6}" destId="{ABF0DB48-0386-41B7-98F5-333F8AA598C9}" srcOrd="1" destOrd="0" presId="urn:microsoft.com/office/officeart/2005/8/layout/orgChart1"/>
    <dgm:cxn modelId="{7AED6C6E-363B-4EC9-8FD3-4B0DFE8227F7}" type="presOf" srcId="{901BB6A5-132A-4C2B-9999-056C43188C30}" destId="{8803AAC7-89B7-4A5A-A9DD-70AE3FBA71C6}" srcOrd="0" destOrd="0" presId="urn:microsoft.com/office/officeart/2005/8/layout/orgChart1"/>
    <dgm:cxn modelId="{E1D49DFA-66F6-489E-AA69-D318A078B322}" srcId="{51753BFC-EEA9-46AD-B4CD-BCDD796EB0C3}" destId="{901BB6A5-132A-4C2B-9999-056C43188C30}" srcOrd="2" destOrd="0" parTransId="{4240C266-0319-476E-9E85-218EC47558AE}" sibTransId="{F9B92BE9-C53C-430A-91D2-7D06AE5380C1}"/>
    <dgm:cxn modelId="{8FA8DBDD-9C78-4C08-A92D-F520350B22F9}" type="presOf" srcId="{D4C3F3F6-FE4D-4A70-B908-924999475168}" destId="{A445C9B9-C8B7-4D1B-B78E-F5F40859FC9A}" srcOrd="0" destOrd="0" presId="urn:microsoft.com/office/officeart/2005/8/layout/orgChart1"/>
    <dgm:cxn modelId="{A4D39FC6-76DB-4836-9AF8-2BAE93E12600}" type="presOf" srcId="{E564F694-7D9C-4E35-8425-AE2AF5F31894}" destId="{17D41867-6013-4713-9A6D-D69D3FAAA429}" srcOrd="0" destOrd="0" presId="urn:microsoft.com/office/officeart/2005/8/layout/orgChart1"/>
    <dgm:cxn modelId="{2ACF7BE2-28CF-4942-AD81-5051E047C791}" type="presOf" srcId="{F99264F2-DCEC-4B3B-86DE-5C25CA3752DB}" destId="{7C871399-6773-4B94-BD28-336FA9B6D62E}" srcOrd="0" destOrd="0" presId="urn:microsoft.com/office/officeart/2005/8/layout/orgChart1"/>
    <dgm:cxn modelId="{0B64D253-47A4-422C-98A3-9AEFEA6718B7}" type="presParOf" srcId="{17D41867-6013-4713-9A6D-D69D3FAAA429}" destId="{FBEF431A-010E-463E-9AA2-E469533A8AFD}" srcOrd="0" destOrd="0" presId="urn:microsoft.com/office/officeart/2005/8/layout/orgChart1"/>
    <dgm:cxn modelId="{27D955C5-83D4-45DB-924E-A7C3776E59DF}" type="presParOf" srcId="{FBEF431A-010E-463E-9AA2-E469533A8AFD}" destId="{D91B1CF7-E816-43F0-B35F-4F33E71055FA}" srcOrd="0" destOrd="0" presId="urn:microsoft.com/office/officeart/2005/8/layout/orgChart1"/>
    <dgm:cxn modelId="{11BD809D-4AB1-4DAE-8912-71739F2B3FD3}" type="presParOf" srcId="{D91B1CF7-E816-43F0-B35F-4F33E71055FA}" destId="{822D6106-27E2-42C5-96EE-26CD1228545E}" srcOrd="0" destOrd="0" presId="urn:microsoft.com/office/officeart/2005/8/layout/orgChart1"/>
    <dgm:cxn modelId="{34A3675C-D037-43BB-BC2D-D73F33A025BD}" type="presParOf" srcId="{D91B1CF7-E816-43F0-B35F-4F33E71055FA}" destId="{9A30D0AA-408E-4EB6-B250-1F9EB52E123F}" srcOrd="1" destOrd="0" presId="urn:microsoft.com/office/officeart/2005/8/layout/orgChart1"/>
    <dgm:cxn modelId="{489A0923-5E26-47E8-9B27-D3544C12414F}" type="presParOf" srcId="{FBEF431A-010E-463E-9AA2-E469533A8AFD}" destId="{1CC79AF6-747D-4E3E-9265-7277CD341D1E}" srcOrd="1" destOrd="0" presId="urn:microsoft.com/office/officeart/2005/8/layout/orgChart1"/>
    <dgm:cxn modelId="{79F27A6C-8F9B-4A0E-AF46-93361E69119D}" type="presParOf" srcId="{1CC79AF6-747D-4E3E-9265-7277CD341D1E}" destId="{7C871399-6773-4B94-BD28-336FA9B6D62E}" srcOrd="0" destOrd="0" presId="urn:microsoft.com/office/officeart/2005/8/layout/orgChart1"/>
    <dgm:cxn modelId="{3D03A324-E937-48D0-BD1A-B7CEA47E322D}" type="presParOf" srcId="{1CC79AF6-747D-4E3E-9265-7277CD341D1E}" destId="{98862CF7-ED55-4A66-A29A-339FF0F14059}" srcOrd="1" destOrd="0" presId="urn:microsoft.com/office/officeart/2005/8/layout/orgChart1"/>
    <dgm:cxn modelId="{C216DBBD-26FF-4B34-8D5D-56B2B66D8CD9}" type="presParOf" srcId="{98862CF7-ED55-4A66-A29A-339FF0F14059}" destId="{EA724DD6-5095-4890-91C2-AB52BD92656F}" srcOrd="0" destOrd="0" presId="urn:microsoft.com/office/officeart/2005/8/layout/orgChart1"/>
    <dgm:cxn modelId="{8BE1688C-3AC3-48C7-82A3-9ED8AA933F23}" type="presParOf" srcId="{EA724DD6-5095-4890-91C2-AB52BD92656F}" destId="{63218F07-F1CF-4D8E-BF01-FA9E9CDFDA78}" srcOrd="0" destOrd="0" presId="urn:microsoft.com/office/officeart/2005/8/layout/orgChart1"/>
    <dgm:cxn modelId="{3BBCC4B2-6B22-4742-BA6B-9DFCB794A5D5}" type="presParOf" srcId="{EA724DD6-5095-4890-91C2-AB52BD92656F}" destId="{29089B43-6E18-4BE3-917E-54BA0F94C69B}" srcOrd="1" destOrd="0" presId="urn:microsoft.com/office/officeart/2005/8/layout/orgChart1"/>
    <dgm:cxn modelId="{0A403988-90CE-430F-9FF7-CF90E36E79EA}" type="presParOf" srcId="{98862CF7-ED55-4A66-A29A-339FF0F14059}" destId="{0A4DF0AC-9BC9-4C38-86CA-910C8657AAB6}" srcOrd="1" destOrd="0" presId="urn:microsoft.com/office/officeart/2005/8/layout/orgChart1"/>
    <dgm:cxn modelId="{0545F474-8EE0-4EB7-AABA-D791C7B4D8F9}" type="presParOf" srcId="{98862CF7-ED55-4A66-A29A-339FF0F14059}" destId="{EA361D21-362D-42CD-B1BD-807E4D88F5A8}" srcOrd="2" destOrd="0" presId="urn:microsoft.com/office/officeart/2005/8/layout/orgChart1"/>
    <dgm:cxn modelId="{3908C1B9-2D69-4328-9524-4F68B0B15830}" type="presParOf" srcId="{1CC79AF6-747D-4E3E-9265-7277CD341D1E}" destId="{D86DBE2E-EDFC-4ABB-9778-624DD78488B8}" srcOrd="2" destOrd="0" presId="urn:microsoft.com/office/officeart/2005/8/layout/orgChart1"/>
    <dgm:cxn modelId="{B7309C27-A74D-4CA1-BE6B-CDD0AB2E4E1C}" type="presParOf" srcId="{1CC79AF6-747D-4E3E-9265-7277CD341D1E}" destId="{3F851F97-AC6E-4ADD-A103-686F68D95873}" srcOrd="3" destOrd="0" presId="urn:microsoft.com/office/officeart/2005/8/layout/orgChart1"/>
    <dgm:cxn modelId="{023473B9-8618-4A20-9705-7E3286C76380}" type="presParOf" srcId="{3F851F97-AC6E-4ADD-A103-686F68D95873}" destId="{C3A66666-A331-4209-AE0D-57EECB5142AB}" srcOrd="0" destOrd="0" presId="urn:microsoft.com/office/officeart/2005/8/layout/orgChart1"/>
    <dgm:cxn modelId="{8694BCA0-B116-4D1D-88BF-61DF261A0DDF}" type="presParOf" srcId="{C3A66666-A331-4209-AE0D-57EECB5142AB}" destId="{8803AAC7-89B7-4A5A-A9DD-70AE3FBA71C6}" srcOrd="0" destOrd="0" presId="urn:microsoft.com/office/officeart/2005/8/layout/orgChart1"/>
    <dgm:cxn modelId="{A0413956-FA0F-4DCA-B9AE-18C7022566D6}" type="presParOf" srcId="{C3A66666-A331-4209-AE0D-57EECB5142AB}" destId="{78267194-DFF6-4E6C-B2EB-10A0D5241A0D}" srcOrd="1" destOrd="0" presId="urn:microsoft.com/office/officeart/2005/8/layout/orgChart1"/>
    <dgm:cxn modelId="{5325D8C7-37B9-4F3D-87B5-753E0C6F5415}" type="presParOf" srcId="{3F851F97-AC6E-4ADD-A103-686F68D95873}" destId="{6749A17E-72AD-45B8-BFC3-FFA06ADC32B0}" srcOrd="1" destOrd="0" presId="urn:microsoft.com/office/officeart/2005/8/layout/orgChart1"/>
    <dgm:cxn modelId="{863FE8B0-E505-4598-8BA3-332E12877B6B}" type="presParOf" srcId="{3F851F97-AC6E-4ADD-A103-686F68D95873}" destId="{68C1402B-6E92-44BA-9E3A-16EE10C8B5D8}" srcOrd="2" destOrd="0" presId="urn:microsoft.com/office/officeart/2005/8/layout/orgChart1"/>
    <dgm:cxn modelId="{74770D37-2B4D-41EA-B0DE-B37328BA0D3E}" type="presParOf" srcId="{1CC79AF6-747D-4E3E-9265-7277CD341D1E}" destId="{A3E6FF03-BAD6-40DC-8CEB-2CF767ACD67A}" srcOrd="4" destOrd="0" presId="urn:microsoft.com/office/officeart/2005/8/layout/orgChart1"/>
    <dgm:cxn modelId="{EE79E3A6-0BA8-4666-9747-FD66A40AE6A6}" type="presParOf" srcId="{1CC79AF6-747D-4E3E-9265-7277CD341D1E}" destId="{FD4A339C-1A63-4996-839A-344533AE8460}" srcOrd="5" destOrd="0" presId="urn:microsoft.com/office/officeart/2005/8/layout/orgChart1"/>
    <dgm:cxn modelId="{0D089DB5-537D-44E8-90B5-7D59302B264B}" type="presParOf" srcId="{FD4A339C-1A63-4996-839A-344533AE8460}" destId="{6182E1E0-96BF-4765-A332-FC45FB0BEB03}" srcOrd="0" destOrd="0" presId="urn:microsoft.com/office/officeart/2005/8/layout/orgChart1"/>
    <dgm:cxn modelId="{2FE696D0-E96F-41AC-B57B-12638BA12953}" type="presParOf" srcId="{6182E1E0-96BF-4765-A332-FC45FB0BEB03}" destId="{2D5BAEA4-A585-4A8D-91EB-D93E612A7548}" srcOrd="0" destOrd="0" presId="urn:microsoft.com/office/officeart/2005/8/layout/orgChart1"/>
    <dgm:cxn modelId="{2FC5D89D-0053-4738-B33A-931F2B1AB48A}" type="presParOf" srcId="{6182E1E0-96BF-4765-A332-FC45FB0BEB03}" destId="{ABF0DB48-0386-41B7-98F5-333F8AA598C9}" srcOrd="1" destOrd="0" presId="urn:microsoft.com/office/officeart/2005/8/layout/orgChart1"/>
    <dgm:cxn modelId="{B5043140-9CAF-4692-9823-82475825494E}" type="presParOf" srcId="{FD4A339C-1A63-4996-839A-344533AE8460}" destId="{05FFB47F-75EB-4DAD-A6AE-40BF9EB40B88}" srcOrd="1" destOrd="0" presId="urn:microsoft.com/office/officeart/2005/8/layout/orgChart1"/>
    <dgm:cxn modelId="{B0B9A6A3-DC2A-45B7-A98A-82C2C6DDC716}" type="presParOf" srcId="{FD4A339C-1A63-4996-839A-344533AE8460}" destId="{7B5E910A-C348-4316-A528-16096F205D5F}" srcOrd="2" destOrd="0" presId="urn:microsoft.com/office/officeart/2005/8/layout/orgChart1"/>
    <dgm:cxn modelId="{129D1A30-A67C-4EE0-945A-1121D1C6B28A}" type="presParOf" srcId="{FBEF431A-010E-463E-9AA2-E469533A8AFD}" destId="{29780A1A-F835-4B8F-B810-10D0721D2CC8}" srcOrd="2" destOrd="0" presId="urn:microsoft.com/office/officeart/2005/8/layout/orgChart1"/>
    <dgm:cxn modelId="{EDE50620-06EC-4CB2-9F27-D74BC8003294}" type="presParOf" srcId="{29780A1A-F835-4B8F-B810-10D0721D2CC8}" destId="{D1861DF8-F4F6-4955-8C12-7CA83F113AE2}" srcOrd="0" destOrd="0" presId="urn:microsoft.com/office/officeart/2005/8/layout/orgChart1"/>
    <dgm:cxn modelId="{2FA9E534-8FEC-4836-B20A-BDD9C26D8B31}" type="presParOf" srcId="{29780A1A-F835-4B8F-B810-10D0721D2CC8}" destId="{D25AB293-53C5-4015-A98C-AD8F388F3501}" srcOrd="1" destOrd="0" presId="urn:microsoft.com/office/officeart/2005/8/layout/orgChart1"/>
    <dgm:cxn modelId="{0D65F4EB-5FC6-4097-A799-9A90CFCA37A3}" type="presParOf" srcId="{D25AB293-53C5-4015-A98C-AD8F388F3501}" destId="{CAFDC4EA-066A-4E04-8180-69C43E9115C5}" srcOrd="0" destOrd="0" presId="urn:microsoft.com/office/officeart/2005/8/layout/orgChart1"/>
    <dgm:cxn modelId="{5B24244E-81C9-4A20-A762-04C205B5B363}" type="presParOf" srcId="{CAFDC4EA-066A-4E04-8180-69C43E9115C5}" destId="{A445C9B9-C8B7-4D1B-B78E-F5F40859FC9A}" srcOrd="0" destOrd="0" presId="urn:microsoft.com/office/officeart/2005/8/layout/orgChart1"/>
    <dgm:cxn modelId="{E0EEA573-9D8D-4B9C-9B40-2F82528905DE}" type="presParOf" srcId="{CAFDC4EA-066A-4E04-8180-69C43E9115C5}" destId="{95E03503-DA2B-4E62-8AC7-CD39514C2429}" srcOrd="1" destOrd="0" presId="urn:microsoft.com/office/officeart/2005/8/layout/orgChart1"/>
    <dgm:cxn modelId="{56BFD22F-0034-4C3B-A24C-E855F559370B}" type="presParOf" srcId="{D25AB293-53C5-4015-A98C-AD8F388F3501}" destId="{FC81F13F-C10C-400B-AB46-417B4DE8D30C}" srcOrd="1" destOrd="0" presId="urn:microsoft.com/office/officeart/2005/8/layout/orgChart1"/>
    <dgm:cxn modelId="{037600A3-B603-4247-B7B1-BF9186E19435}" type="presParOf" srcId="{D25AB293-53C5-4015-A98C-AD8F388F3501}" destId="{3AD5D12C-C05A-40DB-ABAD-115061493FF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861DF8-F4F6-4955-8C12-7CA83F113AE2}">
      <dsp:nvSpPr>
        <dsp:cNvPr id="0" name=""/>
        <dsp:cNvSpPr/>
      </dsp:nvSpPr>
      <dsp:spPr>
        <a:xfrm>
          <a:off x="4079715" y="1343915"/>
          <a:ext cx="266859" cy="1169097"/>
        </a:xfrm>
        <a:custGeom>
          <a:avLst/>
          <a:gdLst/>
          <a:ahLst/>
          <a:cxnLst/>
          <a:rect l="0" t="0" r="0" b="0"/>
          <a:pathLst>
            <a:path>
              <a:moveTo>
                <a:pt x="266859" y="0"/>
              </a:moveTo>
              <a:lnTo>
                <a:pt x="266859" y="1169097"/>
              </a:lnTo>
              <a:lnTo>
                <a:pt x="0" y="11690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E6FF03-BAD6-40DC-8CEB-2CF767ACD67A}">
      <dsp:nvSpPr>
        <dsp:cNvPr id="0" name=""/>
        <dsp:cNvSpPr/>
      </dsp:nvSpPr>
      <dsp:spPr>
        <a:xfrm>
          <a:off x="4346575" y="1343915"/>
          <a:ext cx="3075233" cy="23381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1335"/>
              </a:lnTo>
              <a:lnTo>
                <a:pt x="3075233" y="2071335"/>
              </a:lnTo>
              <a:lnTo>
                <a:pt x="3075233" y="23381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6DBE2E-EDFC-4ABB-9778-624DD78488B8}">
      <dsp:nvSpPr>
        <dsp:cNvPr id="0" name=""/>
        <dsp:cNvSpPr/>
      </dsp:nvSpPr>
      <dsp:spPr>
        <a:xfrm>
          <a:off x="4300855" y="1343915"/>
          <a:ext cx="91440" cy="233819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381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871399-6773-4B94-BD28-336FA9B6D62E}">
      <dsp:nvSpPr>
        <dsp:cNvPr id="0" name=""/>
        <dsp:cNvSpPr/>
      </dsp:nvSpPr>
      <dsp:spPr>
        <a:xfrm>
          <a:off x="1271341" y="1343915"/>
          <a:ext cx="3075233" cy="2338194"/>
        </a:xfrm>
        <a:custGeom>
          <a:avLst/>
          <a:gdLst/>
          <a:ahLst/>
          <a:cxnLst/>
          <a:rect l="0" t="0" r="0" b="0"/>
          <a:pathLst>
            <a:path>
              <a:moveTo>
                <a:pt x="3075233" y="0"/>
              </a:moveTo>
              <a:lnTo>
                <a:pt x="3075233" y="2071335"/>
              </a:lnTo>
              <a:lnTo>
                <a:pt x="0" y="2071335"/>
              </a:lnTo>
              <a:lnTo>
                <a:pt x="0" y="233819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D6106-27E2-42C5-96EE-26CD1228545E}">
      <dsp:nvSpPr>
        <dsp:cNvPr id="0" name=""/>
        <dsp:cNvSpPr/>
      </dsp:nvSpPr>
      <dsp:spPr>
        <a:xfrm>
          <a:off x="3075817" y="73157"/>
          <a:ext cx="2541515" cy="1270757"/>
        </a:xfrm>
        <a:prstGeom prst="rect">
          <a:avLst/>
        </a:prstGeom>
        <a:solidFill>
          <a:srgbClr val="FFC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w="114300" prst="artDeco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200" kern="1200" dirty="0" smtClean="0"/>
            <a:t>董事会</a:t>
          </a:r>
          <a:endParaRPr lang="zh-CN" altLang="en-US" sz="3200" kern="1200" dirty="0"/>
        </a:p>
      </dsp:txBody>
      <dsp:txXfrm>
        <a:off x="3075817" y="73157"/>
        <a:ext cx="2541515" cy="1270757"/>
      </dsp:txXfrm>
    </dsp:sp>
    <dsp:sp modelId="{63218F07-F1CF-4D8E-BF01-FA9E9CDFDA78}">
      <dsp:nvSpPr>
        <dsp:cNvPr id="0" name=""/>
        <dsp:cNvSpPr/>
      </dsp:nvSpPr>
      <dsp:spPr>
        <a:xfrm>
          <a:off x="583" y="3682109"/>
          <a:ext cx="2541515" cy="12707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kern="1200" dirty="0"/>
        </a:p>
      </dsp:txBody>
      <dsp:txXfrm>
        <a:off x="583" y="3682109"/>
        <a:ext cx="2541515" cy="1270757"/>
      </dsp:txXfrm>
    </dsp:sp>
    <dsp:sp modelId="{8803AAC7-89B7-4A5A-A9DD-70AE3FBA71C6}">
      <dsp:nvSpPr>
        <dsp:cNvPr id="0" name=""/>
        <dsp:cNvSpPr/>
      </dsp:nvSpPr>
      <dsp:spPr>
        <a:xfrm>
          <a:off x="3075817" y="3682109"/>
          <a:ext cx="2541515" cy="12707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kern="1200"/>
        </a:p>
      </dsp:txBody>
      <dsp:txXfrm>
        <a:off x="3075817" y="3682109"/>
        <a:ext cx="2541515" cy="1270757"/>
      </dsp:txXfrm>
    </dsp:sp>
    <dsp:sp modelId="{2D5BAEA4-A585-4A8D-91EB-D93E612A7548}">
      <dsp:nvSpPr>
        <dsp:cNvPr id="0" name=""/>
        <dsp:cNvSpPr/>
      </dsp:nvSpPr>
      <dsp:spPr>
        <a:xfrm>
          <a:off x="6151050" y="3682109"/>
          <a:ext cx="2541515" cy="12707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kern="1200"/>
        </a:p>
      </dsp:txBody>
      <dsp:txXfrm>
        <a:off x="6151050" y="3682109"/>
        <a:ext cx="2541515" cy="1270757"/>
      </dsp:txXfrm>
    </dsp:sp>
    <dsp:sp modelId="{A445C9B9-C8B7-4D1B-B78E-F5F40859FC9A}">
      <dsp:nvSpPr>
        <dsp:cNvPr id="0" name=""/>
        <dsp:cNvSpPr/>
      </dsp:nvSpPr>
      <dsp:spPr>
        <a:xfrm>
          <a:off x="1538200" y="1877633"/>
          <a:ext cx="2541515" cy="127075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200" kern="1200" baseline="0" dirty="0"/>
        </a:p>
      </dsp:txBody>
      <dsp:txXfrm>
        <a:off x="1538200" y="1877633"/>
        <a:ext cx="2541515" cy="1270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DDCCA-9F4E-4B9D-8207-42F406D71BDD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63CEE8-A307-4B81-A987-2ED66766D4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7984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C506A-E225-4C5E-90D7-89605F92EB18}" type="datetimeFigureOut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685800"/>
            <a:ext cx="43624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58E26-AE60-4F74-8F2E-61070B8C65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6714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96433"/>
            <a:ext cx="7560469" cy="2757899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4160688"/>
            <a:ext cx="7560469" cy="191255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043A4-9491-4286-A4E2-2DDCE249F748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F9CE6-0A2A-4788-9C93-CCD052788BFC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974906"/>
            <a:ext cx="8694539" cy="32951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301255"/>
            <a:ext cx="8694539" cy="173285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0A282-FCAB-4EC9-931D-9D68665EDC73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3043" y="2108766"/>
            <a:ext cx="4284266" cy="502619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3316" y="2108766"/>
            <a:ext cx="4284266" cy="502619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7F8B-ED08-4F34-BD6B-956785E0885A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21754"/>
            <a:ext cx="8694539" cy="153114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7" y="1941899"/>
            <a:ext cx="4264576" cy="951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7" y="2893594"/>
            <a:ext cx="4264576" cy="4256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941899"/>
            <a:ext cx="4285579" cy="951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893594"/>
            <a:ext cx="4285579" cy="42560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3BC2B-8245-4DC9-8699-DB28CCE0BC40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DDB1B-23DF-4573-858F-B8F2BA127C91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0026E-EEC2-4454-A1E7-F8CB6E5BD7E3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28108"/>
            <a:ext cx="3251264" cy="184837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140568"/>
            <a:ext cx="5103316" cy="56294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376488"/>
            <a:ext cx="3251264" cy="44027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1D4B0-DF25-41E7-961C-90D1E3814C54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28108"/>
            <a:ext cx="3251264" cy="184837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140568"/>
            <a:ext cx="5103316" cy="5629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376488"/>
            <a:ext cx="3251264" cy="44027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2D9E-0206-4FB7-98C4-393B5E5BB852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5CAA-0528-46A7-8CDF-6F0FC810FF71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3947" y="421753"/>
            <a:ext cx="2173635" cy="671321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93043" y="421753"/>
            <a:ext cx="6394896" cy="671321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5F96E-FCCF-44EC-A8CB-0582BD54C9C1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3043" y="421754"/>
            <a:ext cx="8694539" cy="153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3043" y="2108766"/>
            <a:ext cx="8694539" cy="5026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93043" y="7342173"/>
            <a:ext cx="2268141" cy="421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8DC6AD-5836-49E6-9C9E-594D32C43B91}" type="datetime1">
              <a:rPr lang="zh-CN" altLang="en-US" smtClean="0"/>
              <a:t>2021/4/29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339207" y="7342173"/>
            <a:ext cx="3402211" cy="421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rgbClr val="FF0000"/>
                </a:solidFill>
                <a:latin typeface="宋体" pitchFamily="2" charset="-122"/>
                <a:ea typeface="宋体" pitchFamily="2" charset="-122"/>
              </a:defRPr>
            </a:lvl1pPr>
          </a:lstStyle>
          <a:p>
            <a:r>
              <a:rPr lang="zh-CN" altLang="en-US" dirty="0" smtClean="0"/>
              <a:t>销售部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119441" y="7342173"/>
            <a:ext cx="2268141" cy="421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13" name="breeze.wav"/>
          </p:stSnd>
        </p:sndAc>
      </p:transition>
    </mc:Choice>
    <mc:Fallback xmlns="">
      <p:transition spd="slow">
        <p:blinds dir="vert"/>
        <p:sndAc>
          <p:stSnd>
            <p:snd r:embed="rId14" name="breeze.wav"/>
          </p:stSnd>
        </p:sndAc>
      </p:transition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隶书" pitchFamily="49" charset="-122"/>
          <a:ea typeface="隶书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96433"/>
            <a:ext cx="7560469" cy="1213293"/>
          </a:xfrm>
        </p:spPr>
        <p:txBody>
          <a:bodyPr/>
          <a:lstStyle/>
          <a:p>
            <a:r>
              <a:rPr lang="zh-CN" altLang="en-US" dirty="0" smtClean="0"/>
              <a:t>在困境中开拓进取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4011685"/>
            <a:ext cx="7560469" cy="2061561"/>
          </a:xfrm>
        </p:spPr>
        <p:txBody>
          <a:bodyPr/>
          <a:lstStyle/>
          <a:p>
            <a:r>
              <a:rPr lang="en-US" altLang="zh-CN" dirty="0" smtClean="0"/>
              <a:t>XX</a:t>
            </a:r>
            <a:r>
              <a:rPr lang="zh-CN" altLang="en-US" dirty="0" smtClean="0"/>
              <a:t>公司</a:t>
            </a:r>
            <a:r>
              <a:rPr lang="en-US" altLang="zh-CN" dirty="0" smtClean="0"/>
              <a:t>2018</a:t>
            </a:r>
            <a:r>
              <a:rPr lang="zh-CN" altLang="en-US" dirty="0" smtClean="0"/>
              <a:t>年度总结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61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2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公司销售业绩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5624120"/>
              </p:ext>
            </p:extLst>
          </p:nvPr>
        </p:nvGraphicFramePr>
        <p:xfrm>
          <a:off x="693738" y="2108200"/>
          <a:ext cx="8640000" cy="432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28000"/>
                <a:gridCol w="1728000"/>
                <a:gridCol w="1728000"/>
                <a:gridCol w="1728000"/>
                <a:gridCol w="1728000"/>
              </a:tblGrid>
              <a:tr h="108000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</a:tr>
              <a:tr h="1080000"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20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2" name="breeze.wav"/>
          </p:stSnd>
        </p:sndAc>
      </p:transition>
    </mc:Choice>
    <mc:Fallback xmlns="">
      <p:transition spd="slow">
        <p:blinds dir="vert"/>
        <p:sndAc>
          <p:stSnd>
            <p:snd r:embed="rId3" name="breez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公司销售网络图</a:t>
            </a:r>
            <a:endParaRPr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364512"/>
              </p:ext>
            </p:extLst>
          </p:nvPr>
        </p:nvGraphicFramePr>
        <p:xfrm>
          <a:off x="693738" y="2108200"/>
          <a:ext cx="8693150" cy="5026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57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2" name="breeze.wav"/>
          </p:stSnd>
        </p:sndAc>
      </p:transition>
    </mc:Choice>
    <mc:Fallback xmlns="">
      <p:transition spd="slow">
        <p:blinds dir="vert"/>
        <p:sndAc>
          <p:stSnd>
            <p:snd r:embed="rId8" name="breez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96433"/>
            <a:ext cx="7560469" cy="121329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奋发图强     继往开来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294620"/>
            <a:ext cx="7560469" cy="27786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销售部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1026" name="Picture 2" descr="C:\Program Files (x86)\Microsoft Office\MEDIA\CAGCAT10\j0285698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63" y="3546475"/>
            <a:ext cx="1706562" cy="182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058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blinds dir="vert"/>
        <p:sndAc>
          <p:stSnd>
            <p:snd r:embed="rId2" name="breeze.wav"/>
          </p:stSnd>
        </p:sndAc>
      </p:transition>
    </mc:Choice>
    <mc:Fallback xmlns="">
      <p:transition spd="slow">
        <p:blinds dir="vert"/>
        <p:sndAc>
          <p:stSnd>
            <p:snd r:embed="rId4" name="breez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31</Words>
  <Application>Microsoft Office PowerPoint</Application>
  <PresentationFormat>自定义</PresentationFormat>
  <Paragraphs>14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在困境中开拓进取 </vt:lpstr>
      <vt:lpstr>公司销售业绩</vt:lpstr>
      <vt:lpstr>公司销售网络图</vt:lpstr>
      <vt:lpstr>奋发图强     继往开来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在困境中开拓进取 </dc:title>
  <dc:creator>john</dc:creator>
  <cp:lastModifiedBy>86133</cp:lastModifiedBy>
  <cp:revision>5</cp:revision>
  <dcterms:created xsi:type="dcterms:W3CDTF">2020-05-16T12:37:39Z</dcterms:created>
  <dcterms:modified xsi:type="dcterms:W3CDTF">2021-04-29T06:59:28Z</dcterms:modified>
</cp:coreProperties>
</file>