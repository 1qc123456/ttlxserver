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2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2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3.png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 b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265045" y="3560445"/>
            <a:ext cx="8105775" cy="594995"/>
          </a:xfrm>
        </p:spPr>
        <p:txBody>
          <a:bodyPr/>
          <a:p>
            <a:pPr algn="ctr"/>
            <a:r>
              <a:rPr lang="zh-CN" altLang="en-US" sz="2000"/>
              <a:t>兰为王者香，芳馥清风里 从来岩穴姿，不竟繁华美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兰花概述及分类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45210" y="1996440"/>
            <a:ext cx="5824220" cy="3990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rgbClr val="FFC000"/>
                </a:solidFill>
              </a:rPr>
              <a:t>兰花概述</a:t>
            </a:r>
            <a:endParaRPr lang="zh-CN" altLang="en-US" sz="2800" b="1">
              <a:solidFill>
                <a:srgbClr val="FFC000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兰花是一种属于兰科的植物，具有众多品种和广泛的分布区域，以其独特的形态和芳香而闻名。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algn="l">
              <a:buClrTx/>
              <a:buSzTx/>
              <a:buFontTx/>
            </a:pPr>
            <a:r>
              <a:rPr lang="zh-CN" altLang="en-US" sz="2800" b="1">
                <a:solidFill>
                  <a:srgbClr val="FFC000"/>
                </a:solidFill>
              </a:rPr>
              <a:t>分类系统</a:t>
            </a:r>
            <a:endParaRPr lang="zh-CN" altLang="en-US" sz="2800" b="1">
              <a:solidFill>
                <a:srgbClr val="FFC000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兰花按照不同的分类标准可分为多个类别，如按照生态类型可分为地生兰、附生兰等；按照花型可分为春兰、蕙兰、建兰等。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41540" y="1135380"/>
            <a:ext cx="3762375" cy="4851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168390" y="1598930"/>
            <a:ext cx="4998085" cy="4424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兰花以其假鳞茎和多样的叶片形态而著称，叶片形状从椭圆形到披针形不等。这些植物的花朵色彩斑斓，形态多样，从花葶上优雅地绽放，花葶通常从假鳞茎基部生长出来。兰花喜爱温暖湿润的环境，对光照、温度和水分条件有一定的要求。它们需要避免直射阳光，以免叶片受损，同时需要适度的湿度和良好的排水土壤以保持根部健康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栽培兰花时，了解不同品种对环境的具体需求至关重要。一些品种可能更耐寒，而另一些则需要较高的温度才能生长良好。总的来说，兰花是一种需要细心照料的植物，但它们的美丽和多样性使得这份努力变得值得。通过提供适宜的生长条件，兰花能够以其独特的魅力和优雅的姿态，为园艺爱好者带来无尽的欣赏乐趣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42670" y="1884045"/>
            <a:ext cx="4000500" cy="38766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54055" y="819150"/>
            <a:ext cx="688340" cy="4594225"/>
          </a:xfrm>
        </p:spPr>
        <p:txBody>
          <a:bodyPr>
            <a:normAutofit fontScale="90000"/>
          </a:bodyPr>
          <a:p>
            <a:r>
              <a:rPr lang="zh-CN" altLang="en-US"/>
              <a:t>品种鉴别与欣赏价值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21970" y="1279525"/>
            <a:ext cx="4071620" cy="3673475"/>
          </a:xfrm>
          <a:prstGeom prst="ellipse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56175" y="1443990"/>
            <a:ext cx="575119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兰花以其独特的形态美和芳香被誉为“花中君子”，在中国传统文化中占据着重要地位。鉴别兰花品种，我们可以从叶片、花型、花色等方面入手，因为不同品种的兰花在这些特征上存在显著差异。兰花不仅是现代家居装饰的重要元素，其深厚的文化内涵也使其成为人们喜爱的对象。</a:t>
            </a:r>
            <a:endParaRPr lang="zh-CN" altLang="en-US" sz="28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</Words>
  <Application>WPS 演示</Application>
  <PresentationFormat>宽屏</PresentationFormat>
  <Paragraphs>19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兰花</vt:lpstr>
      <vt:lpstr>兰花概述及分类</vt:lpstr>
      <vt:lpstr>PowerPoint 演示文稿</vt:lpstr>
      <vt:lpstr>品种鉴别与欣赏价值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157</cp:revision>
  <dcterms:created xsi:type="dcterms:W3CDTF">2019-06-19T02:08:00Z</dcterms:created>
  <dcterms:modified xsi:type="dcterms:W3CDTF">2024-11-13T06:04:07Z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EE3AA93BA2434744B64859584B5794A8_11</vt:lpwstr>
  </property>
</Properties>
</file>