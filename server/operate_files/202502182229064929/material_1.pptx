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Rg st="1" end="4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0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兰花之美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兰花之美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2024-11-8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3.png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9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scene3d>
              <a:camera prst="perspectiveRelaxedModerately"/>
              <a:lightRig rig="threePt" dir="t"/>
            </a:scene3d>
          </a:bodyPr>
          <a:p>
            <a:r>
              <a:rPr lang="zh-CN" altLang="zh-CN" sz="7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charset="-122"/>
                <a:ea typeface="等线" panose="02010600030101010101" charset="-122"/>
              </a:rPr>
              <a:t>兰花</a:t>
            </a:r>
            <a:endParaRPr lang="zh-CN" altLang="zh-CN" sz="7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960000" y="4869000"/>
            <a:ext cx="8105775" cy="594995"/>
          </a:xfrm>
        </p:spPr>
        <p:txBody>
          <a:bodyPr/>
          <a:p>
            <a:pPr algn="r"/>
            <a:r>
              <a:rPr lang="zh-CN" altLang="en-US">
                <a:solidFill>
                  <a:srgbClr val="0070C0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兰为王者香，芳馥清风里 从来岩穴姿，不竟繁华美</a:t>
            </a:r>
            <a:endParaRPr lang="zh-CN" altLang="en-US">
              <a:solidFill>
                <a:srgbClr val="0070C0"/>
              </a:solidFill>
              <a:highlight>
                <a:srgbClr val="00FF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2024-11-8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兰花概述及分类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45210" y="1996440"/>
            <a:ext cx="5824220" cy="399034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</p:spPr>
        <p:txBody>
          <a:bodyPr wrap="square" rtlCol="0">
            <a:noAutofit/>
            <a:scene3d>
              <a:camera prst="perspectiveHeroicExtremeRightFacing"/>
              <a:lightRig rig="threePt" dir="t"/>
            </a:scene3d>
          </a:bodyPr>
          <a:p>
            <a:r>
              <a:rPr lang="zh-CN" altLang="en-US" sz="2800" b="1">
                <a:solidFill>
                  <a:srgbClr val="FFC000"/>
                </a:solidFill>
              </a:rPr>
              <a:t>兰花概述</a:t>
            </a:r>
            <a:endParaRPr lang="zh-CN" altLang="en-US" sz="2800" b="1">
              <a:solidFill>
                <a:srgbClr val="FFC000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兰花是一种属于兰科的植物，具有众多品种和广泛的分布区域，以其独特的形态和芳香而闻名。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sz="2800" b="1">
                <a:solidFill>
                  <a:srgbClr val="FFC000"/>
                </a:solidFill>
              </a:rPr>
              <a:t>分类系统</a:t>
            </a:r>
            <a:endParaRPr lang="zh-CN" altLang="en-US" sz="2800" b="1">
              <a:solidFill>
                <a:srgbClr val="FFC000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兰花按照不同的分类标准可分为多个类别，如按照生态类型可分为地生兰、附生兰等；按照花型可分为春兰、蕙兰、建兰等。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241540" y="1135380"/>
            <a:ext cx="3762375" cy="4851400"/>
          </a:xfrm>
          <a:prstGeom prst="rect">
            <a:avLst/>
          </a:prstGeom>
        </p:spPr>
      </p:pic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2024-11-8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  <p:bldP spid="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68390" y="1598930"/>
            <a:ext cx="4998085" cy="442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342900" fontAlgn="auto">
              <a:extLst>
                <a:ext uri="{35155182-B16C-46BC-9424-99874614C6A1}">
                  <wpsdc:indentchars xmlns:wpsdc="http://www.wps.cn/officeDocument/2017/drawingmlCustomData" val="150" checksum="3482286196"/>
                </a:ext>
              </a:extLst>
            </a:pPr>
            <a:r>
              <a:rPr lang="zh-CN" altLang="en-US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兰花以其假鳞茎和多样的叶片形态而著称，叶片形状从椭圆形到披针形不等。这些植物的花朵色彩斑斓，形态多样，从花葶上优雅地绽放，花葶通常从假鳞茎基部生长出来。兰花喜爱温暖湿润的环境，对光照、温度和水分条件有一定的要求。它们需要避免直射阳光，以免叶片受损，同时需要适度的湿度和良好的排水土壤以保持根部健康。</a:t>
            </a:r>
            <a:endParaRPr lang="zh-CN" alt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indent="342900" fontAlgn="auto">
              <a:extLst>
                <a:ext uri="{35155182-B16C-46BC-9424-99874614C6A1}">
                  <wpsdc:indentchars xmlns:wpsdc="http://www.wps.cn/officeDocument/2017/drawingmlCustomData" val="150" checksum="3482286196"/>
                </a:ext>
              </a:extLst>
            </a:pPr>
            <a:endParaRPr lang="zh-CN" alt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indent="342900" fontAlgn="auto">
              <a:extLst>
                <a:ext uri="{35155182-B16C-46BC-9424-99874614C6A1}">
                  <wpsdc:indentchars xmlns:wpsdc="http://www.wps.cn/officeDocument/2017/drawingmlCustomData" val="150" checksum="3482286196"/>
                </a:ext>
              </a:extLst>
            </a:pPr>
            <a:r>
              <a:rPr lang="zh-CN" altLang="en-US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栽培兰花时，了解不同品种对环境的具体需求至关重要。一些品种可能更耐寒，而另一些则需要较高的温度才能生长良好。总的来说，兰花是一种需要细心照料的植物，但它们的美丽和多样性使得这份努力变得值得。通过提供适宜的生长条件，兰花能够以其独特的魅力和优雅的姿态，为园艺爱好者带来无尽的欣赏乐趣。</a:t>
            </a:r>
            <a:endParaRPr lang="zh-CN" alt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670" y="1884045"/>
            <a:ext cx="4000500" cy="38766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20000" y="549000"/>
            <a:ext cx="84124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zh-CN" altLang="en-US" sz="7200" b="1">
                <a:solidFill>
                  <a:schemeClr val="accent4"/>
                </a:solidFill>
                <a:effectLst/>
              </a:rPr>
              <a:t>形态特征与生长</a:t>
            </a:r>
            <a:r>
              <a:rPr lang="zh-CN" altLang="en-US" sz="7200" b="1">
                <a:solidFill>
                  <a:schemeClr val="accent4"/>
                </a:solidFill>
                <a:effectLst/>
              </a:rPr>
              <a:t>环境</a:t>
            </a:r>
            <a:endParaRPr lang="zh-CN" altLang="en-US" sz="7200" b="1">
              <a:solidFill>
                <a:schemeClr val="accent4"/>
              </a:solidFill>
              <a:effectLst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2024-11-8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3 -0.073 L 0.177 -0.073 L 0.25 0 L 0.25 0.104 L 0.177 0.177 L 0.073 0.177 L 0 0.104 L 0 0 Z" pathEditMode="relative" ptsTypes="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54055" y="819150"/>
            <a:ext cx="688340" cy="4594225"/>
          </a:xfrm>
          <a:noFill/>
          <a:ln>
            <a:noFill/>
          </a:ln>
        </p:spPr>
        <p:style>
          <a:lnRef idx="2">
            <a:schemeClr val="accent3"/>
          </a:lnRef>
          <a:fillRef idx="2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fontScale="90000"/>
          </a:bodyPr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品种鉴别与欣赏价值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" y="1279525"/>
            <a:ext cx="4071620" cy="3673475"/>
          </a:xfrm>
          <a:prstGeom prst="ellipse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56175" y="1443990"/>
            <a:ext cx="5751195" cy="396938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p>
            <a:r>
              <a:rPr lang="zh-CN" altLang="en-US" sz="2800">
                <a:effectLst>
                  <a:reflection blurRad="6350" stA="50000" endA="300" endPos="50000" dist="60007" dir="5400000" sy="-100000" algn="bl" rotWithShape="0"/>
                </a:effectLst>
              </a:rPr>
              <a:t>兰花以其独特的形态美和芳香被誉为“花中君子”，在中国传统文化中占据着重要地位。鉴别兰花品种，我们可以从叶片、花型、花色等方面入手，因为不同品种的兰花在这些特征上存在显著差异。兰花不仅是现代家居装饰的重要元素，其深厚的文化内涵也使其成为人们喜爱的对象。</a:t>
            </a:r>
            <a:endParaRPr lang="zh-CN" altLang="en-US" sz="2800">
              <a:effectLst>
                <a:reflection blurRad="6350" stA="50000" endA="300" endPos="50000" dist="60007" dir="5400000" sy="-100000" algn="bl" rotWithShape="0"/>
              </a:effectLst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2024-11-8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prism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NzFlMGY3OGRmZGU1YjQ0MmVmN2U4Yjg3M2ZkYWM1ZjIifQ=="/>
  <p:tag name="commondata" val="eyJoZGlkIjoiMjhjNzFjMjliYTMwZmQyYjMzM2NlZTBmYTgwNzU5YT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WPS 演示</Application>
  <PresentationFormat>宽屏</PresentationFormat>
  <Paragraphs>31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等线</vt:lpstr>
      <vt:lpstr>微软雅黑</vt:lpstr>
      <vt:lpstr>Arial Unicode MS</vt:lpstr>
      <vt:lpstr>Calibri</vt:lpstr>
      <vt:lpstr>WPS</vt:lpstr>
      <vt:lpstr>兰花</vt:lpstr>
      <vt:lpstr>兰花概述及分类</vt:lpstr>
      <vt:lpstr>PowerPoint 演示文稿</vt:lpstr>
      <vt:lpstr>品种鉴别与欣赏价值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大风歌</cp:lastModifiedBy>
  <cp:revision>159</cp:revision>
  <dcterms:created xsi:type="dcterms:W3CDTF">2019-06-19T02:08:00Z</dcterms:created>
  <dcterms:modified xsi:type="dcterms:W3CDTF">2025-02-19T01:33:51Z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ICV">
    <vt:lpwstr>EE3AA93BA2434744B64859584B5794A8_11</vt:lpwstr>
  </property>
</Properties>
</file>