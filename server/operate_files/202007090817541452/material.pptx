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-102" y="-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26586" y="32443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侏罗纪公园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最古老的鸟类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3063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自从始祖鸟的化石在德国发现以后，就一直被认为是最古老的鸟类，它的学名翻译成中文，就是“远古的翅膀”的意思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WPS 演示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楷体</vt:lpstr>
      <vt:lpstr>华文新魏</vt:lpstr>
      <vt:lpstr>微软雅黑</vt:lpstr>
      <vt:lpstr>Calibri</vt:lpstr>
      <vt:lpstr>Arial Unicode MS</vt:lpstr>
      <vt:lpstr>Office 主题</vt:lpstr>
      <vt:lpstr>PowerPoint 演示文稿</vt:lpstr>
      <vt:lpstr>最古老的鸟类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john</dc:creator>
  <cp:lastModifiedBy>john</cp:lastModifiedBy>
  <cp:revision>6</cp:revision>
  <dcterms:created xsi:type="dcterms:W3CDTF">2020-05-14T11:57:00Z</dcterms:created>
  <dcterms:modified xsi:type="dcterms:W3CDTF">2020-05-16T10:58:18Z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