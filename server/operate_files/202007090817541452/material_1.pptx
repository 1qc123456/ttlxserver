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-72" y="-13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50000">
              <a:schemeClr val="accent1">
                <a:tint val="44500"/>
                <a:satMod val="160000"/>
              </a:schemeClr>
            </a:gs>
            <a:gs pos="100000">
              <a:srgbClr val="FFC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5702" y="2073260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i="1" dirty="0" smtClean="0">
                <a:latin typeface="楷体" pitchFamily="49" charset="-122"/>
                <a:ea typeface="楷体" pitchFamily="49" charset="-122"/>
              </a:rPr>
              <a:t>侏罗纪公园</a:t>
            </a:r>
            <a:endParaRPr lang="zh-CN" altLang="en-US" sz="8000" i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99FF"/>
            </a:gs>
            <a:gs pos="16000">
              <a:srgbClr val="00CCCC"/>
            </a:gs>
            <a:gs pos="47000">
              <a:srgbClr val="9999FF"/>
            </a:gs>
            <a:gs pos="60001">
              <a:srgbClr val="2E6792"/>
            </a:gs>
            <a:gs pos="71001">
              <a:srgbClr val="3333CC"/>
            </a:gs>
            <a:gs pos="81000">
              <a:srgbClr val="1170FF"/>
            </a:gs>
            <a:gs pos="100000">
              <a:srgbClr val="00669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最古老的鸟类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306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自从始祖鸟的化石在德国发现以后，就一直被认为是最古老的鸟类，它的学名翻译成中文，就是“远古的翅膀”的意思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026" name="Picture 2" descr="C:\Program Files (x86)\Microsoft Office\MEDIA\CAGCAT10\j028190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38" y="3568700"/>
            <a:ext cx="1825625" cy="172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36</Words>
  <Application>Microsoft Office PowerPoint</Application>
  <PresentationFormat>自定义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最古老的鸟类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john</dc:creator>
  <cp:lastModifiedBy>86133</cp:lastModifiedBy>
  <cp:revision>8</cp:revision>
  <dcterms:created xsi:type="dcterms:W3CDTF">2020-05-14T11:57:00Z</dcterms:created>
  <dcterms:modified xsi:type="dcterms:W3CDTF">2021-04-25T09:13:53Z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