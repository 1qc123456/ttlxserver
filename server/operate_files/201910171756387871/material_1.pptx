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6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无锡融创乐园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47664" y="2852936"/>
            <a:ext cx="64800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梦回江南</a:t>
            </a:r>
            <a:endParaRPr lang="zh-CN" alt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9749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无锡融创乐园占地面积</a:t>
            </a:r>
            <a:r>
              <a:rPr lang="en-US" altLang="zh-CN" dirty="0"/>
              <a:t>57</a:t>
            </a:r>
            <a:r>
              <a:rPr lang="zh-CN" altLang="en-US" dirty="0"/>
              <a:t>万平方米，由世界知名主题乐园设计公司美国</a:t>
            </a:r>
            <a:r>
              <a:rPr lang="en-US" altLang="zh-CN" dirty="0"/>
              <a:t>RVJMA</a:t>
            </a:r>
            <a:r>
              <a:rPr lang="zh-CN" altLang="en-US" dirty="0"/>
              <a:t>公司设计，拥有多项创新的游乐项目和精彩的娱乐表演，为江南传统文化赋予时尚元素，是世界级的主题乐园。</a:t>
            </a:r>
          </a:p>
        </p:txBody>
      </p:sp>
    </p:spTree>
    <p:extLst>
      <p:ext uri="{BB962C8B-B14F-4D97-AF65-F5344CB8AC3E}">
        <p14:creationId xmlns:p14="http://schemas.microsoft.com/office/powerpoint/2010/main" val="1325469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139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791493"/>
            <a:ext cx="5760000" cy="4320000"/>
          </a:xfrm>
        </p:spPr>
      </p:pic>
    </p:spTree>
    <p:extLst>
      <p:ext uri="{BB962C8B-B14F-4D97-AF65-F5344CB8AC3E}">
        <p14:creationId xmlns:p14="http://schemas.microsoft.com/office/powerpoint/2010/main" val="362549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835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1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</Words>
  <Application>Microsoft Office PowerPoint</Application>
  <PresentationFormat>全屏显示(4:3)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无锡融创乐园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4</cp:revision>
  <dcterms:created xsi:type="dcterms:W3CDTF">2019-10-17T08:30:28Z</dcterms:created>
  <dcterms:modified xsi:type="dcterms:W3CDTF">2021-04-29T08:18:09Z</dcterms:modified>
</cp:coreProperties>
</file>