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9200" y="1749600"/>
            <a:ext cx="2433600" cy="3729600"/>
          </a:xfrm>
        </p:spPr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827520" y="1496060"/>
            <a:ext cx="4656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天边的夕阳像打翻的调色盘，把云朵染成橙红、绯紫与金黄，连时光都慢了下来。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157</cp:revision>
  <dcterms:created xsi:type="dcterms:W3CDTF">2019-06-19T02:08:00Z</dcterms:created>
  <dcterms:modified xsi:type="dcterms:W3CDTF">2025-05-15T02:01:29Z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692C87C62E504648A5AB8BDF015DBF71_11</vt:lpwstr>
  </property>
</Properties>
</file>