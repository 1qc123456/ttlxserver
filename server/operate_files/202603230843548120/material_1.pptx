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3"/>
    <p:sldId id="258" r:id="rId4"/>
  </p:sldIdLst>
  <p:sldSz cx="12192000" cy="6858000"/>
  <p:notesSz cx="6858000" cy="9144000"/>
  <p:custDataLst>
    <p:tags r:id="rId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 userDrawn="1">
          <p15:clr>
            <a:srgbClr val="A4A3A4"/>
          </p15:clr>
        </p15:guide>
        <p15:guide id="2" pos="380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>
    <p:present/>
    <p:sldRg st="1" end="2"/>
  </p:showPr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58"/>
        <p:guide pos="380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gs" Target="tags/tag66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1000">
        <p159:morph option="byWord"/>
      </p:transition>
    </mc:Choice>
    <mc:Fallback>
      <p:transition spd="slow" advClick="0" advTm="1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1000">
        <p159:morph option="byWord"/>
      </p:transition>
    </mc:Choice>
    <mc:Fallback>
      <p:transition spd="slow" advClick="0" advTm="1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1000">
        <p159:morph option="byWord"/>
      </p:transition>
    </mc:Choice>
    <mc:Fallback>
      <p:transition spd="slow" advClick="0" advTm="10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1000">
        <p159:morph option="byWord"/>
      </p:transition>
    </mc:Choice>
    <mc:Fallback>
      <p:transition spd="slow" advClick="0" advTm="100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1000">
        <p159:morph option="byWord"/>
      </p:transition>
    </mc:Choice>
    <mc:Fallback>
      <p:transition spd="slow" advClick="0" advTm="100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1000">
        <p159:morph option="byWord"/>
      </p:transition>
    </mc:Choice>
    <mc:Fallback>
      <p:transition spd="slow" advClick="0" advTm="100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1000">
        <p159:morph option="byWord"/>
      </p:transition>
    </mc:Choice>
    <mc:Fallback>
      <p:transition spd="slow" advClick="0" advTm="100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1000">
        <p159:morph option="byWord"/>
      </p:transition>
    </mc:Choice>
    <mc:Fallback>
      <p:transition spd="slow" advClick="0" advTm="100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1000">
        <p159:morph option="byWord"/>
      </p:transition>
    </mc:Choice>
    <mc:Fallback>
      <p:transition spd="slow" advClick="0" advTm="1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1000">
        <p159:morph option="byWord"/>
      </p:transition>
    </mc:Choice>
    <mc:Fallback>
      <p:transition spd="slow" advClick="0" advTm="1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1000">
        <p159:morph option="byWord"/>
      </p:transition>
    </mc:Choice>
    <mc:Fallback>
      <p:transition spd="slow" advClick="0" advTm="1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1000">
        <p159:morph option="byWord"/>
      </p:transition>
    </mc:Choice>
    <mc:Fallback>
      <p:transition spd="slow" advClick="0" advTm="1000">
        <p:fade/>
      </p:transition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6.xml"/><Relationship Id="rId2" Type="http://schemas.openxmlformats.org/officeDocument/2006/relationships/tags" Target="../tags/tag65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3970" y="-11430"/>
            <a:ext cx="12204000" cy="6876000"/>
          </a:xfrm>
          <a:prstGeom prst="rect">
            <a:avLst/>
          </a:prstGeom>
          <a:solidFill>
            <a:schemeClr val="tx1">
              <a:alpha val="36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6032500" y="1359535"/>
            <a:ext cx="5394325" cy="45548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914400" fontAlgn="auto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val="200" checksum="797548545"/>
                </a:ext>
              </a:extLst>
            </a:pPr>
            <a:r>
              <a:rPr lang="zh-CN" altLang="en-US" sz="3600">
                <a:solidFill>
                  <a:schemeClr val="bg2"/>
                </a:solidFill>
                <a:latin typeface="仿宋" panose="02010609060101010101" charset="-122"/>
                <a:ea typeface="仿宋" panose="02010609060101010101" charset="-122"/>
              </a:rPr>
              <a:t>天边的夕阳像打翻的调色盘，把云朵染成橙红、绯紫与金黄，连时光都慢了下来。</a:t>
            </a:r>
            <a:endParaRPr lang="zh-CN" altLang="en-US" sz="3600">
              <a:solidFill>
                <a:schemeClr val="bg2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5" name="六边形 4"/>
          <p:cNvSpPr/>
          <p:nvPr/>
        </p:nvSpPr>
        <p:spPr>
          <a:xfrm>
            <a:off x="619125" y="1606550"/>
            <a:ext cx="4788000" cy="3996055"/>
          </a:xfrm>
          <a:prstGeom prst="hexagon">
            <a:avLst/>
          </a:prstGeom>
          <a:noFill/>
          <a:ln>
            <a:solidFill>
              <a:schemeClr val="bg1"/>
            </a:solidFill>
          </a:ln>
          <a:effectLst>
            <a:innerShdw blurRad="444500" dist="50800" dir="8100000">
              <a:prstClr val="black">
                <a:alpha val="60000"/>
              </a:prstClr>
            </a:inn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 useBgFill="1">
        <p:nvSpPr>
          <p:cNvPr id="6" name="六边形 5"/>
          <p:cNvSpPr/>
          <p:nvPr/>
        </p:nvSpPr>
        <p:spPr>
          <a:xfrm>
            <a:off x="991870" y="2008505"/>
            <a:ext cx="4068000" cy="3276000"/>
          </a:xfrm>
          <a:prstGeom prst="hexagon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>
            <p:custDataLst>
              <p:tags r:id="rId2"/>
            </p:custDataLst>
          </p:nvPr>
        </p:nvSpPr>
        <p:spPr>
          <a:xfrm>
            <a:off x="6032500" y="7343775"/>
            <a:ext cx="5394325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914400" fontAlgn="auto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val="200" checksum="797548545"/>
                </a:ext>
              </a:extLst>
            </a:pPr>
            <a:r>
              <a:rPr lang="zh-CN" altLang="en-US" sz="3600">
                <a:solidFill>
                  <a:schemeClr val="bg2"/>
                </a:solidFill>
                <a:latin typeface="仿宋" panose="02010609060101010101" charset="-122"/>
                <a:ea typeface="仿宋" panose="02010609060101010101" charset="-122"/>
              </a:rPr>
              <a:t>天空中的云彩，轻盈得仿佛是大自然的羽毛，带着诗意的浪漫，让人心生向往。</a:t>
            </a:r>
            <a:endParaRPr lang="zh-CN" altLang="en-US" sz="3600">
              <a:solidFill>
                <a:schemeClr val="bg2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3" name="标题 2"/>
          <p:cNvSpPr/>
          <p:nvPr>
            <p:ph type="title"/>
          </p:nvPr>
        </p:nvSpPr>
        <p:spPr>
          <a:xfrm>
            <a:off x="1790065" y="1748155"/>
            <a:ext cx="2434590" cy="3731260"/>
          </a:xfrm>
        </p:spPr>
        <p:txBody>
          <a:bodyPr>
            <a:noAutofit/>
          </a:bodyPr>
          <a:p>
            <a:pPr algn="ctr"/>
            <a:r>
              <a:rPr lang="zh-CN" altLang="en-US" sz="116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</a:rPr>
              <a:t>夕阳</a:t>
            </a:r>
            <a:endParaRPr lang="zh-CN" altLang="en-US" sz="116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Click="0" advTm="1000">
        <p:wipe dir="d"/>
      </p:transition>
    </mc:Choice>
    <mc:Fallback>
      <p:transition spd="slow" advClick="0" advTm="1000">
        <p:wipe dir="d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3970" y="-11430"/>
            <a:ext cx="12204000" cy="6876000"/>
          </a:xfrm>
          <a:prstGeom prst="rect">
            <a:avLst/>
          </a:prstGeom>
          <a:solidFill>
            <a:schemeClr val="tx1">
              <a:alpha val="36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6032500" y="1359535"/>
            <a:ext cx="5394325" cy="45548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914400" fontAlgn="auto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val="200" checksum="797548545"/>
                </a:ext>
              </a:extLst>
            </a:pPr>
            <a:r>
              <a:rPr lang="zh-CN" altLang="en-US" sz="3600">
                <a:solidFill>
                  <a:schemeClr val="bg2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天空中的云彩，轻盈得仿佛是大自然的羽毛，带着诗意的浪漫，让人心生向往。</a:t>
            </a:r>
            <a:endParaRPr lang="zh-CN" altLang="en-US" sz="3600">
              <a:solidFill>
                <a:schemeClr val="bg2"/>
              </a:solidFill>
              <a:latin typeface="仿宋" panose="02010609060101010101" charset="-122"/>
              <a:ea typeface="仿宋" panose="02010609060101010101" charset="-122"/>
              <a:sym typeface="+mn-ea"/>
            </a:endParaRPr>
          </a:p>
        </p:txBody>
      </p:sp>
      <p:sp>
        <p:nvSpPr>
          <p:cNvPr id="5" name="六边形 4"/>
          <p:cNvSpPr/>
          <p:nvPr/>
        </p:nvSpPr>
        <p:spPr>
          <a:xfrm rot="5400000">
            <a:off x="619125" y="1606550"/>
            <a:ext cx="4788000" cy="3996055"/>
          </a:xfrm>
          <a:prstGeom prst="hexagon">
            <a:avLst/>
          </a:prstGeom>
          <a:noFill/>
          <a:ln>
            <a:solidFill>
              <a:schemeClr val="bg1"/>
            </a:solidFill>
          </a:ln>
          <a:effectLst>
            <a:innerShdw blurRad="444500" dist="50800" dir="8100000">
              <a:prstClr val="black">
                <a:alpha val="60000"/>
              </a:prstClr>
            </a:inn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 useBgFill="1">
        <p:nvSpPr>
          <p:cNvPr id="6" name="六边形 5"/>
          <p:cNvSpPr/>
          <p:nvPr/>
        </p:nvSpPr>
        <p:spPr>
          <a:xfrm rot="16200000">
            <a:off x="991870" y="2008505"/>
            <a:ext cx="4068000" cy="3276000"/>
          </a:xfrm>
          <a:prstGeom prst="hexagon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标题 2"/>
          <p:cNvSpPr/>
          <p:nvPr>
            <p:ph type="title"/>
          </p:nvPr>
        </p:nvSpPr>
        <p:spPr>
          <a:xfrm>
            <a:off x="1790065" y="1748155"/>
            <a:ext cx="2434590" cy="3731260"/>
          </a:xfrm>
        </p:spPr>
        <p:txBody>
          <a:bodyPr>
            <a:noAutofit/>
          </a:bodyPr>
          <a:p>
            <a:pPr algn="ctr"/>
            <a:r>
              <a:rPr lang="zh-CN" altLang="en-US" sz="116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</a:rPr>
              <a:t>云彩</a:t>
            </a:r>
            <a:endParaRPr lang="zh-CN" altLang="en-US" sz="116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032810" y="-5515610"/>
            <a:ext cx="5394325" cy="45548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914400" fontAlgn="auto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val="200" checksum="797548545"/>
                </a:ext>
              </a:extLst>
            </a:pPr>
            <a:r>
              <a:rPr lang="zh-CN" altLang="en-US" sz="3600">
                <a:solidFill>
                  <a:schemeClr val="bg2"/>
                </a:solidFill>
                <a:latin typeface="仿宋" panose="02010609060101010101" charset="-122"/>
                <a:ea typeface="仿宋" panose="02010609060101010101" charset="-122"/>
              </a:rPr>
              <a:t>天边的夕阳像打翻的调色盘，把云朵染成橙红、绯紫与金黄，连时光都慢了下来。</a:t>
            </a:r>
            <a:endParaRPr lang="zh-CN" altLang="en-US" sz="3600">
              <a:solidFill>
                <a:schemeClr val="bg2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500" advClick="0" advTm="1000">
        <p159:morph option="byObject"/>
      </p:transition>
    </mc:Choice>
    <mc:Fallback>
      <p:transition spd="slow" advClick="0" advTm="1000">
        <p:fade/>
      </p:transition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COMMONDATA" val="eyJoZGlkIjoiNzFlMGY3OGRmZGU1YjQ0MmVmN2U4Yjg3M2ZkYWM1ZjI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146</Words>
  <Application>WPS 演示</Application>
  <PresentationFormat>宽屏</PresentationFormat>
  <Paragraphs>12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2" baseType="lpstr">
      <vt:lpstr>Arial</vt:lpstr>
      <vt:lpstr>宋体</vt:lpstr>
      <vt:lpstr>Wingdings</vt:lpstr>
      <vt:lpstr>Wingdings</vt:lpstr>
      <vt:lpstr>仿宋</vt:lpstr>
      <vt:lpstr>楷体</vt:lpstr>
      <vt:lpstr>微软雅黑</vt:lpstr>
      <vt:lpstr>Arial Unicode MS</vt:lpstr>
      <vt:lpstr>Calibri</vt:lpstr>
      <vt:lpstr>WPS</vt:lpstr>
      <vt:lpstr>夕阳</vt:lpstr>
      <vt:lpstr>云彩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qzuser</cp:lastModifiedBy>
  <cp:revision>159</cp:revision>
  <dcterms:created xsi:type="dcterms:W3CDTF">2019-06-19T02:08:00Z</dcterms:created>
  <dcterms:modified xsi:type="dcterms:W3CDTF">2025-05-15T01:14:28Z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ICV">
    <vt:lpwstr>E085ECDC67174FF3AD1B7AB3C4E4C023_11</vt:lpwstr>
  </property>
</Properties>
</file>