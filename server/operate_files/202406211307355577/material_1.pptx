
<file path=[Content_Types].xml><?xml version="1.0" encoding="utf-8"?>
<Types xmlns="http://schemas.openxmlformats.org/package/2006/content-types">
  <Default Extension="wav" ContentType="audio/x-wav"/>
  <Default Extension="jpeg" ContentType="image/jpeg"/>
  <Default Extension="JPG" ContentType="image/.jpg"/>
  <Default Extension="png" ContentType="image/png"/>
  <Default Extension="mp3" ContentType="audio/mp3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>
    <p:present/>
    <p:sldRg st="1" end="5"/>
  </p:showPr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gs" Target="tags/tag7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7" Type="http://schemas.openxmlformats.org/officeDocument/2006/relationships/audio" Target="../media/audio1.wav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7" Type="http://schemas.openxmlformats.org/officeDocument/2006/relationships/audio" Target="../media/audio1.wav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7" Type="http://schemas.openxmlformats.org/officeDocument/2006/relationships/audio" Target="../media/audio1.wav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audio" Target="../media/audio1.wav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0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6" Type="http://schemas.openxmlformats.org/officeDocument/2006/relationships/audio" Target="../media/audio1.wav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audio" Target="../media/audio1.wav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audio" Target="../media/audio1.wav"/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7" Type="http://schemas.openxmlformats.org/officeDocument/2006/relationships/audio" Target="../media/audio1.wav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audio" Target="../media/audio1.wav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7" Type="http://schemas.openxmlformats.org/officeDocument/2006/relationships/audio" Target="../media/audio1.wav"/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wipe dir="r"/>
        <p:sndAc>
          <p:stSnd>
            <p:snd r:embed="rId7" name="wind.wav"/>
          </p:stSnd>
        </p:sndAc>
      </p:transition>
    </mc:Choice>
    <mc:Fallback>
      <p:transition spd="slow">
        <p:wipe dir="r"/>
        <p:sndAc>
          <p:stSnd>
            <p:snd r:embed="rId7" name="wind.wav"/>
          </p:stSnd>
        </p:sndAc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wipe dir="r"/>
        <p:sndAc>
          <p:stSnd>
            <p:snd r:embed="rId7" name="wind.wav"/>
          </p:stSnd>
        </p:sndAc>
      </p:transition>
    </mc:Choice>
    <mc:Fallback>
      <p:transition spd="slow">
        <p:wipe dir="r"/>
        <p:sndAc>
          <p:stSnd>
            <p:snd r:embed="rId7" name="wind.wav"/>
          </p:stSnd>
        </p:sndAc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wipe dir="r"/>
        <p:sndAc>
          <p:stSnd>
            <p:snd r:embed="rId7" name="wind.wav"/>
          </p:stSnd>
        </p:sndAc>
      </p:transition>
    </mc:Choice>
    <mc:Fallback>
      <p:transition spd="slow">
        <p:wipe dir="r"/>
        <p:sndAc>
          <p:stSnd>
            <p:snd r:embed="rId7" name="wind.wav"/>
          </p:stSnd>
        </p:sndAc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wipe dir="r"/>
        <p:sndAc>
          <p:stSnd>
            <p:snd r:embed="rId8" name="wind.wav"/>
          </p:stSnd>
        </p:sndAc>
      </p:transition>
    </mc:Choice>
    <mc:Fallback>
      <p:transition spd="slow">
        <p:wipe dir="r"/>
        <p:sndAc>
          <p:stSnd>
            <p:snd r:embed="rId8" name="wind.wav"/>
          </p:stSnd>
        </p:sndAc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wipe dir="r"/>
        <p:sndAc>
          <p:stSnd>
            <p:snd r:embed="rId10" name="wind.wav"/>
          </p:stSnd>
        </p:sndAc>
      </p:transition>
    </mc:Choice>
    <mc:Fallback>
      <p:transition spd="slow">
        <p:wipe dir="r"/>
        <p:sndAc>
          <p:stSnd>
            <p:snd r:embed="rId10" name="wind.wav"/>
          </p:stSnd>
        </p:sndAc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wipe dir="r"/>
        <p:sndAc>
          <p:stSnd>
            <p:snd r:embed="rId6" name="wind.wav"/>
          </p:stSnd>
        </p:sndAc>
      </p:transition>
    </mc:Choice>
    <mc:Fallback>
      <p:transition spd="slow">
        <p:wipe dir="r"/>
        <p:sndAc>
          <p:stSnd>
            <p:snd r:embed="rId6" name="wind.wav"/>
          </p:stSnd>
        </p:sndAc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wipe dir="r"/>
        <p:sndAc>
          <p:stSnd>
            <p:snd r:embed="rId5" name="wind.wav"/>
          </p:stSnd>
        </p:sndAc>
      </p:transition>
    </mc:Choice>
    <mc:Fallback>
      <p:transition spd="slow">
        <p:wipe dir="r"/>
        <p:sndAc>
          <p:stSnd>
            <p:snd r:embed="rId5" name="wind.wav"/>
          </p:stSnd>
        </p:sndAc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wipe dir="r"/>
        <p:sndAc>
          <p:stSnd>
            <p:snd r:embed="rId8" name="wind.wav"/>
          </p:stSnd>
        </p:sndAc>
      </p:transition>
    </mc:Choice>
    <mc:Fallback>
      <p:transition spd="slow">
        <p:wipe dir="r"/>
        <p:sndAc>
          <p:stSnd>
            <p:snd r:embed="rId8" name="wind.wav"/>
          </p:stSnd>
        </p:sndAc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wipe dir="r"/>
        <p:sndAc>
          <p:stSnd>
            <p:snd r:embed="rId7" name="wind.wav"/>
          </p:stSnd>
        </p:sndAc>
      </p:transition>
    </mc:Choice>
    <mc:Fallback>
      <p:transition spd="slow">
        <p:wipe dir="r"/>
        <p:sndAc>
          <p:stSnd>
            <p:snd r:embed="rId7" name="wind.wav"/>
          </p:stSnd>
        </p:sndAc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wipe dir="r"/>
        <p:sndAc>
          <p:stSnd>
            <p:snd r:embed="rId6" name="wind.wav"/>
          </p:stSnd>
        </p:sndAc>
      </p:transition>
    </mc:Choice>
    <mc:Fallback>
      <p:transition spd="slow">
        <p:wipe dir="r"/>
        <p:sndAc>
          <p:stSnd>
            <p:snd r:embed="rId6" name="wind.wav"/>
          </p:stSnd>
        </p:sndAc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wipe dir="r"/>
        <p:sndAc>
          <p:stSnd>
            <p:snd r:embed="rId7" name="wind.wav"/>
          </p:stSnd>
        </p:sndAc>
      </p:transition>
    </mc:Choice>
    <mc:Fallback>
      <p:transition spd="slow">
        <p:wipe dir="r"/>
        <p:sndAc>
          <p:stSnd>
            <p:snd r:embed="rId7" name="wind.wav"/>
          </p:stSnd>
        </p:sndAc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audio" Target="../media/audio1.wav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2000">
        <p:wipe dir="r"/>
        <p:sndAc>
          <p:stSnd>
            <p:snd r:embed="rId18" name="wind.wav"/>
          </p:stSnd>
        </p:sndAc>
      </p:transition>
    </mc:Choice>
    <mc:Fallback>
      <p:transition spd="slow">
        <p:wipe dir="r"/>
        <p:sndAc>
          <p:stSnd>
            <p:snd r:embed="rId18" name="wind.wav"/>
          </p:stSnd>
        </p:sndAc>
      </p:transition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audio" Target="../media/audio1.wav"/><Relationship Id="rId7" Type="http://schemas.openxmlformats.org/officeDocument/2006/relationships/tags" Target="../tags/tag65.xml"/><Relationship Id="rId6" Type="http://schemas.openxmlformats.org/officeDocument/2006/relationships/image" Target="../media/image2.png"/><Relationship Id="rId5" Type="http://schemas.microsoft.com/office/2007/relationships/media" Target="../media/media1.mp3"/><Relationship Id="rId4" Type="http://schemas.openxmlformats.org/officeDocument/2006/relationships/audio" Target="../media/media1.mp3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0" Type="http://schemas.openxmlformats.org/officeDocument/2006/relationships/notesSlide" Target="../notesSlides/notesSlide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audio" Target="../media/audio1.wav"/><Relationship Id="rId6" Type="http://schemas.openxmlformats.org/officeDocument/2006/relationships/tags" Target="../tags/tag66.xml"/><Relationship Id="rId5" Type="http://schemas.openxmlformats.org/officeDocument/2006/relationships/image" Target="../media/image3.jpeg"/><Relationship Id="rId4" Type="http://schemas.openxmlformats.org/officeDocument/2006/relationships/slide" Target="slide6.xml"/><Relationship Id="rId3" Type="http://schemas.openxmlformats.org/officeDocument/2006/relationships/slide" Target="slide5.xml"/><Relationship Id="rId2" Type="http://schemas.openxmlformats.org/officeDocument/2006/relationships/slide" Target="slide4.xml"/><Relationship Id="rId1" Type="http://schemas.openxmlformats.org/officeDocument/2006/relationships/slide" Target="slide3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audio" Target="../media/audio1.wav"/><Relationship Id="rId2" Type="http://schemas.openxmlformats.org/officeDocument/2006/relationships/tags" Target="../tags/tag67.xml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audio" Target="../media/audio1.wav"/><Relationship Id="rId2" Type="http://schemas.openxmlformats.org/officeDocument/2006/relationships/tags" Target="../tags/tag68.xml"/><Relationship Id="rId1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audio" Target="../media/audio1.wav"/><Relationship Id="rId2" Type="http://schemas.openxmlformats.org/officeDocument/2006/relationships/tags" Target="../tags/tag69.xml"/><Relationship Id="rId1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audio" Target="../media/audio1.wav"/><Relationship Id="rId2" Type="http://schemas.openxmlformats.org/officeDocument/2006/relationships/tags" Target="../tags/tag70.xml"/><Relationship Id="rId1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/>
        <p:txBody>
          <a:bodyPr anchor="ctr" anchorCtr="0"/>
          <a:p>
            <a:pPr algn="dist"/>
            <a:r>
              <a:rPr lang="zh-CN" altLang="zh-CN" sz="9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charset="-122"/>
                <a:ea typeface="楷体" panose="02010609060101010101" charset="-122"/>
              </a:rPr>
              <a:t>湖北武汉</a:t>
            </a:r>
            <a:endParaRPr lang="zh-CN" altLang="zh-CN" sz="96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/>
        <p:txBody>
          <a:bodyPr/>
          <a:p>
            <a:r>
              <a:rPr lang="zh-CN" altLang="en-US" sz="3600" b="1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</a:rPr>
              <a:t>武汉，每天都不一样！</a:t>
            </a:r>
            <a:endParaRPr lang="zh-CN" altLang="en-US" sz="3600" b="1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pic>
        <p:nvPicPr>
          <p:cNvPr id="6" name="素材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29665" y="372110"/>
            <a:ext cx="720000" cy="720000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wipe dir="r"/>
        <p:sndAc>
          <p:stSnd>
            <p:snd r:embed="rId8" name="wind.wav"/>
          </p:stSnd>
        </p:sndAc>
      </p:transition>
    </mc:Choice>
    <mc:Fallback>
      <p:transition spd="slow">
        <p:wipe dir="r"/>
        <p:sndAc>
          <p:stSnd>
            <p:snd r:embed="rId8" name="wind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2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399"/>
                            </p:stCondLst>
                            <p:childTnLst>
                              <p:par>
                                <p:cTn id="10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11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numSld="5" showWhenStopped="0">
                <p:cTn id="12" repeatCount="indefinite" fill="remove" display="1">
                  <p:stCondLst>
                    <p:cond delay="indefinite"/>
                  </p:stCondLst>
                  <p:endCondLst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  <p:bldLst>
      <p:bldP spid="3" grpId="0" bldLvl="5" build="p"/>
      <p:bldP spid="3" grpI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5436235" y="1830705"/>
            <a:ext cx="6096000" cy="33705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4000">
                <a:hlinkClick r:id="rId1" action="ppaction://hlinksldjump"/>
              </a:rPr>
              <a:t>武汉简介</a:t>
            </a:r>
            <a:endParaRPr lang="zh-CN" altLang="en-US" sz="4000"/>
          </a:p>
          <a:p>
            <a:r>
              <a:rPr lang="zh-CN" altLang="en-US" sz="4000">
                <a:hlinkClick r:id="rId2" action="ppaction://hlinksldjump"/>
              </a:rPr>
              <a:t>武汉景点</a:t>
            </a:r>
            <a:endParaRPr lang="zh-CN" altLang="en-US" sz="4000"/>
          </a:p>
          <a:p>
            <a:r>
              <a:rPr lang="zh-CN" altLang="en-US" sz="4000">
                <a:hlinkClick r:id="rId3" action="ppaction://hlinksldjump"/>
              </a:rPr>
              <a:t>武汉美食</a:t>
            </a:r>
            <a:endParaRPr lang="zh-CN" altLang="en-US" sz="4000"/>
          </a:p>
          <a:p>
            <a:r>
              <a:rPr lang="zh-CN" altLang="en-US" sz="4000">
                <a:hlinkClick r:id="rId4" action="ppaction://hlinksldjump"/>
              </a:rPr>
              <a:t>武汉文化</a:t>
            </a:r>
            <a:endParaRPr lang="zh-CN" altLang="en-US" sz="4000">
              <a:hlinkClick r:id="rId4" action="ppaction://hlinksldjump"/>
            </a:endParaRPr>
          </a:p>
        </p:txBody>
      </p:sp>
      <p:pic>
        <p:nvPicPr>
          <p:cNvPr id="2" name="图片 1" descr="图片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4208145" cy="685800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wipe dir="r"/>
        <p:sndAc>
          <p:stSnd>
            <p:snd r:embed="rId7" name="wind.wav"/>
          </p:stSnd>
        </p:sndAc>
      </p:transition>
    </mc:Choice>
    <mc:Fallback>
      <p:transition spd="slow">
        <p:wipe dir="r"/>
        <p:sndAc>
          <p:stSnd>
            <p:snd r:embed="rId7" name="wind.wav"/>
          </p:stSnd>
        </p:sndAc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武汉</a:t>
            </a:r>
            <a:r>
              <a:rPr lang="zh-CN" altLang="en-US"/>
              <a:t>简介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4565015" y="1604010"/>
            <a:ext cx="6120000" cy="432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 anchor="t">
            <a:noAutofit/>
          </a:bodyPr>
          <a:p>
            <a:pPr indent="457200" fontAlgn="auto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zh-CN" altLang="en-US"/>
              <a:t>武汉，简称“汉”，别称江城，是湖北省省会，中国中部地区的中心城市，全国重要的工业基地、科教基地和综合交通枢纽，联勤保障部队机关驻地。</a:t>
            </a:r>
            <a:endParaRPr lang="zh-CN" altLang="en-US"/>
          </a:p>
          <a:p>
            <a:pPr indent="457200" fontAlgn="auto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zh-CN" altLang="en-US"/>
              <a:t>武汉地处江汉平原东部、长江中游，长江及其最大支流汉江在城中交汇，形成武昌、汉口、汉阳隔江鼎立的格局，通称武汉三镇。市内江河纵横、湖港交织，水域面积占全市总面积四分之一。</a:t>
            </a:r>
            <a:endParaRPr lang="zh-CN" altLang="en-US"/>
          </a:p>
          <a:p>
            <a:pPr indent="457200" fontAlgn="auto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zh-CN" altLang="en-US"/>
              <a:t>作为中国经济地理中心，武汉有“九省通衢”之称，是中国内陆最大的水陆空交通枢纽，亦是华中地区唯一可直航全球五大洲的城市。 </a:t>
            </a:r>
            <a:endParaRPr lang="zh-CN" altLang="en-US"/>
          </a:p>
        </p:txBody>
      </p:sp>
      <p:pic>
        <p:nvPicPr>
          <p:cNvPr id="3" name="图片 2" descr="图片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6355" y="1604010"/>
            <a:ext cx="2905125" cy="43815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wipe dir="r"/>
        <p:sndAc>
          <p:stSnd>
            <p:snd r:embed="rId3" name="wind.wav"/>
          </p:stSnd>
        </p:sndAc>
      </p:transition>
    </mc:Choice>
    <mc:Fallback>
      <p:transition spd="slow">
        <p:wipe dir="r"/>
        <p:sndAc>
          <p:stSnd>
            <p:snd r:embed="rId3" name="wind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20000"/>
                                  </p:iterate>
                                  <p:childTnLst>
                                    <p:set>
                                      <p:cBhvr>
                                        <p:cTn id="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2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0"/>
                            </p:stCondLst>
                            <p:childTnLst>
                              <p:par>
                                <p:cTn id="9" presetID="18" presetClass="entr" presetSubtype="6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20000"/>
                                  </p:iterate>
                                  <p:childTnLst>
                                    <p:set>
                                      <p:cBhvr>
                                        <p:cTn id="10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2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900"/>
                            </p:stCondLst>
                            <p:childTnLst>
                              <p:par>
                                <p:cTn id="13" presetID="18" presetClass="entr" presetSubtype="6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20000"/>
                                  </p:iterate>
                                  <p:childTnLst>
                                    <p:set>
                                      <p:cBhvr>
                                        <p:cTn id="14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2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武汉</a:t>
            </a:r>
            <a:r>
              <a:rPr lang="zh-CN" altLang="en-US"/>
              <a:t>景点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724400" y="1313815"/>
            <a:ext cx="6299200" cy="4892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406400" fontAlgn="auto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200" checksum="1740828767"/>
                </a:ext>
              </a:extLst>
            </a:pPr>
            <a:r>
              <a:rPr lang="zh-CN" altLang="en-US" sz="1600"/>
              <a:t>黄鹤楼，位于湖北省武汉市武昌区，地处蛇山之巅，濒临万里长江，为武汉市地标建筑；始建于三国吴黄武二年（223年），历代屡加重修，现存建筑以清代“同治楼”为原型设计，重建于1985年；因唐代诗人崔颢登楼所题《黄鹤楼》一诗而名扬四海。自古有“天下绝景”之美誉，与湖南岳阳岳阳楼、江西南昌滕王阁并称为“江南三大名楼”，“中国古代四大名楼”之一、“中国十大历史文化名楼”之一，世称"天下江山第一楼"。</a:t>
            </a:r>
            <a:endParaRPr lang="zh-CN" altLang="en-US" sz="1600"/>
          </a:p>
          <a:p>
            <a:pPr indent="406400" fontAlgn="auto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200" checksum="1740828767"/>
                </a:ext>
              </a:extLst>
            </a:pPr>
            <a:r>
              <a:rPr lang="zh-CN" altLang="en-US" sz="1600"/>
              <a:t>黄鹤楼主楼为四边套八边形体、钢筋混凝土框架仿木结构，通高51.4米，底层边宽30米，顶层边宽18米，飞檐五层，攒尖楼顶，顶覆金色琉璃瓦，由72根圆柱支撑，楼上有60个翘角向外伸展；楼外有铸铜黄鹤造型、胜像宝塔、牌坊、轩廊、亭阁等建筑环绕，整楼形如黄鹤，展翅欲飞，檐下四面悬挂匾额，正面悬书法家舒同题“黄鹤楼”三字金匾。 </a:t>
            </a:r>
            <a:endParaRPr lang="zh-CN" altLang="en-US" sz="1600"/>
          </a:p>
        </p:txBody>
      </p:sp>
      <p:pic>
        <p:nvPicPr>
          <p:cNvPr id="5" name="图片 4" descr="图片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0000" y="1440180"/>
            <a:ext cx="3124200" cy="4681220"/>
          </a:xfrm>
          <a:prstGeom prst="snip1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wipe dir="r"/>
        <p:sndAc>
          <p:stSnd>
            <p:snd r:embed="rId3" name="wind.wav"/>
          </p:stSnd>
        </p:sndAc>
      </p:transition>
    </mc:Choice>
    <mc:Fallback>
      <p:transition spd="slow">
        <p:wipe dir="r"/>
        <p:sndAc>
          <p:stSnd>
            <p:snd r:embed="rId3" name="wind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1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图片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7230" y="784860"/>
            <a:ext cx="6414770" cy="540829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武汉</a:t>
            </a:r>
            <a:r>
              <a:rPr lang="zh-CN" altLang="en-US"/>
              <a:t>美食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08330" y="1906270"/>
            <a:ext cx="5364480" cy="39604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457200" fontAlgn="auto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zh-CN" altLang="en-US"/>
              <a:t>热干面（Hot dry noodles）是武汉最出名的小吃之一，有多种做法，其采用碱水面，并以食油、芝麻酱、色拉油、香油、红油,细香葱、大蒜子、萝卜丁、酸豆角、卤水汁、生抽、醋等为辅助材料。热干面色泽黄而油润，味道鲜美，由于热量高，也可以当作主食，营养早餐，补充人体所需的能量。</a:t>
            </a:r>
            <a:endParaRPr lang="zh-CN" altLang="en-US"/>
          </a:p>
          <a:p>
            <a:pPr indent="457200" fontAlgn="auto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zh-CN" altLang="en-US"/>
              <a:t>热干面与山西刀削面、两广伊府面、四川担担面、郑州烩面并称为中国五大名面，是颇具特色的过早小吃。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wipe dir="r"/>
        <p:sndAc>
          <p:stSnd>
            <p:snd r:embed="rId3" name="wind.wav"/>
          </p:stSnd>
        </p:sndAc>
      </p:transition>
    </mc:Choice>
    <mc:Fallback>
      <p:transition spd="slow">
        <p:wipe dir="r"/>
        <p:sndAc>
          <p:stSnd>
            <p:snd r:embed="rId3" name="wind.wav"/>
          </p:stSnd>
        </p:sndAc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武汉</a:t>
            </a:r>
            <a:r>
              <a:rPr lang="zh-CN" altLang="en-US"/>
              <a:t>文化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659755" y="1797685"/>
            <a:ext cx="5345430" cy="3830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457200" fontAlgn="auto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zh-CN" altLang="en-US"/>
              <a:t>汉绣，湖北省民间传统美术，国家级非物质文化遗产之一。</a:t>
            </a:r>
            <a:endParaRPr lang="zh-CN" altLang="en-US"/>
          </a:p>
          <a:p>
            <a:pPr indent="457200" fontAlgn="auto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zh-CN" altLang="en-US"/>
              <a:t>汉绣是流行于湖北省荆沙、武汉、洪湖一带的传统刺绣艺术，据史书记载，它始于汉，兴于唐而盛于清。作为古楚之地，武汉地区特殊的地理环境为汉绣的发展提供了文化土壤。石首市绣林镇、洪湖市峰口镇一带的绣花堤和汉口的绣花街等皆因刺绣集中而得名。汉绣构思大胆，色彩浓艳，画面丰满，装饰性强，处处流露出楚风遗韵。</a:t>
            </a:r>
            <a:endParaRPr lang="zh-CN" altLang="en-US"/>
          </a:p>
        </p:txBody>
      </p:sp>
      <p:pic>
        <p:nvPicPr>
          <p:cNvPr id="6" name="图片 5" descr="图片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" y="2080260"/>
            <a:ext cx="4363085" cy="312166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wipe dir="r"/>
        <p:sndAc>
          <p:stSnd>
            <p:snd r:embed="rId3" name="wind.wav"/>
          </p:stSnd>
        </p:sndAc>
      </p:transition>
    </mc:Choice>
    <mc:Fallback>
      <p:transition spd="slow">
        <p:wipe dir="r"/>
        <p:sndAc>
          <p:stSnd>
            <p:snd r:embed="rId3" name="wind.wav"/>
          </p:stSnd>
        </p:sndAc>
      </p:transition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ID" val="custom20205081_1*b*1"/>
  <p:tag name="KSO_WM_TEMPLATE_CATEGORY" val="custom"/>
  <p:tag name="KSO_WM_TEMPLATE_INDEX" val="20205081"/>
  <p:tag name="KSO_WM_UNIT_LAYERLEVEL" val="1"/>
  <p:tag name="KSO_WM_TAG_VERSION" val="1.0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commondata" val="eyJoZGlkIjoiNjQwNzdkNTI0ZmEyODlhNmVjYjU4ZGU0YTBmMWRhMTcifQ=="/>
  <p:tag name="COMMONDATA" val="eyJoZGlkIjoiNTU3MTZlNzg4NGU0NTE5MjdjM2FjMTc0NmQ4ZGYyMmM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970</Words>
  <Application>WPS 演示</Application>
  <PresentationFormat>宽屏</PresentationFormat>
  <Paragraphs>30</Paragraphs>
  <Slides>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5" baseType="lpstr">
      <vt:lpstr>Arial</vt:lpstr>
      <vt:lpstr>宋体</vt:lpstr>
      <vt:lpstr>Wingdings</vt:lpstr>
      <vt:lpstr>Wingdings</vt:lpstr>
      <vt:lpstr>楷体</vt:lpstr>
      <vt:lpstr>微软雅黑</vt:lpstr>
      <vt:lpstr>Arial Unicode MS</vt:lpstr>
      <vt:lpstr>Calibri</vt:lpstr>
      <vt:lpstr>WPS</vt:lpstr>
      <vt:lpstr>湖北武汉</vt:lpstr>
      <vt:lpstr>PowerPoint 演示文稿</vt:lpstr>
      <vt:lpstr>武汉简介</vt:lpstr>
      <vt:lpstr>武汉景点</vt:lpstr>
      <vt:lpstr>武汉美食</vt:lpstr>
      <vt:lpstr>武汉文化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湖北技能高考-陈欢</cp:lastModifiedBy>
  <cp:revision>168</cp:revision>
  <dcterms:created xsi:type="dcterms:W3CDTF">2019-06-19T02:08:00Z</dcterms:created>
  <dcterms:modified xsi:type="dcterms:W3CDTF">2025-06-13T00:58:02Z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ICV">
    <vt:lpwstr>13057B9A248948E0AA8F8C43BEA789C4_11</vt:lpwstr>
  </property>
</Properties>
</file>