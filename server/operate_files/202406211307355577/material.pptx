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64" r:id="rId7"/>
    <p:sldId id="265" r:id="rId8"/>
    <p:sldId id="266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 anchor="ctr" anchorCtr="0"/>
          <a:p>
            <a:pPr algn="l"/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315585" y="1731645"/>
            <a:ext cx="6096000" cy="3645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4000"/>
              <a:t>武汉简介</a:t>
            </a:r>
            <a:endParaRPr lang="zh-CN" altLang="en-US" sz="4000"/>
          </a:p>
          <a:p>
            <a:r>
              <a:rPr lang="zh-CN" altLang="en-US" sz="4000"/>
              <a:t>武汉景点</a:t>
            </a:r>
            <a:endParaRPr lang="zh-CN" altLang="en-US" sz="4000"/>
          </a:p>
          <a:p>
            <a:r>
              <a:rPr lang="zh-CN" altLang="en-US" sz="4000"/>
              <a:t>武汉美食</a:t>
            </a:r>
            <a:endParaRPr lang="zh-CN" altLang="en-US" sz="4000"/>
          </a:p>
          <a:p>
            <a:r>
              <a:rPr lang="zh-CN" altLang="en-US" sz="4000"/>
              <a:t>武汉文化</a:t>
            </a:r>
            <a:endParaRPr lang="zh-CN" altLang="en-US" sz="4000"/>
          </a:p>
        </p:txBody>
      </p:sp>
      <p:pic>
        <p:nvPicPr>
          <p:cNvPr id="2" name="图片 1" descr="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814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武汉</a:t>
            </a:r>
            <a:r>
              <a:rPr lang="zh-CN" altLang="en-US"/>
              <a:t>简介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65015" y="1604010"/>
            <a:ext cx="6096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武汉，简称“汉”，别称江城，是湖北省省会，中国中部地区的中心城市，全国重要的工业基地、科教基地和综合交通枢纽，联勤保障部队机关驻地。</a:t>
            </a:r>
            <a:endParaRPr lang="zh-CN" altLang="en-US"/>
          </a:p>
          <a:p>
            <a:r>
              <a:rPr lang="zh-CN" altLang="en-US"/>
              <a:t>武汉地处江汉平原东部、长江中游，长江及其最大支流汉江在城中交汇，形成武昌、汉口、汉阳隔江鼎立的格局，通称武汉三镇。市内江河纵横、湖港交织，水域面积占全市总面积四分之一。</a:t>
            </a:r>
            <a:endParaRPr lang="zh-CN" altLang="en-US"/>
          </a:p>
          <a:p>
            <a:r>
              <a:rPr lang="zh-CN" altLang="en-US"/>
              <a:t>作为中国经济地理中心，武汉有“九省通衢”之称，是中国内陆最大的水陆空交通枢纽，亦是华中地区唯一可直航全球五大洲的城市。 </a:t>
            </a:r>
            <a:endParaRPr lang="zh-CN" altLang="en-US"/>
          </a:p>
        </p:txBody>
      </p:sp>
      <p:pic>
        <p:nvPicPr>
          <p:cNvPr id="3" name="图片 2" descr="图片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235" y="1604010"/>
            <a:ext cx="2905125" cy="4381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武汉</a:t>
            </a:r>
            <a:r>
              <a:rPr lang="zh-CN" altLang="en-US"/>
              <a:t>景点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724400" y="1313815"/>
            <a:ext cx="629920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064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/>
              <a:t>黄鹤楼，位于湖北省武汉市武昌区，地处蛇山之巅，濒临万里长江，为武汉市地标建筑；始建于三国吴黄武二年（223年），历代屡加重修，现存建筑以清代“同治楼”为原型设计，重建于1985年；因唐代诗人崔颢登楼所题《黄鹤楼》一诗而名扬四海。自古有“天下绝景”之美誉，与湖南岳阳岳阳楼、江西南昌滕王阁并称为“江南三大名楼”，“中国古代四大名楼”之一、“中国十大历史文化名楼”之一，世称"天下江山第一楼"。</a:t>
            </a:r>
            <a:endParaRPr lang="zh-CN" altLang="en-US" sz="1600"/>
          </a:p>
          <a:p>
            <a:pPr indent="4064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/>
              <a:t>黄鹤楼主楼为四边套八边形体、钢筋混凝土框架仿木结构，通高51.4米，底层边宽30米，顶层边宽18米，飞檐五层，攒尖楼顶，顶覆金色琉璃瓦，由72根圆柱支撑，楼上有60个翘角向外伸展；楼外有铸铜黄鹤造型、胜像宝塔、牌坊、轩廊、亭阁等建筑环绕，整楼形如黄鹤，展翅欲飞，檐下四面悬挂匾额，正面悬书法家舒同题“黄鹤楼”三字金匾。 </a:t>
            </a:r>
            <a:endParaRPr lang="zh-CN" altLang="en-US" sz="1600"/>
          </a:p>
        </p:txBody>
      </p:sp>
      <p:pic>
        <p:nvPicPr>
          <p:cNvPr id="5" name="图片 4" descr="图片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4577080" cy="68586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图片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7230" y="784860"/>
            <a:ext cx="6414770" cy="54082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武汉</a:t>
            </a:r>
            <a:r>
              <a:rPr lang="zh-CN" altLang="en-US"/>
              <a:t>美食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8330" y="1906270"/>
            <a:ext cx="5364480" cy="3960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热干面（Hot dry noodles）是武汉最出名的小吃之一，有多种做法，其采用碱水面，并以食油、芝麻酱、色拉油、香油、红油,细香葱、大蒜子、萝卜丁、酸豆角、卤水汁、生抽、醋等为辅助材料。热干面色泽黄而油润，味道鲜美，由于热量高，也可以当作主食，营养早餐，补充人体所需的能量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热干面与山西刀削面、两广伊府面、四川担担面、郑州烩面并称为中国五大名面，是颇具特色的过早小吃。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武汉</a:t>
            </a:r>
            <a:r>
              <a:rPr lang="zh-CN" altLang="en-US"/>
              <a:t>文化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659755" y="1797685"/>
            <a:ext cx="5345430" cy="3830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汉绣，湖北省民间传统美术，国家级非物质文化遗产之一。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汉绣是流行于湖北省荆沙、武汉、洪湖一带的传统刺绣艺术，据史书记载，它始于汉，兴于唐而盛于清。作为古楚之地，武汉地区特殊的地理环境为汉绣的发展提供了文化土壤。石首市绣林镇、洪湖市峰口镇一带的绣花堤和汉口的绣花街等皆因刺绣集中而得名。汉绣构思大胆，色彩浓艳，画面丰满，装饰性强，处处流露出楚风遗韵。</a:t>
            </a:r>
            <a:endParaRPr lang="zh-CN" altLang="en-US"/>
          </a:p>
        </p:txBody>
      </p:sp>
      <p:pic>
        <p:nvPicPr>
          <p:cNvPr id="6" name="图片 5" descr="图片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080260"/>
            <a:ext cx="4363085" cy="31216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commondata" val="eyJoZGlkIjoiNzQwM2JlZjhkOGIxYWYxYzhkYTNhNzkyZWY2YzA1OTEifQ=="/>
  <p:tag name="COMMONDATA" val="eyJoZGlkIjoiNTU3MTZlNzg4NGU0NTE5MjdjM2FjMTc0NmQ4ZGYyM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956</Words>
  <Application>WPS 演示</Application>
  <PresentationFormat>宽屏</PresentationFormat>
  <Paragraphs>26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湖北武汉</vt:lpstr>
      <vt:lpstr>PowerPoint 演示文稿</vt:lpstr>
      <vt:lpstr>武汉简介</vt:lpstr>
      <vt:lpstr>武汉景点</vt:lpstr>
      <vt:lpstr>武汉美食</vt:lpstr>
      <vt:lpstr>武汉文化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mm</cp:lastModifiedBy>
  <cp:revision>165</cp:revision>
  <dcterms:created xsi:type="dcterms:W3CDTF">2019-06-19T02:08:00Z</dcterms:created>
  <dcterms:modified xsi:type="dcterms:W3CDTF">2024-06-19T09:26:41Z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13057B9A248948E0AA8F8C43BEA789C4_11</vt:lpwstr>
  </property>
</Properties>
</file>