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7" r:id="rId3"/>
    <p:sldId id="256" r:id="rId4"/>
    <p:sldId id="258" r:id="rId5"/>
  </p:sldIdLst>
  <p:sldSz cx="9144000" cy="6858000" type="screen4x3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kiosk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82" d="100"/>
          <a:sy n="82" d="100"/>
        </p:scale>
        <p:origin x="-1522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6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image" Target="../media/image1.png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 bwMode="auto"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143001" y="2032001"/>
            <a:ext cx="6858000" cy="1396630"/>
          </a:xfrm>
        </p:spPr>
        <p:txBody>
          <a:bodyPr rIns="25400" anchor="b">
            <a:noAutofit/>
          </a:bodyPr>
          <a:lstStyle>
            <a:lvl1pPr algn="ctr">
              <a:defRPr sz="4800" spc="600">
                <a:solidFill>
                  <a:schemeClr val="bg1"/>
                </a:solidFill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1143001" y="3587404"/>
            <a:ext cx="6858000" cy="1021031"/>
          </a:xfrm>
        </p:spPr>
        <p:txBody>
          <a:bodyPr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200" normalizeH="0" baseline="0">
                <a:solidFill>
                  <a:schemeClr val="bg1"/>
                </a:solidFill>
                <a:uFillTx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buFontTx/>
              <a:buNone/>
              <a:defRPr noProof="0" dirty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/>
              <a:t>龟兔赛跑</a:t>
            </a:r>
            <a:endParaRPr lang="zh-CN" altLang="en-US"/>
          </a:p>
        </p:txBody>
      </p:sp>
      <p:sp>
        <p:nvSpPr>
          <p:cNvPr id="6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strips dir="ld"/>
  </p:transition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2412" y="952508"/>
            <a:ext cx="8139178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/>
              <a:t>龟兔赛跑</a:t>
            </a: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10" name="六边形 9"/>
          <p:cNvSpPr/>
          <p:nvPr>
            <p:custDataLst>
              <p:tags r:id="rId7"/>
            </p:custDataLst>
          </p:nvPr>
        </p:nvSpPr>
        <p:spPr>
          <a:xfrm>
            <a:off x="118462" y="443234"/>
            <a:ext cx="383949" cy="441964"/>
          </a:xfrm>
          <a:prstGeom prst="hexagon">
            <a:avLst/>
          </a:prstGeom>
          <a:solidFill>
            <a:schemeClr val="accent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sz="2400" noProof="1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slow">
    <p:strips dir="ld"/>
  </p:transition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image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3780" r="3660"/>
          <a:stretch>
            <a:fillRect/>
          </a:stretch>
        </p:blipFill>
        <p:spPr>
          <a:xfrm rot="5400000">
            <a:off x="-1006316" y="1336675"/>
            <a:ext cx="5153501" cy="4185285"/>
          </a:xfrm>
          <a:prstGeom prst="rect">
            <a:avLst/>
          </a:prstGeom>
        </p:spPr>
      </p:pic>
      <p:sp>
        <p:nvSpPr>
          <p:cNvPr id="5" name="六边形 4"/>
          <p:cNvSpPr/>
          <p:nvPr>
            <p:custDataLst>
              <p:tags r:id="rId4"/>
            </p:custDataLst>
          </p:nvPr>
        </p:nvSpPr>
        <p:spPr>
          <a:xfrm>
            <a:off x="2711054" y="2924175"/>
            <a:ext cx="879872" cy="1009650"/>
          </a:xfrm>
          <a:prstGeom prst="hexagon">
            <a:avLst/>
          </a:prstGeom>
          <a:solidFill>
            <a:schemeClr val="accent2"/>
          </a:solidFill>
          <a:ln>
            <a:solidFill>
              <a:schemeClr val="accent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3923929" y="2673627"/>
            <a:ext cx="3455876" cy="816646"/>
          </a:xfrm>
        </p:spPr>
        <p:txBody>
          <a:bodyPr rIns="63500" anchor="b">
            <a:noAutofit/>
          </a:bodyPr>
          <a:lstStyle>
            <a:lvl1pPr>
              <a:defRPr sz="3000" u="none" strike="noStrike" kern="1200" cap="none" spc="3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3923928" y="3571479"/>
            <a:ext cx="3455876" cy="682469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>
                <a:sym typeface="+mn-ea"/>
              </a:rPr>
              <a:t>单击此处</a:t>
            </a:r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/>
              <a:t>龟兔赛跑</a:t>
            </a:r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strips dir="ld"/>
  </p:transition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952508"/>
            <a:ext cx="3962432" cy="5388907"/>
          </a:xfrm>
        </p:spPr>
        <p:txBody>
          <a:bodyPr>
            <a:noAutofit/>
          </a:bodyPr>
          <a:lstStyle>
            <a:lvl1pPr>
              <a:defRPr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</a:t>
            </a:r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/>
              <a:t>龟兔赛跑</a:t>
            </a:r>
            <a:endParaRPr lang="zh-CN" altLang="en-US"/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strips dir="ld"/>
  </p:transition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02448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>
                <a:sym typeface="+mn-ea"/>
              </a:rPr>
              <a:t>单击此处</a:t>
            </a:r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1406525"/>
            <a:ext cx="3962400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4676813" y="952508"/>
            <a:ext cx="396243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406525"/>
            <a:ext cx="3962432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buFontTx/>
              <a:buNone/>
              <a:defRPr noProof="0" dirty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/>
              <a:t>龟兔赛跑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strips dir="ld"/>
  </p:transition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 smtClean="0"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龟兔赛跑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strips dir="ld"/>
  </p:transition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buFontTx/>
              <a:buNone/>
              <a:defRPr noProof="0" dirty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/>
              <a:t>龟兔赛跑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strips dir="ld"/>
  </p:transition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952508"/>
            <a:ext cx="3962432" cy="5388907"/>
          </a:xfrm>
        </p:spPr>
        <p:txBody>
          <a:bodyPr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buFontTx/>
              <a:buNone/>
              <a:defRPr noProof="0" dirty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buFontTx/>
              <a:buNone/>
              <a:defRPr noProof="0" dirty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/>
              <a:t>龟兔赛跑</a:t>
            </a:r>
            <a:endParaRPr lang="zh-CN" altLang="en-US"/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strips dir="ld"/>
  </p:transition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</a:t>
            </a:r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buFontTx/>
              <a:buNone/>
              <a:defRPr noProof="0" dirty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/>
              <a:t>龟兔赛跑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strips dir="ld"/>
  </p:transition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</a:t>
            </a:r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r>
              <a:rPr lang="zh-CN" altLang="en-US"/>
              <a:t>龟兔赛跑</a:t>
            </a:r>
            <a:endParaRPr lang="zh-CN" altLang="en-US"/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604E170-34F3-456A-9539-A9B12C468DB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slow">
    <p:strips dir="ld"/>
  </p:transition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末尾幻灯片">
    <p:bg bwMode="auto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628649" y="2473126"/>
            <a:ext cx="7886701" cy="1911747"/>
          </a:xfrm>
        </p:spPr>
        <p:txBody>
          <a:bodyPr rtlCol="0" anchor="ctr">
            <a:no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单击此处编辑标题</a:t>
            </a:r>
            <a:endParaRPr noProof="1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r>
              <a:rPr lang="zh-CN" altLang="en-US"/>
              <a:t>龟兔赛跑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D74DE4A-AF88-4CC7-8A46-288F8CD57EC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slow">
    <p:strips dir="ld"/>
  </p:transition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4.xml"/><Relationship Id="rId16" Type="http://schemas.openxmlformats.org/officeDocument/2006/relationships/tags" Target="../tags/tag63.xml"/><Relationship Id="rId15" Type="http://schemas.openxmlformats.org/officeDocument/2006/relationships/tags" Target="../tags/tag62.xml"/><Relationship Id="rId14" Type="http://schemas.openxmlformats.org/officeDocument/2006/relationships/tags" Target="../tags/tag61.xml"/><Relationship Id="rId13" Type="http://schemas.openxmlformats.org/officeDocument/2006/relationships/tags" Target="../tags/tag60.xml"/><Relationship Id="rId12" Type="http://schemas.openxmlformats.org/officeDocument/2006/relationships/tags" Target="../tags/tag59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502444" y="442913"/>
            <a:ext cx="8139113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502444" y="952500"/>
            <a:ext cx="8139113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59606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 noProof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291" y="6350000"/>
            <a:ext cx="2969419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/>
              <a:t>龟兔赛跑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457950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 noProof="1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strips dir="ld"/>
  </p:transition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1" kern="1200" spc="200">
          <a:solidFill>
            <a:srgbClr val="262626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171450" indent="-17145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kern="1200" spc="150">
          <a:solidFill>
            <a:srgbClr val="262626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5143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rgbClr val="262626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8572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rgbClr val="262626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2001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rgbClr val="262626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15430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rgbClr val="262626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6400" b="1"/>
              <a:t>龟兔赛跑</a:t>
            </a:r>
            <a:endParaRPr lang="zh-CN" altLang="en-US" sz="6400" b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龟兔赛跑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strips dir="ld"/>
      </p:transition>
    </mc:Choice>
    <mc:Fallback>
      <p:transition spd="slow">
        <p:strips dir="ld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365" y="1264920"/>
            <a:ext cx="6350000" cy="4762500"/>
          </a:xfrm>
        </p:spPr>
      </p:pic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龟兔赛跑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strips dir="ld"/>
      </p:transition>
    </mc:Choice>
    <mc:Fallback>
      <p:transition spd="slow">
        <p:strips dir="l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WPS演示022素材文件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085" y="1484630"/>
            <a:ext cx="6858000" cy="4014470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龟兔赛跑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strips dir="ld"/>
      </p:transition>
    </mc:Choice>
    <mc:Fallback>
      <p:transition spd="slow">
        <p:strips dir="ld"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ID" val="_2*i*1"/>
  <p:tag name="KSO_WM_UNIT_LAYERLEVEL" val="1"/>
  <p:tag name="KSO_WM_TAG_VERSION" val="1.0"/>
  <p:tag name="KSO_WM_BEAUTIFY_FLAG" val="#wm#"/>
  <p:tag name="KSO_WM_UNIT_TYPE" val="i"/>
  <p:tag name="KSO_WM_UNIT_INDEX" val="1"/>
  <p:tag name="KSO_WM_UNIT_DIAGRAM_ISNUMVISUAL" val="0"/>
  <p:tag name="KSO_WM_UNIT_DIAGRAM_ISREFERUNIT" val="0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76"/>
</p:tagLst>
</file>

<file path=ppt/tags/tag60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76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81944_1"/>
  <p:tag name="KSO_WM_TEMPLATE_CATEGORY" val="custom"/>
  <p:tag name="KSO_WM_TEMPLATE_INDEX" val="20196576"/>
  <p:tag name="KSO_WM_TEMPLATE_SUBCATEGORY" val="0"/>
  <p:tag name="KSO_WM_TEMPLATE_THUMBS_INDEX" val="1"/>
</p:tagLst>
</file>

<file path=ppt/tags/tag65.xml><?xml version="1.0" encoding="utf-8"?>
<p:tagLst xmlns:p="http://schemas.openxmlformats.org/presentationml/2006/main">
  <p:tag name="COMMONDATA" val="eyJoZGlkIjoiM2Q2NDY3ODBmZDEyZTZiNTFiOWYyZGE1YmNkNTA1NzMifQ=="/>
  <p:tag name="commondata" val="eyJoZGlkIjoiMjhjNzFjMjliYTMwZmQyYjMzM2NlZTBmYTgwNzU5YTQifQ=="/>
</p:tagLst>
</file>

<file path=ppt/theme/theme1.xml><?xml version="1.0" encoding="utf-8"?>
<a:theme xmlns:a="http://schemas.openxmlformats.org/drawingml/2006/main" name="主题二">
  <a:themeElements>
    <a:clrScheme name="2">
      <a:dk1>
        <a:sysClr val="windowText" lastClr="000000"/>
      </a:dk1>
      <a:lt1>
        <a:sysClr val="window" lastClr="FFFFFF"/>
      </a:lt1>
      <a:dk2>
        <a:srgbClr val="262626"/>
      </a:dk2>
      <a:lt2>
        <a:srgbClr val="EEECE1"/>
      </a:lt2>
      <a:accent1>
        <a:srgbClr val="FFFFFF"/>
      </a:accent1>
      <a:accent2>
        <a:srgbClr val="1B1E1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WPS 演示</Application>
  <PresentationFormat>全屏显示(4:3)</PresentationFormat>
  <Paragraphs>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Arial Unicode MS</vt:lpstr>
      <vt:lpstr>Calibri</vt:lpstr>
      <vt:lpstr>主题二</vt:lpstr>
      <vt:lpstr>龟兔赛跑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Administrator</cp:lastModifiedBy>
  <cp:revision>4</cp:revision>
  <dcterms:created xsi:type="dcterms:W3CDTF">2019-10-17T06:19:00Z</dcterms:created>
  <dcterms:modified xsi:type="dcterms:W3CDTF">2023-11-23T05:57:01Z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F0D045DBE65F4772BDC72557E50D6974_12</vt:lpwstr>
  </property>
  <property fmtid="{D5CDD505-2E9C-101B-9397-08002B2CF9AE}" pid="3" name="KSOProductBuildVer">
    <vt:lpwstr>2052-12.1.0.15712</vt:lpwstr>
  </property>
</Properties>
</file>