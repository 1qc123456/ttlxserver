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8639810" cy="10799445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8" userDrawn="1">
          <p15:clr>
            <a:srgbClr val="A4A3A4"/>
          </p15:clr>
        </p15:guide>
        <p15:guide id="2" pos="272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y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-1474" y="-86"/>
      </p:cViewPr>
      <p:guideLst>
        <p:guide orient="horz" pos="3378"/>
        <p:guide pos="272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0-23T09:45:19.670" idx="1">
    <p:pos x="10" y="10"/>
    <p:text>2008北京奥运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194560" y="1143000"/>
            <a:ext cx="246888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8000" y="3355000"/>
            <a:ext cx="7344000" cy="231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6000" y="6120000"/>
            <a:ext cx="6048000" cy="2760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31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64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96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27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92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23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56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500" y="6940000"/>
            <a:ext cx="7344000" cy="2145000"/>
          </a:xfrm>
        </p:spPr>
        <p:txBody>
          <a:bodyPr anchor="t"/>
          <a:lstStyle>
            <a:lvl1pPr algn="l">
              <a:defRPr sz="378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2500" y="4577501"/>
            <a:ext cx="7344000" cy="2362499"/>
          </a:xfrm>
        </p:spPr>
        <p:txBody>
          <a:bodyPr anchor="b"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43180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642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3pPr>
            <a:lvl4pPr marL="12960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7278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59207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302387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4563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2000" y="2520000"/>
            <a:ext cx="3816000" cy="7127500"/>
          </a:xfrm>
        </p:spPr>
        <p:txBody>
          <a:bodyPr/>
          <a:lstStyle>
            <a:lvl1pPr>
              <a:defRPr sz="2645"/>
            </a:lvl1pPr>
            <a:lvl2pPr>
              <a:defRPr sz="2270"/>
            </a:lvl2pPr>
            <a:lvl3pPr>
              <a:defRPr sz="189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92000" y="2520000"/>
            <a:ext cx="3816000" cy="7127500"/>
          </a:xfrm>
        </p:spPr>
        <p:txBody>
          <a:bodyPr/>
          <a:lstStyle>
            <a:lvl1pPr>
              <a:defRPr sz="2645"/>
            </a:lvl1pPr>
            <a:lvl2pPr>
              <a:defRPr sz="2270"/>
            </a:lvl2pPr>
            <a:lvl3pPr>
              <a:defRPr sz="189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2000" y="2417501"/>
            <a:ext cx="3817500" cy="1007499"/>
          </a:xfrm>
        </p:spPr>
        <p:txBody>
          <a:bodyPr anchor="b"/>
          <a:lstStyle>
            <a:lvl1pPr marL="0" indent="0">
              <a:buNone/>
              <a:defRPr sz="2270" b="1"/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2000" y="3425000"/>
            <a:ext cx="3817500" cy="6222500"/>
          </a:xfrm>
        </p:spPr>
        <p:txBody>
          <a:bodyPr/>
          <a:lstStyle>
            <a:lvl1pPr>
              <a:defRPr sz="2270"/>
            </a:lvl1pPr>
            <a:lvl2pPr>
              <a:defRPr sz="1890"/>
            </a:lvl2pPr>
            <a:lvl3pPr>
              <a:defRPr sz="1700"/>
            </a:lvl3pPr>
            <a:lvl4pPr>
              <a:defRPr sz="1510"/>
            </a:lvl4pPr>
            <a:lvl5pPr>
              <a:defRPr sz="1510"/>
            </a:lvl5pPr>
            <a:lvl6pPr>
              <a:defRPr sz="1510"/>
            </a:lvl6pPr>
            <a:lvl7pPr>
              <a:defRPr sz="1510"/>
            </a:lvl7pPr>
            <a:lvl8pPr>
              <a:defRPr sz="1510"/>
            </a:lvl8pPr>
            <a:lvl9pPr>
              <a:defRPr sz="1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389000" y="2417501"/>
            <a:ext cx="3819000" cy="1007499"/>
          </a:xfrm>
        </p:spPr>
        <p:txBody>
          <a:bodyPr anchor="b"/>
          <a:lstStyle>
            <a:lvl1pPr marL="0" indent="0">
              <a:buNone/>
              <a:defRPr sz="2270" b="1"/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389000" y="3425000"/>
            <a:ext cx="3819000" cy="6222500"/>
          </a:xfrm>
        </p:spPr>
        <p:txBody>
          <a:bodyPr/>
          <a:lstStyle>
            <a:lvl1pPr>
              <a:defRPr sz="2270"/>
            </a:lvl1pPr>
            <a:lvl2pPr>
              <a:defRPr sz="1890"/>
            </a:lvl2pPr>
            <a:lvl3pPr>
              <a:defRPr sz="1700"/>
            </a:lvl3pPr>
            <a:lvl4pPr>
              <a:defRPr sz="1510"/>
            </a:lvl4pPr>
            <a:lvl5pPr>
              <a:defRPr sz="1510"/>
            </a:lvl5pPr>
            <a:lvl6pPr>
              <a:defRPr sz="1510"/>
            </a:lvl6pPr>
            <a:lvl7pPr>
              <a:defRPr sz="1510"/>
            </a:lvl7pPr>
            <a:lvl8pPr>
              <a:defRPr sz="1510"/>
            </a:lvl8pPr>
            <a:lvl9pPr>
              <a:defRPr sz="1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0000"/>
            <a:ext cx="2842500" cy="1830000"/>
          </a:xfrm>
        </p:spPr>
        <p:txBody>
          <a:bodyPr anchor="b"/>
          <a:lstStyle>
            <a:lvl1pPr algn="l">
              <a:defRPr sz="189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78000" y="430000"/>
            <a:ext cx="4830000" cy="9217500"/>
          </a:xfrm>
        </p:spPr>
        <p:txBody>
          <a:bodyPr/>
          <a:lstStyle>
            <a:lvl1pPr>
              <a:defRPr sz="3025"/>
            </a:lvl1pPr>
            <a:lvl2pPr>
              <a:defRPr sz="2645"/>
            </a:lvl2pPr>
            <a:lvl3pPr>
              <a:defRPr sz="2270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32000" y="2260000"/>
            <a:ext cx="2842500" cy="7387500"/>
          </a:xfrm>
        </p:spPr>
        <p:txBody>
          <a:bodyPr/>
          <a:lstStyle>
            <a:lvl1pPr marL="0" indent="0">
              <a:buNone/>
              <a:defRPr sz="1325"/>
            </a:lvl1pPr>
            <a:lvl2pPr marL="431800" indent="0">
              <a:buNone/>
              <a:defRPr sz="1135"/>
            </a:lvl2pPr>
            <a:lvl3pPr marL="864235" indent="0">
              <a:buNone/>
              <a:defRPr sz="945"/>
            </a:lvl3pPr>
            <a:lvl4pPr marL="1296035" indent="0">
              <a:buNone/>
              <a:defRPr sz="850"/>
            </a:lvl4pPr>
            <a:lvl5pPr marL="1727835" indent="0">
              <a:buNone/>
              <a:defRPr sz="850"/>
            </a:lvl5pPr>
            <a:lvl6pPr marL="2160270" indent="0">
              <a:buNone/>
              <a:defRPr sz="850"/>
            </a:lvl6pPr>
            <a:lvl7pPr marL="2592070" indent="0">
              <a:buNone/>
              <a:defRPr sz="850"/>
            </a:lvl7pPr>
            <a:lvl8pPr marL="3023870" indent="0">
              <a:buNone/>
              <a:defRPr sz="850"/>
            </a:lvl8pPr>
            <a:lvl9pPr marL="3456305" indent="0">
              <a:buNone/>
              <a:defRPr sz="8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93500" y="7560000"/>
            <a:ext cx="5184000" cy="892501"/>
          </a:xfrm>
        </p:spPr>
        <p:txBody>
          <a:bodyPr anchor="b"/>
          <a:lstStyle>
            <a:lvl1pPr algn="l">
              <a:defRPr sz="189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693500" y="965000"/>
            <a:ext cx="5184000" cy="6480000"/>
          </a:xfrm>
        </p:spPr>
        <p:txBody>
          <a:bodyPr/>
          <a:lstStyle>
            <a:lvl1pPr marL="0" indent="0">
              <a:buNone/>
              <a:defRPr sz="3025"/>
            </a:lvl1pPr>
            <a:lvl2pPr marL="431800" indent="0">
              <a:buNone/>
              <a:defRPr sz="2645"/>
            </a:lvl2pPr>
            <a:lvl3pPr marL="864235" indent="0">
              <a:buNone/>
              <a:defRPr sz="2270"/>
            </a:lvl3pPr>
            <a:lvl4pPr marL="1296035" indent="0">
              <a:buNone/>
              <a:defRPr sz="1890"/>
            </a:lvl4pPr>
            <a:lvl5pPr marL="1727835" indent="0">
              <a:buNone/>
              <a:defRPr sz="1890"/>
            </a:lvl5pPr>
            <a:lvl6pPr marL="2160270" indent="0">
              <a:buNone/>
              <a:defRPr sz="1890"/>
            </a:lvl6pPr>
            <a:lvl7pPr marL="2592070" indent="0">
              <a:buNone/>
              <a:defRPr sz="1890"/>
            </a:lvl7pPr>
            <a:lvl8pPr marL="3023870" indent="0">
              <a:buNone/>
              <a:defRPr sz="1890"/>
            </a:lvl8pPr>
            <a:lvl9pPr marL="3456305" indent="0">
              <a:buNone/>
              <a:defRPr sz="189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93500" y="8452500"/>
            <a:ext cx="5184000" cy="1267499"/>
          </a:xfrm>
        </p:spPr>
        <p:txBody>
          <a:bodyPr/>
          <a:lstStyle>
            <a:lvl1pPr marL="0" indent="0">
              <a:buNone/>
              <a:defRPr sz="1325"/>
            </a:lvl1pPr>
            <a:lvl2pPr marL="431800" indent="0">
              <a:buNone/>
              <a:defRPr sz="1135"/>
            </a:lvl2pPr>
            <a:lvl3pPr marL="864235" indent="0">
              <a:buNone/>
              <a:defRPr sz="945"/>
            </a:lvl3pPr>
            <a:lvl4pPr marL="1296035" indent="0">
              <a:buNone/>
              <a:defRPr sz="850"/>
            </a:lvl4pPr>
            <a:lvl5pPr marL="1727835" indent="0">
              <a:buNone/>
              <a:defRPr sz="850"/>
            </a:lvl5pPr>
            <a:lvl6pPr marL="2160270" indent="0">
              <a:buNone/>
              <a:defRPr sz="850"/>
            </a:lvl6pPr>
            <a:lvl7pPr marL="2592070" indent="0">
              <a:buNone/>
              <a:defRPr sz="850"/>
            </a:lvl7pPr>
            <a:lvl8pPr marL="3023870" indent="0">
              <a:buNone/>
              <a:defRPr sz="850"/>
            </a:lvl8pPr>
            <a:lvl9pPr marL="3456305" indent="0">
              <a:buNone/>
              <a:defRPr sz="8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264000" y="432501"/>
            <a:ext cx="1944000" cy="92149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2000" y="432501"/>
            <a:ext cx="5688000" cy="92149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32000" y="432501"/>
            <a:ext cx="7776000" cy="18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2000" y="2520000"/>
            <a:ext cx="7776000" cy="712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32000" y="10009999"/>
            <a:ext cx="2016000" cy="575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52000" y="10009999"/>
            <a:ext cx="2736000" cy="575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我爱奥运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192000" y="10009999"/>
            <a:ext cx="2016000" cy="575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hf sldNum="0" hdr="0" dt="0"/>
  <p:txStyles>
    <p:titleStyle>
      <a:lvl1pPr algn="ctr" defTabSz="864235" rtl="0" eaLnBrk="1" latinLnBrk="0" hangingPunct="1">
        <a:spcBef>
          <a:spcPct val="0"/>
        </a:spcBef>
        <a:buNone/>
        <a:defRPr sz="4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3850" indent="-323850" algn="l" defTabSz="864235" rtl="0" eaLnBrk="1" latinLnBrk="0" hangingPunct="1">
        <a:spcBef>
          <a:spcPct val="19000"/>
        </a:spcBef>
        <a:buFont typeface="Arial" panose="020B0604020202020204" pitchFamily="34" charset="0"/>
        <a:buChar char="•"/>
        <a:defRPr sz="3025" kern="1200">
          <a:solidFill>
            <a:schemeClr val="tx1"/>
          </a:solidFill>
          <a:latin typeface="+mn-lt"/>
          <a:ea typeface="+mn-ea"/>
          <a:cs typeface="+mn-cs"/>
        </a:defRPr>
      </a:lvl1pPr>
      <a:lvl2pPr marL="702310" indent="-269875" algn="l" defTabSz="864235" rtl="0" eaLnBrk="1" latinLnBrk="0" hangingPunct="1">
        <a:spcBef>
          <a:spcPct val="19000"/>
        </a:spcBef>
        <a:buFont typeface="Arial" panose="020B0604020202020204" pitchFamily="34" charset="0"/>
        <a:buChar char="–"/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5900" algn="l" defTabSz="864235" rtl="0" eaLnBrk="1" latinLnBrk="0" hangingPunct="1">
        <a:spcBef>
          <a:spcPct val="19000"/>
        </a:spcBef>
        <a:buFont typeface="Arial" panose="020B060402020202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indent="-215900" algn="l" defTabSz="864235" rtl="0" eaLnBrk="1" latinLnBrk="0" hangingPunct="1">
        <a:spcBef>
          <a:spcPct val="19000"/>
        </a:spcBef>
        <a:buFont typeface="Arial" panose="020B0604020202020204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3735" indent="-215900" algn="l" defTabSz="864235" rtl="0" eaLnBrk="1" latinLnBrk="0" hangingPunct="1">
        <a:spcBef>
          <a:spcPct val="19000"/>
        </a:spcBef>
        <a:buFont typeface="Arial" panose="020B0604020202020204" pitchFamily="34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spcBef>
          <a:spcPct val="19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7970" indent="-215900" algn="l" defTabSz="864235" rtl="0" eaLnBrk="1" latinLnBrk="0" hangingPunct="1">
        <a:spcBef>
          <a:spcPct val="19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39770" indent="-215900" algn="l" defTabSz="864235" rtl="0" eaLnBrk="1" latinLnBrk="0" hangingPunct="1">
        <a:spcBef>
          <a:spcPct val="19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205" indent="-215900" algn="l" defTabSz="864235" rtl="0" eaLnBrk="1" latinLnBrk="0" hangingPunct="1">
        <a:spcBef>
          <a:spcPct val="19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8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38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3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10080"/>
              <a:t>奥运</a:t>
            </a:r>
            <a:endParaRPr lang="zh-CN" altLang="en-US" sz="1008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我爱奥运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我爱奥运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我爱奥运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我爱奥运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15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791845" y="3023870"/>
            <a:ext cx="7200000" cy="4680000"/>
          </a:xfrm>
          <a:prstGeom prst="rect">
            <a:avLst/>
          </a:prstGeom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我爱奥运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/>
      </p:transition>
    </mc:Choice>
    <mc:Fallback>
      <p:transition spd="slow" advTm="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M2Q2NDY3ODBmZDEyZTZiNTFiOWYyZGE1YmNkNTA1NzMifQ=="/>
  <p:tag name="KSO_WPP_MARK_KEY" val="906726dc-b354-4c6c-b2e8-3bc60e08b284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WPS 演示</Application>
  <PresentationFormat>全屏显示(4:3)</PresentationFormat>
  <Paragraphs>12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奥运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7</cp:revision>
  <dcterms:created xsi:type="dcterms:W3CDTF">2019-10-10T08:24:00Z</dcterms:created>
  <dcterms:modified xsi:type="dcterms:W3CDTF">2023-10-23T01:54:36Z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64548E9543304460B863DADEE129AB61_12</vt:lpwstr>
  </property>
  <property fmtid="{D5CDD505-2E9C-101B-9397-08002B2CF9AE}" pid="3" name="KSOProductBuildVer">
    <vt:lpwstr>2052-11.1.0.14227</vt:lpwstr>
  </property>
</Properties>
</file>