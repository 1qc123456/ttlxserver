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24021-CE6F-4A80-9940-5352F786460C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6E44C-82AD-4F8F-BB79-5020145D96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6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715AF-FCFC-4667-A4FD-7E4092C0EF01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2F709-D7A7-432D-BE2D-9FC429F4ED06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4A8B-DFF2-4371-806E-93D6DF0220E2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BECB0-8F0E-4C46-AEC3-EBAF1DF94A2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A8C46-8E3B-4632-BB63-03C2D4686692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11CC-14E4-4743-9110-D45A43E61C3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13F9F-5341-4923-A0F7-8F165C7659C7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DB042-C3A3-4808-AB43-94019CCF9064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B9057-02A5-48F0-836F-3814FF2F4FFB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29A0C-6282-49AB-B625-6E90C282C9CC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00E8-21FE-461D-B8E8-E3F3FC8AE1DA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058E587-EBD0-4E4C-9749-1472911675C3}" type="datetime1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smtClean="0"/>
              <a:t>满园春雪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400" dirty="0" smtClean="0">
                <a:latin typeface="华文行楷" pitchFamily="2" charset="-122"/>
                <a:ea typeface="华文行楷" pitchFamily="2" charset="-122"/>
              </a:rPr>
              <a:t>沁园春 雪</a:t>
            </a:r>
            <a:endParaRPr lang="zh-CN" altLang="en-US" sz="64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2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标题 3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瑞雪兆丰年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0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63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满园春雪</a:t>
            </a:r>
            <a:endParaRPr lang="zh-CN" altLang="en-US"/>
          </a:p>
        </p:txBody>
      </p:sp>
      <p:pic>
        <p:nvPicPr>
          <p:cNvPr id="1026" name="Picture 2" descr="C:\Users\86133\Desktop\PPT\013_幻灯片满分素材文件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5486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12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6</TotalTime>
  <Words>15</Words>
  <Application>Microsoft Office PowerPoint</Application>
  <PresentationFormat>全屏显示(4:3)</PresentationFormat>
  <Paragraphs>6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气流</vt:lpstr>
      <vt:lpstr>沁园春 雪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5</cp:revision>
  <dcterms:created xsi:type="dcterms:W3CDTF">2019-10-10T11:18:23Z</dcterms:created>
  <dcterms:modified xsi:type="dcterms:W3CDTF">2021-05-24T01:43:46Z</dcterms:modified>
</cp:coreProperties>
</file>