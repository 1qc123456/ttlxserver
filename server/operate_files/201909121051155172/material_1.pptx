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标题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9" name="副标题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zh-CN" alt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单击图标添加图片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t>2021/4/21</a:t>
            </a:fld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2" name="标题占位符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房地产年度销售总结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398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0" y="2667000"/>
            <a:ext cx="2133600" cy="1524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771800" y="908720"/>
            <a:ext cx="3018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100" dirty="0" smtClean="0">
                <a:ln w="18000">
                  <a:solidFill>
                    <a:schemeClr val="accent1">
                      <a:satMod val="200000"/>
                      <a:tint val="72000"/>
                    </a:schemeClr>
                  </a:solidFill>
                  <a:prstDash val="solid"/>
                </a:ln>
                <a:solidFill>
                  <a:schemeClr val="accent1">
                    <a:satMod val="280000"/>
                    <a:tint val="100000"/>
                    <a:alpha val="5700"/>
                  </a:schemeClr>
                </a:solidFill>
                <a:effectLst>
                  <a:outerShdw blurRad="25000" dist="20000" dir="16020000" algn="tl">
                    <a:schemeClr val="accent1">
                      <a:satMod val="200000"/>
                      <a:shade val="1000"/>
                      <a:alpha val="60000"/>
                    </a:schemeClr>
                  </a:outerShdw>
                </a:effectLst>
              </a:rPr>
              <a:t>我的业绩</a:t>
            </a:r>
            <a:endParaRPr lang="zh-CN" altLang="en-US" sz="5400" b="1" cap="none" spc="100" dirty="0">
              <a:ln w="18000">
                <a:solidFill>
                  <a:schemeClr val="accent1">
                    <a:satMod val="200000"/>
                    <a:tint val="72000"/>
                  </a:schemeClr>
                </a:solidFill>
                <a:prstDash val="solid"/>
              </a:ln>
              <a:solidFill>
                <a:schemeClr val="accent1">
                  <a:satMod val="280000"/>
                  <a:tint val="100000"/>
                  <a:alpha val="5700"/>
                </a:schemeClr>
              </a:solidFill>
              <a:effectLst>
                <a:outerShdw blurRad="25000" dist="20000" dir="16020000" algn="tl">
                  <a:schemeClr val="accent1">
                    <a:satMod val="200000"/>
                    <a:shade val="1000"/>
                    <a:alpha val="6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23662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沉稳">
  <a:themeElements>
    <a:clrScheme name="沉稳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沉稳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沉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</TotalTime>
  <Words>7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沉稳</vt:lpstr>
      <vt:lpstr>房地产年度销售总结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3</cp:revision>
  <dcterms:created xsi:type="dcterms:W3CDTF">2019-09-12T02:33:14Z</dcterms:created>
  <dcterms:modified xsi:type="dcterms:W3CDTF">2021-04-21T02:34:51Z</dcterms:modified>
</cp:coreProperties>
</file>