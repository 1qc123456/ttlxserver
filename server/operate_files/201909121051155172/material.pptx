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37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2019-09-12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398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662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ZhijieIT</cp:lastModifiedBy>
  <cp:revision>1</cp:revision>
  <dcterms:created xsi:type="dcterms:W3CDTF">2019-09-12T02:33:14Z</dcterms:created>
  <dcterms:modified xsi:type="dcterms:W3CDTF">2019-09-12T02:46:38Z</dcterms:modified>
</cp:coreProperties>
</file>