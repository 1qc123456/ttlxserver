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0800" y="1404000"/>
            <a:ext cx="3996000" cy="3024000"/>
          </a:xfrm>
        </p:spPr>
        <p:txBody>
          <a:bodyPr/>
          <a:p>
            <a:endParaRPr lang="zh-CN" altLang="zh-CN" b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28080" y="1557020"/>
            <a:ext cx="5314950" cy="3543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158</cp:revision>
  <dcterms:created xsi:type="dcterms:W3CDTF">2019-06-19T02:08:00Z</dcterms:created>
  <dcterms:modified xsi:type="dcterms:W3CDTF">2025-03-13T05:56:49Z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3B3FEC6DE34244FD9ED7EAFAAC2582CE_11</vt:lpwstr>
  </property>
</Properties>
</file>