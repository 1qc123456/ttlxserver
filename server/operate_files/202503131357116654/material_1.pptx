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2"/>
  </p:showPr>
  <p:clrMru>
    <a:srgbClr val="005C2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tags" Target="../tags/tag65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70000" y="1404000"/>
            <a:ext cx="3996000" cy="3024000"/>
          </a:xfrm>
        </p:spPr>
        <p:txBody>
          <a:bodyPr>
            <a:noAutofit/>
          </a:bodyPr>
          <a:p>
            <a:r>
              <a:rPr lang="en-US" altLang="zh-CN" sz="9600">
                <a:solidFill>
                  <a:schemeClr val="bg2">
                    <a:lumMod val="9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3.12</a:t>
            </a:r>
            <a:r>
              <a:rPr lang="zh-CN" altLang="en-US" sz="9600">
                <a:solidFill>
                  <a:schemeClr val="bg2">
                    <a:lumMod val="9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植树节</a:t>
            </a:r>
            <a:endParaRPr lang="zh-CN" altLang="en-US" sz="9600">
              <a:solidFill>
                <a:schemeClr val="bg2">
                  <a:lumMod val="9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树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372745"/>
            <a:ext cx="1588770" cy="1456055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>
          <a:xfrm>
            <a:off x="7131685" y="5080"/>
            <a:ext cx="3780000" cy="6840000"/>
          </a:xfrm>
          <a:prstGeom prst="parallelogram">
            <a:avLst/>
          </a:prstGeom>
          <a:solidFill>
            <a:srgbClr val="005C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28080" y="1557020"/>
            <a:ext cx="5314950" cy="35433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578100"/>
            <a:ext cx="6228080" cy="2124000"/>
          </a:xfrm>
          <a:prstGeom prst="rect">
            <a:avLst/>
          </a:prstGeom>
          <a:solidFill>
            <a:srgbClr val="005C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0850" y="924560"/>
            <a:ext cx="5777230" cy="165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914400" fontAlgn="auto"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>
                <a:solidFill>
                  <a:srgbClr val="00B050"/>
                </a:solidFill>
                <a:latin typeface="楷体" panose="02010609060101010101" charset="-122"/>
                <a:ea typeface="楷体" panose="02010609060101010101" charset="-122"/>
              </a:rPr>
              <a:t>种下一棵树，收获一片绿荫，让我们携手共筑绿色家园。</a:t>
            </a:r>
            <a:endParaRPr lang="zh-CN" altLang="en-US" sz="3600">
              <a:solidFill>
                <a:srgbClr val="00B05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>
        <p15:prstTrans prst="pageCurlDouble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3.12植树节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161</cp:revision>
  <dcterms:created xsi:type="dcterms:W3CDTF">2019-06-19T02:08:00Z</dcterms:created>
  <dcterms:modified xsi:type="dcterms:W3CDTF">2025-03-13T06:00:59Z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28B2BC4FA4234F8DBE9E35BF841A40C4_11</vt:lpwstr>
  </property>
</Properties>
</file>