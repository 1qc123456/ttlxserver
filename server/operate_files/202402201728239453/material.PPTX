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1513F5-8E1D-45F3-A6FF-4A09406173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951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15F0F-77B6-44DC-878E-4689B14A3D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4060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2CFEE-F8A4-42AC-9851-E77D83C319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247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ECF328-9D5F-4A4E-9951-A44622C7092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44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56C46-2CFE-465A-A70B-A09C250866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401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194DA8-EE83-4ADE-8D43-8A30842062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324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88BE50-8F0E-445B-8081-2AC511B176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778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C1314-31B9-42A9-B1C5-51D52B212F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01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A6638A-0015-4923-8C51-6FA8E2E6BD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573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A89CDF-6F6D-46DE-8C31-39F6AD85AD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276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3AA985-0985-47CA-8106-981EDAD678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3774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7269ED2-BFCF-4E4A-A79B-2188757F3F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742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FD37EF-386B-4734-84A9-56FC1A80E7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9649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AB6C74-9067-4502-92A3-5428F8612FD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大学毕业生的心理问题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en-US" sz="4000"/>
              <a:t>就业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4000"/>
              <a:t>爱情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4000"/>
              <a:t>人际关系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4000"/>
              <a:t>人才竞争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4000"/>
              <a:t>与父母的关系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clipArt" sz="half" idx="2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加强自我调试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zh-CN" altLang="en-US" sz="2400"/>
              <a:t>对就业，要降低期望值，不攀比。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zh-CN" altLang="en-US" sz="2400"/>
              <a:t>对爱情，要与对方多沟通、多相处，互相包容。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zh-CN" altLang="en-US" sz="2400"/>
              <a:t>对人际关系，少看别人的缺点，多看别人的优点。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zh-CN" altLang="en-US" sz="2400"/>
              <a:t>对竞争，要提高自己的竞争力，不抱怨。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zh-CN" altLang="en-US" sz="2400"/>
              <a:t>对父母，多听父母的意见，多沟通。</a:t>
            </a:r>
          </a:p>
        </p:txBody>
      </p:sp>
      <p:pic>
        <p:nvPicPr>
          <p:cNvPr id="4102" name="Picture 6" descr="D:\Program Files\Common Files\Microsoft Shared\Clipart\cagcat50\PE01023_.wmf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79525" y="1981200"/>
            <a:ext cx="262096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81</Words>
  <Application>Microsoft Office PowerPoint</Application>
  <PresentationFormat>全屏显示(4:3)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Times New Roman</vt:lpstr>
      <vt:lpstr>Wingdings</vt:lpstr>
      <vt:lpstr>默认设计模板</vt:lpstr>
      <vt:lpstr>大学毕业生的心理问题</vt:lpstr>
      <vt:lpstr>加强自我调试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大学毕业生的心理问题</dc:title>
  <dc:creator>liu</dc:creator>
  <cp:lastModifiedBy>Windows 用户</cp:lastModifiedBy>
  <cp:revision>2</cp:revision>
  <dcterms:created xsi:type="dcterms:W3CDTF">2005-07-15T08:15:20Z</dcterms:created>
  <dcterms:modified xsi:type="dcterms:W3CDTF">2020-02-28T01:43:58Z</dcterms:modified>
</cp:coreProperties>
</file>