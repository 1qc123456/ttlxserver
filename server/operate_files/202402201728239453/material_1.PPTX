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7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>
            <p:custDataLst>
              <p:tags r:id="rId2"/>
            </p:custDataLst>
          </p:nvPr>
        </p:nvCxnSpPr>
        <p:spPr>
          <a:xfrm>
            <a:off x="1434704" y="43148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524000" y="4314825"/>
            <a:ext cx="1660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777704" y="3438525"/>
            <a:ext cx="3142800" cy="700727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77704" y="4514851"/>
            <a:ext cx="3142800" cy="31718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3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11513F5-8E1D-45F3-A6FF-4A09406173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D215F0F-77B6-44DC-878E-4689B14A3D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2"/>
            </p:custDataLst>
          </p:nvPr>
        </p:nvCxnSpPr>
        <p:spPr>
          <a:xfrm flipH="1">
            <a:off x="3082529" y="3198813"/>
            <a:ext cx="606147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2833" y="2382361"/>
            <a:ext cx="5928293" cy="701731"/>
          </a:xfrm>
        </p:spPr>
        <p:txBody>
          <a:bodyPr anchor="b">
            <a:normAutofit/>
          </a:bodyPr>
          <a:lstStyle>
            <a:lvl1pPr>
              <a:defRPr sz="3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072833" y="3315284"/>
            <a:ext cx="5928293" cy="28623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D2CFEE-F8A4-42AC-9851-E77D83C319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CECF328-9D5F-4A4E-9951-A44622C709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6B56C46-2CFE-465A-A70B-A09C250866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A113-0A0D-4826-9E23-1280D9003A42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988BE50-8F0E-445B-8081-2AC511B1763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8A6638A-0015-4923-8C51-6FA8E2E6BD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D3AA985-0985-47CA-8106-981EDAD678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27381" y="2738120"/>
            <a:ext cx="4066200" cy="1090800"/>
          </a:xfrm>
        </p:spPr>
        <p:txBody>
          <a:bodyPr rIns="25400" rtlCol="0" anchor="ctr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0AB6C74-9067-4502-92A3-5428F8612FD5}" type="slidenum">
              <a:rPr lang="en-US" altLang="zh-CN"/>
            </a:fld>
            <a:endParaRPr lang="en-US" altLang="zh-CN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80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 sz="6555">
                <a:solidFill>
                  <a:srgbClr val="F00000"/>
                </a:solidFill>
                <a:latin typeface="黑体" panose="02010609060101010101" charset="-122"/>
                <a:ea typeface="黑体" panose="02010609060101010101" charset="-122"/>
              </a:rPr>
              <a:t>大学毕业生要过心理关</a:t>
            </a:r>
            <a:endParaRPr lang="zh-CN" altLang="en-US" sz="6555">
              <a:solidFill>
                <a:srgbClr val="F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zh-CN" altLang="en-US" sz="2900" i="1">
                <a:latin typeface="宋体" panose="02010600030101010101" pitchFamily="2" charset="-122"/>
                <a:ea typeface="宋体" panose="02010600030101010101" pitchFamily="2" charset="-122"/>
              </a:rPr>
              <a:t>心理问题侵袭毕业生</a:t>
            </a:r>
            <a:endParaRPr lang="zh-CN" altLang="en-US" sz="2900" i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大学毕业生的心理问题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4000"/>
              <a:t>就业</a:t>
            </a:r>
            <a:endParaRPr lang="zh-CN" altLang="en-US" sz="400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4000"/>
              <a:t>爱情</a:t>
            </a:r>
            <a:endParaRPr lang="zh-CN" altLang="en-US" sz="400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4000"/>
              <a:t>人际关系</a:t>
            </a:r>
            <a:endParaRPr lang="zh-CN" altLang="en-US" sz="400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4000"/>
              <a:t>人才竞争</a:t>
            </a:r>
            <a:endParaRPr lang="zh-CN" altLang="en-US" sz="400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4000"/>
              <a:t>与父母的关系</a:t>
            </a:r>
            <a:endParaRPr lang="zh-CN" altLang="en-US" sz="4000"/>
          </a:p>
        </p:txBody>
      </p:sp>
      <p:sp>
        <p:nvSpPr>
          <p:cNvPr id="2" name="联机映像占位符 1"/>
          <p:cNvSpPr>
            <a:spLocks noGrp="1"/>
          </p:cNvSpPr>
          <p:nvPr>
            <p:ph type="clipArt" sz="half" idx="2"/>
          </p:nvPr>
        </p:nvSpPr>
        <p:spPr/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加强自我调试</a:t>
            </a:r>
            <a:endParaRPr lang="zh-CN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987675" y="1341120"/>
            <a:ext cx="5181600" cy="4351338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400"/>
              <a:t>对就业，要降低期望值，不攀比。</a:t>
            </a: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400"/>
              <a:t>对爱情，要与对方多沟通、多相处，互相包容。</a:t>
            </a: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400"/>
              <a:t>对人际关系，少看别人的缺点，多看别人的优点。</a:t>
            </a: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400"/>
              <a:t>对竞争，要提高自己的竞争力，不抱怨。</a:t>
            </a: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zh-CN" altLang="en-US" sz="2400"/>
              <a:t>对父母，多听父母的意见，多沟通。</a:t>
            </a:r>
            <a:endParaRPr lang="zh-CN" altLang="en-US" sz="2400"/>
          </a:p>
        </p:txBody>
      </p:sp>
      <p:pic>
        <p:nvPicPr>
          <p:cNvPr id="4102" name="Picture 6" descr="D:\Program Files\Common Files\Microsoft Shared\Clipart\cagcat50\PE01023_.wmf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988820"/>
            <a:ext cx="1330325" cy="2089150"/>
          </a:xfr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ldLvl="5" build="p"/>
      <p:bldP spid="4100" grpId="1" build="p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COMBINE_RELATE_SLIDE_ID" val="background20185109_1"/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96580"/>
</p:tagLst>
</file>

<file path=ppt/tags/tag64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主题六">
  <a:themeElements>
    <a:clrScheme name="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演示</Application>
  <PresentationFormat>全屏显示(4:3)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黑体</vt:lpstr>
      <vt:lpstr>楷体</vt:lpstr>
      <vt:lpstr>主题六</vt:lpstr>
      <vt:lpstr>PowerPoint 演示文稿</vt:lpstr>
      <vt:lpstr>大学毕业生的心理问题</vt:lpstr>
      <vt:lpstr>加强自我调试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大学毕业生的心理问题</dc:title>
  <dc:creator>liu</dc:creator>
  <cp:lastModifiedBy>zy</cp:lastModifiedBy>
  <cp:revision>3</cp:revision>
  <dcterms:created xsi:type="dcterms:W3CDTF">2005-07-15T08:15:00Z</dcterms:created>
  <dcterms:modified xsi:type="dcterms:W3CDTF">2024-01-09T05:06:00Z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4FCF4F1CCFBC4DCCB449C49A858AA5A4_12</vt:lpwstr>
  </property>
  <property fmtid="{D5CDD505-2E9C-101B-9397-08002B2CF9AE}" pid="3" name="KSOProductBuildVer">
    <vt:lpwstr>2052-12.1.0.15712</vt:lpwstr>
  </property>
</Properties>
</file>