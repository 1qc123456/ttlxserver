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3"/>
    <p:sldId id="258" r:id="rId4"/>
    <p:sldId id="257" r:id="rId5"/>
    <p:sldId id="262" r:id="rId6"/>
  </p:sldIdLst>
  <p:sldSz cx="12192000" cy="6858000"/>
  <p:notesSz cx="6858000" cy="9144000"/>
  <p:custDataLst>
    <p:tags r:id="rId1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98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B1D179-D23D-41D4-AEEF-E4B9FEB06903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accent1" phldr="0"/>
      <dgm:spPr/>
    </dgm:pt>
    <dgm:pt modelId="{3F25DA44-7F3E-4C17-A40B-7F663FDBEA65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电</a:t>
          </a:r>
          <a:r>
            <a:rPr lang="zh-CN" altLang="en-US"/>
            <a:t>动汽车诞生</a:t>
          </a:r>
          <a:r>
            <a:rPr lang="zh-CN" altLang="en-US"/>
            <a:t/>
          </a:r>
          <a:endParaRPr lang="zh-CN" altLang="en-US"/>
        </a:p>
      </dgm:t>
    </dgm:pt>
    <dgm:pt modelId="{EE9066D1-3403-4469-8E8C-0D40A82430F2}" cxnId="{611234E1-3EE1-49C6-B57B-AF54D4A441CA}" type="parTrans">
      <dgm:prSet/>
      <dgm:spPr/>
    </dgm:pt>
    <dgm:pt modelId="{8EC5AF5E-9C9F-410A-A755-A3EA5186F948}" cxnId="{611234E1-3EE1-49C6-B57B-AF54D4A441CA}" type="sibTrans">
      <dgm:prSet/>
      <dgm:spPr/>
      <dgm:t>
        <a:bodyPr/>
        <a:p>
          <a:endParaRPr lang="zh-CN" altLang="en-US"/>
        </a:p>
      </dgm:t>
    </dgm:pt>
    <dgm:pt modelId="{2E2F4D3A-969C-4DB2-9FA9-5C4A4036935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电动汽车重获重视</a:t>
          </a:r>
          <a:r>
            <a:rPr lang="zh-CN" altLang="en-US"/>
            <a:t/>
          </a:r>
          <a:endParaRPr lang="zh-CN" altLang="en-US"/>
        </a:p>
      </dgm:t>
    </dgm:pt>
    <dgm:pt modelId="{1E934BFE-4D40-486C-8784-F698A10C4CF5}" cxnId="{968AFCCC-85AB-47BE-83A1-82D3264556C7}" type="parTrans">
      <dgm:prSet/>
      <dgm:spPr/>
    </dgm:pt>
    <dgm:pt modelId="{EC1AFF77-9232-4EEB-95CB-85CEAB3B1FC0}" cxnId="{968AFCCC-85AB-47BE-83A1-82D3264556C7}" type="sibTrans">
      <dgm:prSet/>
      <dgm:spPr/>
      <dgm:t>
        <a:bodyPr/>
        <a:p>
          <a:endParaRPr lang="zh-CN" altLang="en-US"/>
        </a:p>
      </dgm:t>
    </dgm:pt>
    <dgm:pt modelId="{37B86CFA-59B5-46FA-8A6B-9FB187CE14D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混合动力等其它车型的发展</a:t>
          </a:r>
          <a:r>
            <a:rPr lang="zh-CN" altLang="en-US"/>
            <a:t/>
          </a:r>
          <a:endParaRPr lang="zh-CN" altLang="en-US"/>
        </a:p>
      </dgm:t>
    </dgm:pt>
    <dgm:pt modelId="{9DABF4F3-A9E6-40B1-A863-AC9409CC14BB}" cxnId="{FC63464B-612F-4C63-9FDB-44422E56F478}" type="parTrans">
      <dgm:prSet/>
      <dgm:spPr/>
    </dgm:pt>
    <dgm:pt modelId="{18EFF3C3-47F9-402B-A3F3-E9310EA281B4}" cxnId="{FC63464B-612F-4C63-9FDB-44422E56F478}" type="sibTrans">
      <dgm:prSet/>
      <dgm:spPr/>
    </dgm:pt>
    <dgm:pt modelId="{C3C0F740-6DA9-458B-9EB1-6F0F5F10E01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/>
            <a:t>纯电动车市场化发展</a:t>
          </a:r>
          <a:r>
            <a:rPr altLang="en-US"/>
            <a:t/>
          </a:r>
          <a:endParaRPr altLang="en-US"/>
        </a:p>
      </dgm:t>
    </dgm:pt>
    <dgm:pt modelId="{BAA84213-6B4D-4B75-A4F4-785BF47022D4}" cxnId="{F64FAC7C-3BCC-4E29-88CD-4F7635745936}" type="parTrans">
      <dgm:prSet/>
      <dgm:spPr/>
    </dgm:pt>
    <dgm:pt modelId="{BE9549CE-3D95-4BC3-9BDC-BB8BECFE55B8}" cxnId="{F64FAC7C-3BCC-4E29-88CD-4F7635745936}" type="sibTrans">
      <dgm:prSet/>
      <dgm:spPr/>
    </dgm:pt>
    <dgm:pt modelId="{BF708676-7EFC-4C81-9D3A-3E677EAC1C7B}" type="pres">
      <dgm:prSet presAssocID="{8EB1D179-D23D-41D4-AEEF-E4B9FEB06903}" presName="Name0" presStyleCnt="0">
        <dgm:presLayoutVars>
          <dgm:dir/>
          <dgm:resizeHandles val="exact"/>
        </dgm:presLayoutVars>
      </dgm:prSet>
      <dgm:spPr/>
    </dgm:pt>
    <dgm:pt modelId="{111DEAC9-5D4C-4A6A-A44E-082A26F60596}" type="pres">
      <dgm:prSet presAssocID="{3F25DA44-7F3E-4C17-A40B-7F663FDBEA65}" presName="node" presStyleLbl="node1" presStyleIdx="0" presStyleCnt="4">
        <dgm:presLayoutVars>
          <dgm:bulletEnabled val="1"/>
        </dgm:presLayoutVars>
      </dgm:prSet>
      <dgm:spPr/>
    </dgm:pt>
    <dgm:pt modelId="{8A5CF0CE-3323-464D-9C63-05C1BDB053F5}" type="pres">
      <dgm:prSet presAssocID="{8EC5AF5E-9C9F-410A-A755-A3EA5186F948}" presName="sibTrans" presStyleLbl="sibTrans2D1" presStyleIdx="0" presStyleCnt="3"/>
      <dgm:spPr/>
    </dgm:pt>
    <dgm:pt modelId="{5FA465F6-7607-499F-BFB2-52F4E071FB67}" type="pres">
      <dgm:prSet presAssocID="{8EC5AF5E-9C9F-410A-A755-A3EA5186F948}" presName="connectorText" presStyleCnt="0"/>
      <dgm:spPr/>
    </dgm:pt>
    <dgm:pt modelId="{552FB8E7-A5FB-4CC3-94C3-CE0BDF19F9F1}" type="pres">
      <dgm:prSet presAssocID="{2E2F4D3A-969C-4DB2-9FA9-5C4A40369351}" presName="node" presStyleLbl="node1" presStyleIdx="1" presStyleCnt="4">
        <dgm:presLayoutVars>
          <dgm:bulletEnabled val="1"/>
        </dgm:presLayoutVars>
      </dgm:prSet>
      <dgm:spPr/>
    </dgm:pt>
    <dgm:pt modelId="{353C3794-50AA-4D44-83C9-CE28317C3317}" type="pres">
      <dgm:prSet presAssocID="{EC1AFF77-9232-4EEB-95CB-85CEAB3B1FC0}" presName="sibTrans" presStyleLbl="sibTrans2D1" presStyleIdx="1" presStyleCnt="3"/>
      <dgm:spPr/>
    </dgm:pt>
    <dgm:pt modelId="{5AFF040D-0639-4120-9E39-DA822CF9F321}" type="pres">
      <dgm:prSet presAssocID="{EC1AFF77-9232-4EEB-95CB-85CEAB3B1FC0}" presName="connectorText" presStyleCnt="0"/>
      <dgm:spPr/>
    </dgm:pt>
    <dgm:pt modelId="{A1E15D63-E1FF-4A28-A04F-A2B65927BC31}" type="pres">
      <dgm:prSet presAssocID="{37B86CFA-59B5-46FA-8A6B-9FB187CE14DF}" presName="node" presStyleLbl="node1" presStyleIdx="2" presStyleCnt="4">
        <dgm:presLayoutVars>
          <dgm:bulletEnabled val="1"/>
        </dgm:presLayoutVars>
      </dgm:prSet>
      <dgm:spPr/>
    </dgm:pt>
    <dgm:pt modelId="{39193C7B-1995-4373-A3A3-52B16CC2E2CF}" type="pres">
      <dgm:prSet presAssocID="{18EFF3C3-47F9-402B-A3F3-E9310EA281B4}" presName="sibTrans" presStyleLbl="sibTrans2D1" presStyleIdx="2" presStyleCnt="3"/>
      <dgm:spPr/>
    </dgm:pt>
    <dgm:pt modelId="{EB8B88A4-83E3-4DFF-962D-6B1C36D14C84}" type="pres">
      <dgm:prSet presAssocID="{18EFF3C3-47F9-402B-A3F3-E9310EA281B4}" presName="connectorText" presStyleCnt="0"/>
      <dgm:spPr/>
    </dgm:pt>
    <dgm:pt modelId="{E1F50D66-3118-4CE6-A41D-6420B8954A8D}" type="pres">
      <dgm:prSet presAssocID="{C3C0F740-6DA9-458B-9EB1-6F0F5F10E01C}" presName="node" presStyleLbl="node1" presStyleIdx="3" presStyleCnt="4">
        <dgm:presLayoutVars>
          <dgm:bulletEnabled val="1"/>
        </dgm:presLayoutVars>
      </dgm:prSet>
      <dgm:spPr/>
    </dgm:pt>
  </dgm:ptLst>
  <dgm:cxnLst>
    <dgm:cxn modelId="{611234E1-3EE1-49C6-B57B-AF54D4A441CA}" srcId="{8EB1D179-D23D-41D4-AEEF-E4B9FEB06903}" destId="{3F25DA44-7F3E-4C17-A40B-7F663FDBEA65}" srcOrd="0" destOrd="0" parTransId="{EE9066D1-3403-4469-8E8C-0D40A82430F2}" sibTransId="{8EC5AF5E-9C9F-410A-A755-A3EA5186F948}"/>
    <dgm:cxn modelId="{968AFCCC-85AB-47BE-83A1-82D3264556C7}" srcId="{8EB1D179-D23D-41D4-AEEF-E4B9FEB06903}" destId="{2E2F4D3A-969C-4DB2-9FA9-5C4A40369351}" srcOrd="1" destOrd="0" parTransId="{1E934BFE-4D40-486C-8784-F698A10C4CF5}" sibTransId="{EC1AFF77-9232-4EEB-95CB-85CEAB3B1FC0}"/>
    <dgm:cxn modelId="{FC63464B-612F-4C63-9FDB-44422E56F478}" srcId="{8EB1D179-D23D-41D4-AEEF-E4B9FEB06903}" destId="{37B86CFA-59B5-46FA-8A6B-9FB187CE14DF}" srcOrd="2" destOrd="0" parTransId="{9DABF4F3-A9E6-40B1-A863-AC9409CC14BB}" sibTransId="{18EFF3C3-47F9-402B-A3F3-E9310EA281B4}"/>
    <dgm:cxn modelId="{F64FAC7C-3BCC-4E29-88CD-4F7635745936}" srcId="{8EB1D179-D23D-41D4-AEEF-E4B9FEB06903}" destId="{C3C0F740-6DA9-458B-9EB1-6F0F5F10E01C}" srcOrd="3" destOrd="0" parTransId="{BAA84213-6B4D-4B75-A4F4-785BF47022D4}" sibTransId="{BE9549CE-3D95-4BC3-9BDC-BB8BECFE55B8}"/>
    <dgm:cxn modelId="{F65B720E-7515-4EA8-871E-D85373BDB160}" type="presOf" srcId="{8EB1D179-D23D-41D4-AEEF-E4B9FEB06903}" destId="{BF708676-7EFC-4C81-9D3A-3E677EAC1C7B}" srcOrd="0" destOrd="0" presId="urn:microsoft.com/office/officeart/2005/8/layout/process1"/>
    <dgm:cxn modelId="{1CD855B9-FB0E-4A78-8310-5D575C1B2D7C}" type="presParOf" srcId="{BF708676-7EFC-4C81-9D3A-3E677EAC1C7B}" destId="{111DEAC9-5D4C-4A6A-A44E-082A26F60596}" srcOrd="0" destOrd="0" presId="urn:microsoft.com/office/officeart/2005/8/layout/process1"/>
    <dgm:cxn modelId="{E95CCAE4-9C62-4F68-8ED7-71BE3D849BC9}" type="presOf" srcId="{3F25DA44-7F3E-4C17-A40B-7F663FDBEA65}" destId="{111DEAC9-5D4C-4A6A-A44E-082A26F60596}" srcOrd="0" destOrd="0" presId="urn:microsoft.com/office/officeart/2005/8/layout/process1"/>
    <dgm:cxn modelId="{FB67061C-DB9C-4144-8231-9913B82DABE6}" type="presParOf" srcId="{BF708676-7EFC-4C81-9D3A-3E677EAC1C7B}" destId="{8A5CF0CE-3323-464D-9C63-05C1BDB053F5}" srcOrd="1" destOrd="0" presId="urn:microsoft.com/office/officeart/2005/8/layout/process1"/>
    <dgm:cxn modelId="{40AF8E8F-CB7C-49D3-BDC9-7D80EAD40E38}" type="presOf" srcId="{8EC5AF5E-9C9F-410A-A755-A3EA5186F948}" destId="{8A5CF0CE-3323-464D-9C63-05C1BDB053F5}" srcOrd="0" destOrd="0" presId="urn:microsoft.com/office/officeart/2005/8/layout/process1"/>
    <dgm:cxn modelId="{C7D765B9-3C58-412A-9972-7AA681163F2B}" type="presParOf" srcId="{8A5CF0CE-3323-464D-9C63-05C1BDB053F5}" destId="{5FA465F6-7607-499F-BFB2-52F4E071FB67}" srcOrd="0" destOrd="1" presId="urn:microsoft.com/office/officeart/2005/8/layout/process1"/>
    <dgm:cxn modelId="{F76AF294-FF78-49C1-9957-582613E9DD22}" type="presOf" srcId="{8EC5AF5E-9C9F-410A-A755-A3EA5186F948}" destId="{5FA465F6-7607-499F-BFB2-52F4E071FB67}" srcOrd="1" destOrd="0" presId="urn:microsoft.com/office/officeart/2005/8/layout/process1"/>
    <dgm:cxn modelId="{279D9F59-23C7-463C-8D78-C42A8811C721}" type="presParOf" srcId="{BF708676-7EFC-4C81-9D3A-3E677EAC1C7B}" destId="{552FB8E7-A5FB-4CC3-94C3-CE0BDF19F9F1}" srcOrd="2" destOrd="0" presId="urn:microsoft.com/office/officeart/2005/8/layout/process1"/>
    <dgm:cxn modelId="{EE01B30A-22D0-496E-AFAC-CC735A17AEE1}" type="presOf" srcId="{2E2F4D3A-969C-4DB2-9FA9-5C4A40369351}" destId="{552FB8E7-A5FB-4CC3-94C3-CE0BDF19F9F1}" srcOrd="0" destOrd="0" presId="urn:microsoft.com/office/officeart/2005/8/layout/process1"/>
    <dgm:cxn modelId="{419A25CB-A143-4962-A6A9-4AE6F74E003A}" type="presParOf" srcId="{BF708676-7EFC-4C81-9D3A-3E677EAC1C7B}" destId="{353C3794-50AA-4D44-83C9-CE28317C3317}" srcOrd="3" destOrd="0" presId="urn:microsoft.com/office/officeart/2005/8/layout/process1"/>
    <dgm:cxn modelId="{AD55FDDB-7922-497C-A431-4B87A111C3C1}" type="presOf" srcId="{EC1AFF77-9232-4EEB-95CB-85CEAB3B1FC0}" destId="{353C3794-50AA-4D44-83C9-CE28317C3317}" srcOrd="0" destOrd="0" presId="urn:microsoft.com/office/officeart/2005/8/layout/process1"/>
    <dgm:cxn modelId="{EF8DBA1F-3FDE-4827-A844-71A1B5A2A129}" type="presParOf" srcId="{353C3794-50AA-4D44-83C9-CE28317C3317}" destId="{5AFF040D-0639-4120-9E39-DA822CF9F321}" srcOrd="0" destOrd="3" presId="urn:microsoft.com/office/officeart/2005/8/layout/process1"/>
    <dgm:cxn modelId="{0CB4CBD3-1985-4C46-8C62-E81E10BB1A24}" type="presOf" srcId="{EC1AFF77-9232-4EEB-95CB-85CEAB3B1FC0}" destId="{5AFF040D-0639-4120-9E39-DA822CF9F321}" srcOrd="1" destOrd="0" presId="urn:microsoft.com/office/officeart/2005/8/layout/process1"/>
    <dgm:cxn modelId="{19FB462A-1C3C-4782-B05D-FA42E98E95C8}" type="presParOf" srcId="{BF708676-7EFC-4C81-9D3A-3E677EAC1C7B}" destId="{A1E15D63-E1FF-4A28-A04F-A2B65927BC31}" srcOrd="4" destOrd="0" presId="urn:microsoft.com/office/officeart/2005/8/layout/process1"/>
    <dgm:cxn modelId="{3B79A127-E919-441C-BE87-431553BC4935}" type="presOf" srcId="{37B86CFA-59B5-46FA-8A6B-9FB187CE14DF}" destId="{A1E15D63-E1FF-4A28-A04F-A2B65927BC31}" srcOrd="0" destOrd="0" presId="urn:microsoft.com/office/officeart/2005/8/layout/process1"/>
    <dgm:cxn modelId="{830ED0B7-82A3-4749-B482-A3E886BEE00A}" type="presParOf" srcId="{BF708676-7EFC-4C81-9D3A-3E677EAC1C7B}" destId="{39193C7B-1995-4373-A3A3-52B16CC2E2CF}" srcOrd="5" destOrd="0" presId="urn:microsoft.com/office/officeart/2005/8/layout/process1"/>
    <dgm:cxn modelId="{A3A6A4FE-20C8-45A2-9A68-E88B2AB6362F}" type="presOf" srcId="{18EFF3C3-47F9-402B-A3F3-E9310EA281B4}" destId="{39193C7B-1995-4373-A3A3-52B16CC2E2CF}" srcOrd="0" destOrd="0" presId="urn:microsoft.com/office/officeart/2005/8/layout/process1"/>
    <dgm:cxn modelId="{12AEC0D6-A671-4533-AFC5-B6D2182B6ABD}" type="presParOf" srcId="{39193C7B-1995-4373-A3A3-52B16CC2E2CF}" destId="{EB8B88A4-83E3-4DFF-962D-6B1C36D14C84}" srcOrd="0" destOrd="5" presId="urn:microsoft.com/office/officeart/2005/8/layout/process1"/>
    <dgm:cxn modelId="{FD9E3776-C937-4069-9940-B3B9F6246625}" type="presOf" srcId="{18EFF3C3-47F9-402B-A3F3-E9310EA281B4}" destId="{EB8B88A4-83E3-4DFF-962D-6B1C36D14C84}" srcOrd="1" destOrd="0" presId="urn:microsoft.com/office/officeart/2005/8/layout/process1"/>
    <dgm:cxn modelId="{8FA34FA8-6131-49D2-8B22-A2A0ACE792A2}" type="presParOf" srcId="{BF708676-7EFC-4C81-9D3A-3E677EAC1C7B}" destId="{E1F50D66-3118-4CE6-A41D-6420B8954A8D}" srcOrd="6" destOrd="0" presId="urn:microsoft.com/office/officeart/2005/8/layout/process1"/>
    <dgm:cxn modelId="{FDC9F3DA-91E7-49ED-8706-7B91F866BEB0}" type="presOf" srcId="{C3C0F740-6DA9-458B-9EB1-6F0F5F10E01C}" destId="{E1F50D66-3118-4CE6-A41D-6420B8954A8D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111DEAC9-5D4C-4A6A-A44E-082A26F60596}">
      <dsp:nvSpPr>
        <dsp:cNvPr id="3" name="圆角矩形 2"/>
        <dsp:cNvSpPr/>
      </dsp:nvSpPr>
      <dsp:spPr bwMode="white">
        <a:xfrm>
          <a:off x="0" y="2188845"/>
          <a:ext cx="1563077" cy="104076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电</a:t>
          </a:r>
          <a:r>
            <a:rPr lang="zh-CN" altLang="en-US"/>
            <a:t>动汽车诞生</a:t>
          </a:r>
          <a:endParaRPr lang="zh-CN" altLang="en-US"/>
        </a:p>
      </dsp:txBody>
      <dsp:txXfrm>
        <a:off x="0" y="2188845"/>
        <a:ext cx="1563077" cy="1040765"/>
      </dsp:txXfrm>
    </dsp:sp>
    <dsp:sp modelId="{8A5CF0CE-3323-464D-9C63-05C1BDB053F5}">
      <dsp:nvSpPr>
        <dsp:cNvPr id="4" name="右箭头 3"/>
        <dsp:cNvSpPr/>
      </dsp:nvSpPr>
      <dsp:spPr bwMode="white">
        <a:xfrm>
          <a:off x="1710006" y="2515406"/>
          <a:ext cx="331372" cy="387643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710006" y="2515406"/>
        <a:ext cx="331372" cy="387643"/>
      </dsp:txXfrm>
    </dsp:sp>
    <dsp:sp modelId="{552FB8E7-A5FB-4CC3-94C3-CE0BDF19F9F1}">
      <dsp:nvSpPr>
        <dsp:cNvPr id="5" name="圆角矩形 4"/>
        <dsp:cNvSpPr/>
      </dsp:nvSpPr>
      <dsp:spPr bwMode="white">
        <a:xfrm>
          <a:off x="2188308" y="2188845"/>
          <a:ext cx="1563077" cy="104076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电动汽车重获重视</a:t>
          </a:r>
          <a:endParaRPr lang="zh-CN" altLang="en-US"/>
        </a:p>
      </dsp:txBody>
      <dsp:txXfrm>
        <a:off x="2188308" y="2188845"/>
        <a:ext cx="1563077" cy="1040765"/>
      </dsp:txXfrm>
    </dsp:sp>
    <dsp:sp modelId="{353C3794-50AA-4D44-83C9-CE28317C3317}">
      <dsp:nvSpPr>
        <dsp:cNvPr id="6" name="右箭头 5"/>
        <dsp:cNvSpPr/>
      </dsp:nvSpPr>
      <dsp:spPr bwMode="white">
        <a:xfrm>
          <a:off x="3898314" y="2515406"/>
          <a:ext cx="331372" cy="387643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3898314" y="2515406"/>
        <a:ext cx="331372" cy="387643"/>
      </dsp:txXfrm>
    </dsp:sp>
    <dsp:sp modelId="{A1E15D63-E1FF-4A28-A04F-A2B65927BC31}">
      <dsp:nvSpPr>
        <dsp:cNvPr id="7" name="圆角矩形 6"/>
        <dsp:cNvSpPr/>
      </dsp:nvSpPr>
      <dsp:spPr bwMode="white">
        <a:xfrm>
          <a:off x="4376615" y="2188845"/>
          <a:ext cx="1563077" cy="104076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混合动力等其它车型的发展</a:t>
          </a:r>
          <a:endParaRPr lang="zh-CN" altLang="en-US"/>
        </a:p>
      </dsp:txBody>
      <dsp:txXfrm>
        <a:off x="4376615" y="2188845"/>
        <a:ext cx="1563077" cy="1040765"/>
      </dsp:txXfrm>
    </dsp:sp>
    <dsp:sp modelId="{39193C7B-1995-4373-A3A3-52B16CC2E2CF}">
      <dsp:nvSpPr>
        <dsp:cNvPr id="8" name="右箭头 7"/>
        <dsp:cNvSpPr/>
      </dsp:nvSpPr>
      <dsp:spPr bwMode="white">
        <a:xfrm>
          <a:off x="6086622" y="2515406"/>
          <a:ext cx="331372" cy="387643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</a:p>
      </dsp:txBody>
      <dsp:txXfrm>
        <a:off x="6086622" y="2515406"/>
        <a:ext cx="331372" cy="387643"/>
      </dsp:txXfrm>
    </dsp:sp>
    <dsp:sp modelId="{E1F50D66-3118-4CE6-A41D-6420B8954A8D}">
      <dsp:nvSpPr>
        <dsp:cNvPr id="9" name="圆角矩形 8"/>
        <dsp:cNvSpPr/>
      </dsp:nvSpPr>
      <dsp:spPr bwMode="white">
        <a:xfrm>
          <a:off x="6564923" y="2188845"/>
          <a:ext cx="1563077" cy="104076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/>
            <a:t>纯电动车市场化发展</a:t>
          </a:r>
          <a:endParaRPr altLang="en-US"/>
        </a:p>
      </dsp:txBody>
      <dsp:txXfrm>
        <a:off x="6564923" y="2188845"/>
        <a:ext cx="1563077" cy="10407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8029575" y="458788"/>
            <a:ext cx="741363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3287713" y="-7938"/>
            <a:ext cx="1457325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199063" y="5929313"/>
            <a:ext cx="18288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484188" y="113823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757714" y="2510565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757714" y="3461461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CB3C884-3462-4C4A-A5F1-D812455842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D2FF01E-7EC3-401F-8FBF-CE691394A2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408113" y="2114550"/>
            <a:ext cx="2681287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9802813" y="3541713"/>
            <a:ext cx="115887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10299700" y="3541713"/>
            <a:ext cx="115888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9967913" y="3541713"/>
            <a:ext cx="115887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0134600" y="3541713"/>
            <a:ext cx="115888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3003550" y="2360613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2039938" y="424338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39AB2C4-6AF9-49B6-B761-84EB5476A8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2723A51-B11D-488F-A3EA-EAA3EE1AFC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FF439AD-4A40-4243-B0AF-02A9AFF617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1EBB2E1-87C6-4749-AD35-010E6F04A45A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B647B36-D0CB-46F3-AB91-C8EEB97EB1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B58C628-AA6F-4589-B803-B118E7B95F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976625C-8C34-4842-ADFB-2F256E600D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8545C-41A2-4515-8542-2CF25804E6B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481138" y="1231812"/>
            <a:ext cx="1497012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8089900" y="-7938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4592638" y="5781675"/>
            <a:ext cx="2116137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8273266" y="23358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5813425" y="893763"/>
            <a:ext cx="563563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936564" y="2842161"/>
            <a:ext cx="8318872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92814-EA41-4E92-BD9F-9B3797F3E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12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12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CBC140A5-283F-4A39-AF27-6AD266ABA7DF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p>
            <a:r>
              <a:rPr lang="zh-CN" altLang="en-US" sz="6300">
                <a:latin typeface="黑体" panose="02010609060101010101" pitchFamily="49" charset="-122"/>
                <a:ea typeface="黑体" panose="02010609060101010101" pitchFamily="49" charset="-122"/>
              </a:rPr>
              <a:t>新能源汽车</a:t>
            </a:r>
            <a:endParaRPr lang="zh-CN" altLang="en-US" sz="6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纯电动汽车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sz="3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纯电动汽车（Battery Electric Vehicles，BEV）（是一种采用单一蓄电池作为储能动力源的汽车，它利用蓄电池作为储能动力源，通过电池向电动机提供电能，驱动电动机运转，从而推动汽车行驶。纯电动汽车的可充电电池主要有铅酸电池、镍镉电池、镍氢电池和锂离子电池等，这些电池可以提供纯电动汽车动力。同时，纯电动汽车也通过电池来储存电能，驱动电机运转，让车辆正常行驶。</a:t>
            </a:r>
            <a:endParaRPr sz="3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09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混合动力汽车和燃料电池电动汽车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C000"/>
              </a:buClr>
              <a:buFont typeface="Wingdings" panose="05000000000000000000" charset="0"/>
              <a:buChar char="u"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混合动力汽车（Hybrid Electric Vehicle，HEV），它的主要驱动系统由至少两个能同时运转的单个驱动系统组合 而成的汽车，混合动力汽车的行驶功率主要取决于混合动力汽车的车辆行驶状态：一种是由单个驱动系统单独提供；第二种是通过多个驱动系统共同提供。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Clr>
                <a:srgbClr val="FFC000"/>
              </a:buClr>
              <a:buFont typeface="Wingdings" panose="05000000000000000000" charset="0"/>
              <a:buChar char="u"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燃料电池电动汽车（Fuel Cell Electric Vehicle，FCEV），在催化剂的作用下，燃料电池电动车用氢气、甲醇、天然气、 汽油等作为反应物与空气中的氧在电池中燃烧，进而电能为汽车提供动力源。本质上来说，燃料电池电动车也属于电动汽车之一，在很多性能和设计方面和电动汽车都有很多相似之处，将其分为两类是由于燃料电池电动车是将氢、甲醇、 天然气、汽油等通过化学反应能转化成电能，而纯电动车是靠充电补充电能。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 descr="图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3655" y="1845310"/>
            <a:ext cx="5181923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ldLvl="5" build="p"/>
      <p:bldP spid="3075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图示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矩形 4"/>
          <p:cNvSpPr/>
          <p:nvPr/>
        </p:nvSpPr>
        <p:spPr>
          <a:xfrm>
            <a:off x="4044315" y="476885"/>
            <a:ext cx="385572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历史发展</a:t>
            </a:r>
            <a:endParaRPr lang="zh-CN" altLang="en-US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:dissolve/>
      </p:transition>
    </mc:Choice>
    <mc:Fallback>
      <p:transition spd="slow" advTm="2000">
        <p:dissolv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commondata" val="eyJoZGlkIjoiNjQwNzdkNTI0ZmEyODlhNmVjYjU4ZGU0YTBmMWRhMTcifQ=="/>
</p:tagLst>
</file>

<file path=ppt/theme/theme1.xml><?xml version="1.0" encoding="utf-8"?>
<a:theme xmlns:a="http://schemas.openxmlformats.org/drawingml/2006/main" name="主题七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WPS 演示</Application>
  <PresentationFormat>全屏显示(4:3)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微软雅黑</vt:lpstr>
      <vt:lpstr>Arial Unicode MS</vt:lpstr>
      <vt:lpstr>黑体</vt:lpstr>
      <vt:lpstr>华文仿宋</vt:lpstr>
      <vt:lpstr>华文行楷</vt:lpstr>
      <vt:lpstr>微软雅黑 Light</vt:lpstr>
      <vt:lpstr>方正舒体</vt:lpstr>
      <vt:lpstr>仿宋</vt:lpstr>
      <vt:lpstr>华文中宋</vt:lpstr>
      <vt:lpstr>华文彩云</vt:lpstr>
      <vt:lpstr>Wingdings</vt:lpstr>
      <vt:lpstr>主题七</vt:lpstr>
      <vt:lpstr>PowerPoint 演示文稿</vt:lpstr>
      <vt:lpstr>纯电动汽车</vt:lpstr>
      <vt:lpstr>混合动力汽车和燃料电池电动汽车</vt:lpstr>
      <vt:lpstr>PowerPoint 演示文稿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快速发展的私人小汽车</dc:title>
  <dc:creator>liu</dc:creator>
  <cp:lastModifiedBy>湖北技能高考-陈欢</cp:lastModifiedBy>
  <cp:revision>10</cp:revision>
  <dcterms:created xsi:type="dcterms:W3CDTF">2005-07-07T06:04:00Z</dcterms:created>
  <dcterms:modified xsi:type="dcterms:W3CDTF">2024-01-15T02:41:48Z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9A6859E9F08C4B959E6AEC54EC34493A_12</vt:lpwstr>
  </property>
  <property fmtid="{D5CDD505-2E9C-101B-9397-08002B2CF9AE}" pid="3" name="KSOProductBuildVer">
    <vt:lpwstr>2052-12.1.0.15712</vt:lpwstr>
  </property>
</Properties>
</file>