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3"/>
    <p:sldId id="257" r:id="rId4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B3C884-3462-4C4A-A5F1-D812455842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FF01E-7EC3-401F-8FBF-CE691394A2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9AB2C4-6AF9-49B6-B761-84EB5476A8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23A51-B11D-488F-A3EA-EAA3EE1AFC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F439AD-4A40-4243-B0AF-02A9AFF617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7697B-AF45-4080-92E2-CC726A9154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47B36-D0CB-46F3-AB91-C8EEB97EB1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EBBB9-43A1-4623-9D30-AE6D81538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8C628-AA6F-4589-B803-B118E7B95F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C59451-0E17-478C-9918-5D2329FA96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76625C-8C34-4842-ADFB-2F256E600D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CBC140A5-283F-4A39-AF27-6AD266ABA7D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纯电动汽车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纯电动汽车（Battery Electric Vehicles，BEV）（是一种采用单一蓄电池作为储能动力源的汽车，它利用蓄电池作为储能动力源，通过电池向电动机提供电能，驱动电动机运转，从而推动汽车行驶。纯电动汽车的可充电电池主要有铅酸电池、镍镉电池、镍氢电池和锂离子电池等，这些电池可以提供纯电动汽车动力。同时，纯电动汽车也通过电池来储存电能，驱动电机运转，让车辆正常行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混合动力汽车和燃料电池电动汽车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混合动力汽车（Hybrid Electric Vehicle，HEV），它的主要驱动系统由至少两个能同时运转的单个驱动系统组合 而成的汽车，混合动力汽车的行驶功率主要取决于混合动力汽车的车辆行驶状态：一种是由单个驱动系统单独提供；第二种是通过多个驱动系统共同提供。</a:t>
            </a:r>
          </a:p>
          <a:p>
            <a:r>
              <a:t>燃料电池电动汽车（Fuel Cell Electric Vehicle，FCEV），在催化剂的作用下，燃料电池电动车用氢气、甲醇、天然气、 汽油等作为反应物与空气中的氧在电池中燃烧，进而电能为汽车提供动力源。本质上来说，燃料电池电动车也属于电动汽车之一，在很多性能和设计方面和电动汽车都有很多相似之处，将其分为两类是由于燃料电池电动车是将氢、甲醇、 天然气、汽油等通过化学反应能转化成电能，而纯电动车是靠充电补充电能。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4MTMzMWEyOTdhZTU0NDI3NzM3ZjVkYWMzYTc2ZWQ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WPS 演示</Application>
  <PresentationFormat>全屏显示(4:3)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黑体</vt:lpstr>
      <vt:lpstr>默认设计模板</vt:lpstr>
      <vt:lpstr>私人小客车发展迅速</vt:lpstr>
      <vt:lpstr>私人小客车发展迅速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Administrator</cp:lastModifiedBy>
  <cp:revision>4</cp:revision>
  <dcterms:created xsi:type="dcterms:W3CDTF">2005-07-07T06:04:00Z</dcterms:created>
  <dcterms:modified xsi:type="dcterms:W3CDTF">2024-01-11T07:17:51Z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9A6859E9F08C4B959E6AEC54EC34493A_12</vt:lpwstr>
  </property>
  <property fmtid="{D5CDD505-2E9C-101B-9397-08002B2CF9AE}" pid="3" name="KSOProductBuildVer">
    <vt:lpwstr>2052-12.1.0.15712</vt:lpwstr>
  </property>
</Properties>
</file>