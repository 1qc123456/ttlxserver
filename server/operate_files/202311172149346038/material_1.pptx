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艺术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1.png"/><Relationship Id="rId2" Type="http://schemas.openxmlformats.org/officeDocument/2006/relationships/tags" Target="../tags/tag1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43001" y="2032001"/>
            <a:ext cx="6858000" cy="1396630"/>
          </a:xfrm>
        </p:spPr>
        <p:txBody>
          <a:bodyPr rIns="25400" anchor="b">
            <a:noAutofit/>
          </a:bodyPr>
          <a:lstStyle>
            <a:lvl1pPr algn="ctr">
              <a:defRPr sz="4800" spc="6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43001" y="3587404"/>
            <a:ext cx="6858000" cy="1021031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bg1"/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8" name="chimes.wav"/>
          </p:stSnd>
        </p:sndAc>
      </p:transition>
    </mc:Choice>
    <mc:Fallback>
      <p:transition spd="med">
        <p:newsflash/>
        <p:sndAc>
          <p:stSnd>
            <p:snd r:embed="rId8" name="chimes.wav"/>
          </p:stSnd>
        </p:sndAc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六边形 9"/>
          <p:cNvSpPr/>
          <p:nvPr>
            <p:custDataLst>
              <p:tags r:id="rId7"/>
            </p:custDataLst>
          </p:nvPr>
        </p:nvSpPr>
        <p:spPr>
          <a:xfrm>
            <a:off x="118462" y="443234"/>
            <a:ext cx="383949" cy="441964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24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8" name="chimes.wav"/>
          </p:stSnd>
        </p:sndAc>
      </p:transition>
    </mc:Choice>
    <mc:Fallback>
      <p:transition spd="med">
        <p:newsflash/>
        <p:sndAc>
          <p:stSnd>
            <p:snd r:embed="rId8" name="chimes.wav"/>
          </p:stSnd>
        </p:sndAc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image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780" r="3660"/>
          <a:stretch>
            <a:fillRect/>
          </a:stretch>
        </p:blipFill>
        <p:spPr>
          <a:xfrm rot="5400000">
            <a:off x="-1006316" y="1336675"/>
            <a:ext cx="5153501" cy="4185285"/>
          </a:xfrm>
          <a:prstGeom prst="rect">
            <a:avLst/>
          </a:prstGeom>
        </p:spPr>
      </p:pic>
      <p:sp>
        <p:nvSpPr>
          <p:cNvPr id="5" name="六边形 4"/>
          <p:cNvSpPr/>
          <p:nvPr>
            <p:custDataLst>
              <p:tags r:id="rId4"/>
            </p:custDataLst>
          </p:nvPr>
        </p:nvSpPr>
        <p:spPr>
          <a:xfrm>
            <a:off x="2711054" y="2924175"/>
            <a:ext cx="879872" cy="1009650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923929" y="2673627"/>
            <a:ext cx="3455876" cy="816646"/>
          </a:xfrm>
        </p:spPr>
        <p:txBody>
          <a:bodyPr rIns="63500" anchor="b">
            <a:noAutofit/>
          </a:bodyPr>
          <a:lstStyle>
            <a:lvl1pPr>
              <a:defRPr sz="3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3923928" y="3571479"/>
            <a:ext cx="3455876" cy="682469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10" name="chimes.wav"/>
          </p:stSnd>
        </p:sndAc>
      </p:transition>
    </mc:Choice>
    <mc:Fallback>
      <p:transition spd="med">
        <p:newsflash/>
        <p:sndAc>
          <p:stSnd>
            <p:snd r:embed="rId10" name="chimes.wav"/>
          </p:stSnd>
        </p:sndAc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8" name="chimes.wav"/>
          </p:stSnd>
        </p:sndAc>
      </p:transition>
    </mc:Choice>
    <mc:Fallback>
      <p:transition spd="med">
        <p:newsflash/>
        <p:sndAc>
          <p:stSnd>
            <p:snd r:embed="rId8" name="chimes.wav"/>
          </p:stSnd>
        </p:sndAc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10" name="chimes.wav"/>
          </p:stSnd>
        </p:sndAc>
      </p:transition>
    </mc:Choice>
    <mc:Fallback>
      <p:transition spd="med">
        <p:newsflash/>
        <p:sndAc>
          <p:stSnd>
            <p:snd r:embed="rId10" name="chimes.wav"/>
          </p:stSnd>
        </p:sndAc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黑体" panose="02010609060101010101" charset="-122"/>
                <a:cs typeface="+mn-cs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6" name="chimes.wav"/>
          </p:stSnd>
        </p:sndAc>
      </p:transition>
    </mc:Choice>
    <mc:Fallback>
      <p:transition spd="med">
        <p:newsflash/>
        <p:sndAc>
          <p:stSnd>
            <p:snd r:embed="rId6" name="chimes.wav"/>
          </p:stSnd>
        </p:sndAc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5" name="chimes.wav"/>
          </p:stSnd>
        </p:sndAc>
      </p:transition>
    </mc:Choice>
    <mc:Fallback>
      <p:transition spd="med">
        <p:newsflash/>
        <p:sndAc>
          <p:stSnd>
            <p:snd r:embed="rId5" name="chimes.wav"/>
          </p:stSnd>
        </p:sndAc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8" name="chimes.wav"/>
          </p:stSnd>
        </p:sndAc>
      </p:transition>
    </mc:Choice>
    <mc:Fallback>
      <p:transition spd="med">
        <p:newsflash/>
        <p:sndAc>
          <p:stSnd>
            <p:snd r:embed="rId8" name="chimes.wav"/>
          </p:stSnd>
        </p:sndAc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7" name="chimes.wav"/>
          </p:stSnd>
        </p:sndAc>
      </p:transition>
    </mc:Choice>
    <mc:Fallback>
      <p:transition spd="med">
        <p:newsflash/>
        <p:sndAc>
          <p:stSnd>
            <p:snd r:embed="rId7" name="chimes.wav"/>
          </p:stSnd>
        </p:sndAc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604E170-34F3-456A-9539-A9B12C468DB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6" name="chimes.wav"/>
          </p:stSnd>
        </p:sndAc>
      </p:transition>
    </mc:Choice>
    <mc:Fallback>
      <p:transition spd="med">
        <p:newsflash/>
        <p:sndAc>
          <p:stSnd>
            <p:snd r:embed="rId6" name="chimes.wav"/>
          </p:stSnd>
        </p:sndAc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28649" y="2473126"/>
            <a:ext cx="7886701" cy="1911747"/>
          </a:xfrm>
        </p:spPr>
        <p:txBody>
          <a:bodyPr rtlCol="0" anchor="ctr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单击此处编辑标题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74DE4A-AF88-4CC7-8A46-288F8CD57EC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7" name="chimes.wav"/>
          </p:stSnd>
        </p:sndAc>
      </p:transition>
    </mc:Choice>
    <mc:Fallback>
      <p:transition spd="med">
        <p:newsflash/>
        <p:sndAc>
          <p:stSnd>
            <p:snd r:embed="rId7" name="chimes.wav"/>
          </p:stSnd>
        </p:sndAc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画册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18" name="chimes.wav"/>
          </p:stSnd>
        </p:sndAc>
      </p:transition>
    </mc:Choice>
    <mc:Fallback>
      <p:transition spd="med">
        <p:newsflash/>
        <p:sndAc>
          <p:stSnd>
            <p:snd r:embed="rId18" name="chimes.wav"/>
          </p:stSnd>
        </p:sndAc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80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画册</a:t>
            </a:r>
            <a:endParaRPr lang="zh-CN" altLang="en-US" sz="80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4800">
                <a:latin typeface="仿宋" panose="02010609060101010101" charset="-122"/>
                <a:ea typeface="仿宋" panose="02010609060101010101" charset="-122"/>
              </a:rPr>
              <a:t>丹丹</a:t>
            </a:r>
            <a:endParaRPr lang="zh-CN" altLang="en-US" sz="480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画册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1" name="chimes.wav"/>
          </p:stSnd>
        </p:sndAc>
      </p:transition>
    </mc:Choice>
    <mc:Fallback>
      <p:transition spd="med">
        <p:newsflash/>
        <p:sndAc>
          <p:stSnd>
            <p:snd r:embed="rId1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13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0" y="1412875"/>
            <a:ext cx="6350000" cy="4089400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画册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2" name="chimes.wav"/>
          </p:stSnd>
        </p:sndAc>
      </p:transition>
    </mc:Choice>
    <mc:Fallback>
      <p:transition spd="med">
        <p:newsflash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画册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1" name="chimes.wav"/>
          </p:stSnd>
        </p:sndAc>
      </p:transition>
    </mc:Choice>
    <mc:Fallback>
      <p:transition spd="med">
        <p:newsflash/>
        <p:sndAc>
          <p:stSnd>
            <p:snd r:embed="rId1" name="chimes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ID" val="_2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1944_1"/>
  <p:tag name="KSO_WM_TEMPLATE_CATEGORY" val="custom"/>
  <p:tag name="KSO_WM_TEMPLATE_INDEX" val="20196576"/>
  <p:tag name="KSO_WM_TEMPLATE_SUBCATEGORY" val="0"/>
  <p:tag name="KSO_WM_TEMPLATE_THUMBS_INDEX" val="1"/>
</p:tagLst>
</file>

<file path=ppt/tags/tag65.xml><?xml version="1.0" encoding="utf-8"?>
<p:tagLst xmlns:p="http://schemas.openxmlformats.org/presentationml/2006/main">
  <p:tag name="COMMONDATA" val="eyJoZGlkIjoiYjEwYmM1YTU3MmVlMWEwZDQyNzdjYzQ4MWU5ZWEzOTQifQ=="/>
  <p:tag name="KSO_WPP_MARK_KEY" val="8c43c191-3da2-47e8-a4dd-afda283c342e"/>
</p:tagLst>
</file>

<file path=ppt/theme/theme1.xml><?xml version="1.0" encoding="utf-8"?>
<a:theme xmlns:a="http://schemas.openxmlformats.org/drawingml/2006/main" name="主题二">
  <a:themeElements>
    <a:clrScheme name="2">
      <a:dk1>
        <a:sysClr val="windowText" lastClr="000000"/>
      </a:dk1>
      <a:lt1>
        <a:sysClr val="window" lastClr="FFFFFF"/>
      </a:lt1>
      <a:dk2>
        <a:srgbClr val="262626"/>
      </a:dk2>
      <a:lt2>
        <a:srgbClr val="EEECE1"/>
      </a:lt2>
      <a:accent1>
        <a:srgbClr val="FFFFFF"/>
      </a:accent1>
      <a:accent2>
        <a:srgbClr val="1B1E1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WPS 演示</Application>
  <PresentationFormat>全屏显示(4:3)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黑体</vt:lpstr>
      <vt:lpstr>仿宋</vt:lpstr>
      <vt:lpstr>Calibri</vt:lpstr>
      <vt:lpstr>微软雅黑</vt:lpstr>
      <vt:lpstr>Arial Unicode MS</vt:lpstr>
      <vt:lpstr>主题二</vt:lpstr>
      <vt:lpstr>画册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8</cp:revision>
  <dcterms:created xsi:type="dcterms:W3CDTF">2019-10-09T08:14:00Z</dcterms:created>
  <dcterms:modified xsi:type="dcterms:W3CDTF">2023-10-20T07:04:51Z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F56D88C8338F4197A090FAA6266592A8_12</vt:lpwstr>
  </property>
  <property fmtid="{D5CDD505-2E9C-101B-9397-08002B2CF9AE}" pid="3" name="KSOProductBuildVer">
    <vt:lpwstr>2052-11.1.0.14227</vt:lpwstr>
  </property>
</Properties>
</file>