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62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152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2019-09-12T01:31:36Z</dcterms:created>
  <dcterms:modified xsi:type="dcterms:W3CDTF">2019-09-12T02:08:38Z</dcterms:modified>
</cp:coreProperties>
</file>