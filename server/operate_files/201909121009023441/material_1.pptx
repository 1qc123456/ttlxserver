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6400" dirty="0" smtClean="0">
                <a:latin typeface="微软雅黑" pitchFamily="34" charset="-122"/>
                <a:ea typeface="微软雅黑" pitchFamily="34" charset="-122"/>
              </a:rPr>
              <a:t>销售例会</a:t>
            </a:r>
            <a:endParaRPr lang="zh-CN" altLang="en-US" sz="6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629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54496" y="176151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pic>
        <p:nvPicPr>
          <p:cNvPr id="1026" name="Picture 2" descr="C:\Program Files (x86)\Microsoft Office\MEDIA\CAGCAT10\j0199036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3933056"/>
            <a:ext cx="1570776" cy="173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15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3</TotalTime>
  <Words>3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暗香扑面</vt:lpstr>
      <vt:lpstr>销售例会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2</cp:revision>
  <dcterms:created xsi:type="dcterms:W3CDTF">2019-09-12T01:31:36Z</dcterms:created>
  <dcterms:modified xsi:type="dcterms:W3CDTF">2021-04-21T02:42:10Z</dcterms:modified>
</cp:coreProperties>
</file>