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2" d="100"/>
          <a:sy n="122" d="100"/>
        </p:scale>
        <p:origin x="-136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矩形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直接连接符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直接连接符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直接连接符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直接连接符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直接连接符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矩形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椭圆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椭圆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椭圆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椭圆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椭圆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27C5C5BC-8179-47C6-ACD1-86F1758E4D1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6C5601A2-478C-48FB-9C2B-36F7A064A924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masterClrMapping/>
  </p:clrMapOvr>
  <p:transition spd="slow"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直接连接符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直接连接符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直接连接符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直接连接符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直接连接符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矩形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椭圆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椭圆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椭圆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椭圆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椭圆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直接连接符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79EB5F41-CFE1-4272-AB7D-E138FC4640D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B5C28-54F5-4A1B-B5B5-06650CE2B527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</p:cSld>
  <p:clrMapOvr>
    <a:masterClrMapping/>
  </p:clrMapOvr>
  <p:transition spd="slow"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D67F1-A68A-4E9B-B0E9-8323B2CCD8A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CF7E322-248F-400B-82A6-B88B7FC84239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masterClrMapping/>
  </p:clrMapOvr>
  <p:transition spd="slow"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9CF0A-0928-40F0-8A07-3F776505560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接连接符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8" name="直接连接符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矩形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直接连接符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椭圆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内容占位符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1" name="日期占位符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168AB163-F3E6-4AD5-A97A-E6321C100840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3" name="页脚占位符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椭圆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0" name="直接连接符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矩形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直接连接符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直接连接符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直接连接符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日期占位符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D8100C2F-6AA2-4AF4-A9ED-113485458766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1" name="页脚占位符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masterClrMapping/>
  </p:clrMapOvr>
  <p:transition spd="slow"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6CCF0-FC66-47F6-8222-B965144B141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FAE42-DAC7-44CD-AC20-576CE5CF2F0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直接连接符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矩形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椭圆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BE562B9-54C3-49F3-8974-4F8EFDAA28F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fade thruBlk="1"/>
  </p:transition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0" y="2371969"/>
            <a:ext cx="6186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6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</a:rPr>
              <a:t>今天我们全家到动物园看动物</a:t>
            </a:r>
            <a:endParaRPr lang="zh-CN" altLang="en-US" sz="36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3431533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799" y="2895600"/>
            <a:ext cx="2973600" cy="25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6800" y="1066800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i="1" dirty="0">
                <a:latin typeface="幼圆" panose="02010509060101010101" pitchFamily="49" charset="-122"/>
                <a:ea typeface="幼圆" panose="02010509060101010101" pitchFamily="49" charset="-122"/>
              </a:rPr>
              <a:t>这是狮子</a:t>
            </a:r>
          </a:p>
        </p:txBody>
      </p:sp>
    </p:spTree>
    <p:extLst>
      <p:ext uri="{BB962C8B-B14F-4D97-AF65-F5344CB8AC3E}">
        <p14:creationId xmlns:p14="http://schemas.microsoft.com/office/powerpoint/2010/main" val="1289019872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凸显">
  <a:themeElements>
    <a:clrScheme name="凸显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凸显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36</TotalTime>
  <Words>10</Words>
  <Application>Microsoft Office PowerPoint</Application>
  <PresentationFormat>全屏显示(4:3)</PresentationFormat>
  <Paragraphs>2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凸显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lipp</cp:lastModifiedBy>
  <cp:revision>14</cp:revision>
  <cp:lastPrinted>1601-01-01T00:00:00Z</cp:lastPrinted>
  <dcterms:created xsi:type="dcterms:W3CDTF">1601-01-01T00:00:00Z</dcterms:created>
  <dcterms:modified xsi:type="dcterms:W3CDTF">2021-01-28T09:02:24Z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