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28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0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楷体" panose="020106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algn="l"/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墨香四溢-文人墨客的雅趣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远古时期的书写材料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27450" y="1468120"/>
            <a:ext cx="6096000" cy="484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2800" b="1">
                <a:solidFill>
                  <a:srgbClr val="808080"/>
                </a:solidFill>
                <a:uFillTx/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刻划符号</a:t>
            </a:r>
            <a:endParaRPr lang="zh-CN" altLang="en-US" sz="2800" b="1">
              <a:solidFill>
                <a:srgbClr val="808080"/>
              </a:solidFill>
              <a:uFillTx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远古时期，人们使用锐利的石器或骨器在陶器、甲骨等物体上刻划符号，以记录信息。</a:t>
            </a:r>
            <a:endParaRPr lang="zh-CN" altLang="en-US"/>
          </a:p>
          <a:p>
            <a:endParaRPr lang="zh-CN" altLang="en-US"/>
          </a:p>
          <a:p>
            <a:pPr indent="0" algn="l">
              <a:buClrTx/>
              <a:buSzTx/>
              <a:buNone/>
            </a:pPr>
            <a:r>
              <a:rPr lang="zh-CN" altLang="en-US" sz="2800" b="1">
                <a:solidFill>
                  <a:srgbClr val="808080"/>
                </a:solidFill>
                <a:uFillTx/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天然颜料</a:t>
            </a:r>
            <a:endParaRPr lang="zh-CN" altLang="en-US" sz="2800" b="1">
              <a:solidFill>
                <a:srgbClr val="808080"/>
              </a:solidFill>
              <a:uFillTx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随着文明的发展，人们开始使用天然颜料，如炭黑、赤铁矿粉等，与水或油脂混合后涂抹在物体表面进行书写或绘画。</a:t>
            </a:r>
            <a:endParaRPr lang="zh-CN" altLang="en-US"/>
          </a:p>
          <a:p>
            <a:endParaRPr lang="zh-CN" altLang="en-US"/>
          </a:p>
          <a:p>
            <a:pPr indent="0" algn="l">
              <a:buClrTx/>
              <a:buSzTx/>
              <a:buNone/>
            </a:pPr>
            <a:r>
              <a:rPr lang="zh-CN" altLang="en-US" sz="2800" b="1">
                <a:solidFill>
                  <a:srgbClr val="808080"/>
                </a:solidFill>
                <a:uFillTx/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简牍与帛书</a:t>
            </a:r>
            <a:endParaRPr lang="zh-CN" altLang="en-US" sz="2800" b="1">
              <a:solidFill>
                <a:srgbClr val="808080"/>
              </a:solidFill>
              <a:uFillTx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在商周时期，人们开始使用竹简、木牍以及丝织品帛书作为书写材料，这些材料对墨的需求逐渐增大。</a:t>
            </a:r>
            <a:endParaRPr lang="zh-CN" altLang="en-US">
              <a:latin typeface="Arial" panose="020B0604020202020204" pitchFamily="34" charset="0"/>
              <a:ea typeface="楷体" panose="02010609060101010101" charset="-122"/>
              <a:cs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045245" y="2023110"/>
            <a:ext cx="3371215" cy="4027170"/>
          </a:xfrm>
          <a:prstGeom prst="rect">
            <a:avLst/>
          </a:prstGeom>
          <a:effectLst/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墨的发明与演变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678815" y="1313815"/>
            <a:ext cx="9900000" cy="529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/>
              <a:t>最早的墨可能是由炭黑和石墨等天然矿物质制成的，这些墨色黑而有光泽，但易脱落。</a:t>
            </a:r>
            <a:endParaRPr lang="zh-CN" altLang="en-US" sz="2800"/>
          </a:p>
          <a:p>
            <a:r>
              <a:rPr lang="zh-CN" altLang="en-US" sz="2800"/>
              <a:t>汉代开始，人们使用松木燃烧产生的烟灰制成松烟墨，这种墨色黑且质地细腻，逐渐成为古代书写的主要用墨。</a:t>
            </a:r>
            <a:endParaRPr lang="zh-CN" altLang="en-US" sz="2800"/>
          </a:p>
          <a:p>
            <a:r>
              <a:rPr lang="zh-CN" altLang="en-US" sz="2800"/>
              <a:t>松烟等为原料的漆烟墨，这些墨质地更加优良，书写效果更佳。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9935" y="608330"/>
            <a:ext cx="636270" cy="5855970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不同朝代的墨文化特色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847725" y="828000"/>
            <a:ext cx="9018270" cy="5241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000"/>
              <a:t>秦汉时期，墨的制造和使用开始逐渐普及，成为官方文书和民间书写的重要工具。这一时期，墨也作为礼品和贡品，体现“伸展了其珍贵地位。</a:t>
            </a:r>
            <a:endParaRPr lang="zh-CN" altLang="en-US" sz="3000"/>
          </a:p>
          <a:p>
            <a:r>
              <a:rPr lang="zh-CN" altLang="en-US" sz="3000"/>
              <a:t>到了唐宋时期，制墨技艺达到了巅峰，出现了众多名品和墨家。墨不仅是一种书写工具，更成为文人墨客赏玩、收藏的艺术品。唐宋诗词中也常提及墨，展现了墨在文化艺术领域的重要地位。</a:t>
            </a:r>
            <a:endParaRPr lang="zh-CN" altLang="en-US" sz="3000"/>
          </a:p>
          <a:p>
            <a:r>
              <a:rPr lang="zh-CN" altLang="en-US" sz="3000"/>
              <a:t>明清时期，墨的制造和使用更加广泛，不仅用于书写、绘画，还应用于印刷、雕刻等领域。同时，墨的种类和品质也更加丰富多样，满足了不同阶层和领域的需求。</a:t>
            </a:r>
            <a:endParaRPr lang="zh-CN" altLang="en-US" sz="3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WPS 演示</Application>
  <PresentationFormat>宽屏</PresentationFormat>
  <Paragraphs>25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Calibri</vt:lpstr>
      <vt:lpstr>WPS</vt:lpstr>
      <vt:lpstr>PowerPoint 演示文稿</vt:lpstr>
      <vt:lpstr>远古时期的书写材料</vt:lpstr>
      <vt:lpstr>墨的发明与演变</vt:lpstr>
      <vt:lpstr>不同朝代的墨文化特色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160</cp:revision>
  <dcterms:created xsi:type="dcterms:W3CDTF">2019-06-19T02:08:00Z</dcterms:created>
  <dcterms:modified xsi:type="dcterms:W3CDTF">2025-09-18T08:51:40Z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D79E2B9143A54F53AC84B7CC46DDEF41_11</vt:lpwstr>
  </property>
</Properties>
</file>