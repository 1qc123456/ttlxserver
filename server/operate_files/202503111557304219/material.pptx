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gs" Target="tags/tag63.xml"/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COMMONDATA" val="eyJoZGlkIjoiNzFlMGY3OGRmZGU1YjQ0MmVmN2U4Yjg3M2ZkYWM1ZjIifQ=="/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8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HF</cp:lastModifiedBy>
  <cp:revision>159</cp:revision>
  <dcterms:created xsi:type="dcterms:W3CDTF">2019-06-19T02:08:00Z</dcterms:created>
  <dcterms:modified xsi:type="dcterms:W3CDTF">2025-03-11T08:57:34Z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2F072F6C7B0F495FBE12D1AF0F969502_11</vt:lpwstr>
  </property>
</Properties>
</file>