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present/>
    <p:sldAll/>
  </p:showPr>
  <p:clrMru>
    <a:srgbClr val="FFFFFF"/>
    <a:srgbClr val="97E6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5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pPr algn="ctr"/>
            <a:r>
              <a:rPr lang="zh-CN" altLang="zh-CN" sz="9600" b="0">
                <a:solidFill>
                  <a:schemeClr val="bg2"/>
                </a:solidFill>
                <a:latin typeface="楷体" panose="02010609060101010101" charset="-122"/>
                <a:ea typeface="楷体" panose="02010609060101010101" charset="-122"/>
              </a:rPr>
              <a:t>寻找诗和远方</a:t>
            </a:r>
            <a:endParaRPr lang="zh-CN" altLang="zh-CN" sz="9600" b="0">
              <a:solidFill>
                <a:schemeClr val="bg2"/>
              </a:solidFill>
              <a:latin typeface="楷体" panose="02010609060101010101" charset="-122"/>
              <a:ea typeface="楷体" panose="020106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pPr algn="ctr"/>
            <a:r>
              <a:rPr lang="zh-CN" altLang="en-US">
                <a:solidFill>
                  <a:schemeClr val="bg1"/>
                </a:solidFill>
                <a:effectLst/>
                <a:latin typeface="等线" panose="02010600030101010101" charset="-122"/>
                <a:ea typeface="等线" panose="02010600030101010101" charset="-122"/>
              </a:rPr>
              <a:t>聆听远方的诗韵</a:t>
            </a:r>
            <a:endParaRPr lang="zh-CN" altLang="en-US">
              <a:solidFill>
                <a:schemeClr val="bg1"/>
              </a:solidFill>
              <a:effectLst/>
              <a:latin typeface="等线" panose="02010600030101010101" charset="-122"/>
              <a:ea typeface="等线" panose="02010600030101010101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素材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4000" y="324000"/>
            <a:ext cx="5030470" cy="3826510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3" name="矩形 2"/>
          <p:cNvSpPr/>
          <p:nvPr/>
        </p:nvSpPr>
        <p:spPr>
          <a:xfrm>
            <a:off x="6968490" y="4319270"/>
            <a:ext cx="5004000" cy="900000"/>
          </a:xfrm>
          <a:prstGeom prst="rect">
            <a:avLst/>
          </a:prstGeom>
          <a:solidFill>
            <a:srgbClr val="97E6FF">
              <a:alpha val="40000"/>
            </a:srgbClr>
          </a:solidFill>
          <a:ln w="76200"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231900" y="1764665"/>
            <a:ext cx="5330825" cy="1445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400" b="1" i="1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鲸游海面，诗意远方，心怀梦想，逐浪前行。</a:t>
            </a:r>
            <a:endParaRPr lang="zh-CN" altLang="en-US" sz="4400" b="1" i="1">
              <a:solidFill>
                <a:schemeClr val="bg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fade thruBlk="1"/>
      </p:transition>
    </mc:Choice>
    <mc:Fallback>
      <p:transition spd="slow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20000"/>
                                  </p:iterate>
                                  <p:childTnLst>
                                    <p:set>
                                      <p:cBhvr>
                                        <p:cTn id="6" dur="1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4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WPS 演示</Application>
  <PresentationFormat>宽屏</PresentationFormat>
  <Paragraphs>6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</vt:lpstr>
      <vt:lpstr>宋体</vt:lpstr>
      <vt:lpstr>Wingdings</vt:lpstr>
      <vt:lpstr>Wingdings</vt:lpstr>
      <vt:lpstr>楷体</vt:lpstr>
      <vt:lpstr>等线</vt:lpstr>
      <vt:lpstr>微软雅黑</vt:lpstr>
      <vt:lpstr>Arial Unicode MS</vt:lpstr>
      <vt:lpstr>Calibri</vt:lpstr>
      <vt:lpstr>WPS</vt:lpstr>
      <vt:lpstr>寻找诗和远方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161</cp:revision>
  <dcterms:created xsi:type="dcterms:W3CDTF">2019-06-19T02:08:00Z</dcterms:created>
  <dcterms:modified xsi:type="dcterms:W3CDTF">2025-03-11T09:21:53Z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E94C7D3C383E48918580A5C982BE9CD4_11</vt:lpwstr>
  </property>
</Properties>
</file>