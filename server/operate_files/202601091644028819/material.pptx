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9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25" y="914400"/>
            <a:ext cx="7349608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25" y="3560400"/>
            <a:ext cx="7349608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13" y="608400"/>
            <a:ext cx="8227133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13" y="1490400"/>
            <a:ext cx="8227133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42" y="3848400"/>
            <a:ext cx="58267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42" y="4615200"/>
            <a:ext cx="582676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13" y="608400"/>
            <a:ext cx="8227133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13" y="1501200"/>
            <a:ext cx="388271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836" y="1501200"/>
            <a:ext cx="388271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13" y="608400"/>
            <a:ext cx="8227133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13" y="1429200"/>
            <a:ext cx="4006913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13" y="1854000"/>
            <a:ext cx="4006913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945" y="1421729"/>
            <a:ext cx="4006913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945" y="1854000"/>
            <a:ext cx="4006913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13" y="608400"/>
            <a:ext cx="8227133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13" y="1555200"/>
            <a:ext cx="3924919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935" y="1555200"/>
            <a:ext cx="3920511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317" y="914400"/>
            <a:ext cx="783022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19" y="914400"/>
            <a:ext cx="6877095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13" y="774000"/>
            <a:ext cx="8229833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25" y="2484000"/>
            <a:ext cx="7349608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25" y="3560400"/>
            <a:ext cx="7349608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13" y="608400"/>
            <a:ext cx="8227133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13" y="1490400"/>
            <a:ext cx="8227133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13" y="6314400"/>
            <a:ext cx="202505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87" y="6314400"/>
            <a:ext cx="297008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388" y="6314400"/>
            <a:ext cx="202505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8.xml"/><Relationship Id="rId2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92340" y="914400"/>
            <a:ext cx="7959600" cy="2570400"/>
          </a:xfrm>
        </p:spPr>
        <p:txBody>
          <a:bodyPr/>
          <a:p>
            <a:r>
              <a:rPr lang="zh-CN" altLang="zh-CN"/>
              <a:t>空白里的星光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94129" y="3560400"/>
            <a:ext cx="7959600" cy="1472400"/>
          </a:xfrm>
        </p:spPr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-124060" y="3578400"/>
            <a:ext cx="9392400" cy="2977200"/>
          </a:xfrm>
        </p:spPr>
        <p:txBody>
          <a:bodyPr/>
          <a:p>
            <a:pPr marL="0" indent="0">
              <a:buNone/>
            </a:pPr>
            <a:r>
              <a:rPr lang="zh-CN" altLang="en-US" sz="1600" b="1">
                <a:latin typeface="仿宋" panose="02010609060101010101" charset="-122"/>
                <a:ea typeface="仿宋" panose="02010609060101010101" charset="-122"/>
              </a:rPr>
              <a:t>当现实陷入困顿，当未来一片模糊，星光是穿透迷茫的微光，提醒我们空白并非终点，而是等待被照亮的起点，给予我们直面未知的勇气。</a:t>
            </a:r>
            <a:endParaRPr lang="zh-CN" altLang="en-US" sz="1600" b="1">
              <a:latin typeface="仿宋" panose="02010609060101010101" charset="-122"/>
              <a:ea typeface="仿宋" panose="02010609060101010101" charset="-122"/>
            </a:endParaRPr>
          </a:p>
          <a:p>
            <a:pPr marL="0" indent="0">
              <a:buNone/>
            </a:pPr>
            <a:r>
              <a:rPr lang="zh-CN" altLang="en-US" sz="1600" b="1">
                <a:latin typeface="仿宋" panose="02010609060101010101" charset="-122"/>
                <a:ea typeface="仿宋" panose="02010609060101010101" charset="-122"/>
              </a:rPr>
              <a:t>星光从不喧嚣，却始终清晰。在人生的十字路口、在探索的无人之境，它如无声的指引，帮我们在空白的轨迹中找到前行的方向，避免迷失。</a:t>
            </a:r>
            <a:endParaRPr lang="zh-CN" altLang="en-US" sz="1600" b="1">
              <a:latin typeface="仿宋" panose="02010609060101010101" charset="-122"/>
              <a:ea typeface="仿宋" panose="02010609060101010101" charset="-122"/>
            </a:endParaRPr>
          </a:p>
          <a:p>
            <a:pPr marL="0" indent="0">
              <a:buNone/>
            </a:pPr>
            <a:r>
              <a:rPr lang="zh-CN" altLang="en-US" sz="1600" b="1">
                <a:latin typeface="仿宋" panose="02010609060101010101" charset="-122"/>
                <a:ea typeface="仿宋" panose="02010609060101010101" charset="-122"/>
              </a:rPr>
              <a:t>每个人的心里都有一片空白，那是未实现的期待、未抵达的远方。星光便是梦想的具象化，每一点光亮，都对应着一份对未来的憧憬与执着。</a:t>
            </a:r>
            <a:endParaRPr lang="zh-CN" altLang="en-US" sz="1600" b="1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261140" y="921600"/>
            <a:ext cx="3517200" cy="4356000"/>
          </a:xfrm>
        </p:spPr>
        <p:txBody>
          <a:bodyPr/>
          <a:p>
            <a:pPr marL="0" indent="0">
              <a:buNone/>
            </a:pPr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星光既可来自外界的温暖与指引，更可源于自身的坚守与热爱。以努力为火种，以执着为灯芯，便能在属于自己的空白里，点亮独属于自己的星光。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44080" y="1114425"/>
            <a:ext cx="5076190" cy="4162425"/>
          </a:xfrm>
          <a:prstGeom prst="rect">
            <a:avLst/>
          </a:prstGeom>
          <a:effectLst/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演示</Application>
  <PresentationFormat>宽屏</PresentationFormat>
  <Paragraphs>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2026-01-07T06:28:26Z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7B430A16227D4A29B47277350327E235_11</vt:lpwstr>
  </property>
</Properties>
</file>