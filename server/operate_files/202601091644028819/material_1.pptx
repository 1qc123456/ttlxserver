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" showSpecialPlsOnTitleSld="0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</p:sldIdLst>
  <p:sldSz cx="9903460" cy="6858000" type="A4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  <p:penClr>
      <a:srgbClr val="FFFF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FFFF"/>
    <a:srgbClr val="574200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11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70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690" y="1143000"/>
            <a:ext cx="445662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973789" y="914400"/>
            <a:ext cx="7959921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973789" y="3560400"/>
            <a:ext cx="7959921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于未知处寻光亮，于荒芜处种希望</a:t>
            </a:r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newsflash/>
      </p:transition>
    </mc:Choice>
    <mc:Fallback>
      <p:transition spd="slow">
        <p:newsflash/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205" y="608400"/>
            <a:ext cx="8910316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94205" y="1490400"/>
            <a:ext cx="8910316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于未知处寻光亮，于荒芜处种希望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newsflash/>
      </p:transition>
    </mc:Choice>
    <mc:Fallback>
      <p:transition spd="slow">
        <p:newsflash/>
      </p:transition>
    </mc:Fallback>
  </mc:AlternateContent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617133" y="3848400"/>
            <a:ext cx="6310621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617133" y="4615200"/>
            <a:ext cx="6310621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于未知处寻光亮，于荒芜处种希望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newsflash/>
      </p:transition>
    </mc:Choice>
    <mc:Fallback>
      <p:transition spd="slow">
        <p:newsflash/>
      </p:transition>
    </mc:Fallback>
  </mc:AlternateContent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205" y="608400"/>
            <a:ext cx="8910316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94205" y="1501200"/>
            <a:ext cx="4205131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208163" y="1501200"/>
            <a:ext cx="4205131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于未知处寻光亮，于荒芜处种希望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newsflash/>
      </p:transition>
    </mc:Choice>
    <mc:Fallback>
      <p:transition spd="slow">
        <p:newsflash/>
      </p:transition>
    </mc:Fallback>
  </mc:AlternateContent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205" y="608400"/>
            <a:ext cx="8910316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94205" y="1429200"/>
            <a:ext cx="4339648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94205" y="1854000"/>
            <a:ext cx="4339648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5065319" y="1421729"/>
            <a:ext cx="4339648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5065319" y="1854000"/>
            <a:ext cx="4339648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于未知处寻光亮，于荒芜处种希望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newsflash/>
      </p:transition>
    </mc:Choice>
    <mc:Fallback>
      <p:transition spd="slow">
        <p:newsflash/>
      </p:transition>
    </mc:Fallback>
  </mc:AlternateContent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205" y="608400"/>
            <a:ext cx="8910316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于未知处寻光亮，于荒芜处种希望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newsflash/>
      </p:transition>
    </mc:Choice>
    <mc:Fallback>
      <p:transition spd="slow">
        <p:newsflash/>
      </p:transition>
    </mc:Fallback>
  </mc:AlternateContent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于未知处寻光亮，于荒芜处种希望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newsflash/>
      </p:transition>
    </mc:Choice>
    <mc:Fallback>
      <p:transition spd="slow">
        <p:newsflash/>
      </p:transition>
    </mc:Fallback>
  </mc:AlternateContent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94205" y="1555200"/>
            <a:ext cx="4250845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5158450" y="1555200"/>
            <a:ext cx="4246071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于未知处寻光亮，于荒芜处种希望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newsflash/>
      </p:transition>
    </mc:Choice>
    <mc:Fallback>
      <p:transition spd="slow">
        <p:newsflash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8313760" y="914400"/>
            <a:ext cx="848045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742770" y="914400"/>
            <a:ext cx="744817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于未知处寻光亮，于荒芜处种希望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newsflash/>
      </p:transition>
    </mc:Choice>
    <mc:Fallback>
      <p:transition spd="slow">
        <p:newsflash/>
      </p:transition>
    </mc:Fallback>
  </mc:AlternateContent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于未知处寻光亮，于荒芜处种希望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94205" y="774000"/>
            <a:ext cx="891324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newsflash/>
      </p:transition>
    </mc:Choice>
    <mc:Fallback>
      <p:transition spd="slow">
        <p:newsflash/>
      </p:transition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于未知处寻光亮，于荒芜处种希望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73789" y="2484000"/>
            <a:ext cx="7959921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973789" y="3560400"/>
            <a:ext cx="7959921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newsflash/>
      </p:transition>
    </mc:Choice>
    <mc:Fallback>
      <p:transition spd="slow">
        <p:newsflash/>
      </p:transition>
    </mc:Fallback>
  </mc:AlternateContent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horzBrick">
          <a:fgClr>
            <a:schemeClr val="tx1"/>
          </a:fgClr>
          <a:bgClr>
            <a:schemeClr val="tx1">
              <a:lumMod val="85000"/>
              <a:lumOff val="1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94205" y="608400"/>
            <a:ext cx="8910316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94205" y="1490400"/>
            <a:ext cx="8910316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97130" y="6314400"/>
            <a:ext cx="219321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343440" y="6314400"/>
            <a:ext cx="3216721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于未知处寻光亮，于荒芜处种希望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7211303" y="6314400"/>
            <a:ext cx="219321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newsflash/>
      </p:transition>
    </mc:Choice>
    <mc:Fallback>
      <p:transition spd="slow">
        <p:newsflash/>
      </p:transition>
    </mc:Fallback>
  </mc:AlternateContent>
  <p:hf sldNum="0"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67.xml"/><Relationship Id="rId2" Type="http://schemas.openxmlformats.org/officeDocument/2006/relationships/image" Target="../media/image2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69.xml"/><Relationship Id="rId2" Type="http://schemas.openxmlformats.org/officeDocument/2006/relationships/image" Target="../media/image3.png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星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000" y="394335"/>
            <a:ext cx="7970520" cy="5438775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p>
            <a:r>
              <a:rPr lang="zh-CN" altLang="zh-CN" sz="7200">
                <a:solidFill>
                  <a:schemeClr val="bg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空白里的星光</a:t>
            </a:r>
            <a:endParaRPr lang="zh-CN" altLang="zh-CN" sz="7200">
              <a:solidFill>
                <a:schemeClr val="bg1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p>
            <a:pPr algn="r"/>
            <a:r>
              <a:rPr lang="zh-CN" altLang="en-US" sz="23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向光而行</a:t>
            </a:r>
            <a:endParaRPr lang="zh-CN" altLang="en-US" sz="23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newsflash/>
      </p:transition>
    </mc:Choice>
    <mc:Fallback>
      <p:transition spd="slow">
        <p:newsflash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6540" y="364490"/>
            <a:ext cx="9432000" cy="2880000"/>
          </a:xfrm>
          <a:prstGeom prst="rect">
            <a:avLst/>
          </a:prstGeom>
          <a:ln w="38100">
            <a:solidFill>
              <a:schemeClr val="bg1"/>
            </a:solidFill>
            <a:prstDash val="dash"/>
          </a:ln>
          <a:effectLst>
            <a:reflection blurRad="6350" stA="50000" endA="295" endPos="92000" dist="101600" dir="5400000" sy="-100000" algn="bl" rotWithShape="0"/>
          </a:effectLst>
        </p:spPr>
      </p:pic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>
          <a:xfrm>
            <a:off x="256540" y="3578225"/>
            <a:ext cx="9391650" cy="2975610"/>
          </a:xfrm>
        </p:spPr>
        <p:txBody>
          <a:bodyPr>
            <a:noAutofit/>
          </a:bodyPr>
          <a:p>
            <a:pPr>
              <a:lnSpc>
                <a:spcPct val="150000"/>
              </a:lnSpc>
              <a:spcAft>
                <a:spcPts val="1800"/>
              </a:spcAft>
              <a:buSzPct val="110000"/>
              <a:buFont typeface="微软雅黑" panose="020B0503020204020204" charset="-122"/>
              <a:buChar char="★"/>
            </a:pPr>
            <a:r>
              <a:rPr lang="zh-CN" altLang="en-US" sz="16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当现实陷入困顿，当未来一片模糊，星光是穿透迷茫的微光，提醒我们空白并非终点，而是等待被照亮的起点，给予我们直面未知的勇气。</a:t>
            </a:r>
            <a:endParaRPr lang="zh-CN" altLang="en-US" sz="16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>
              <a:lnSpc>
                <a:spcPct val="150000"/>
              </a:lnSpc>
              <a:spcAft>
                <a:spcPts val="1800"/>
              </a:spcAft>
              <a:buSzPct val="110000"/>
              <a:buFont typeface="微软雅黑" panose="020B0503020204020204" charset="-122"/>
              <a:buChar char="★"/>
            </a:pPr>
            <a:r>
              <a:rPr lang="zh-CN" altLang="en-US" sz="16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星光从不喧嚣，却始终清晰。在人生的十字路口、在探索的无人之境，它如无声的指引，帮我们在空白的轨迹中找到前行的方向，避免迷失。</a:t>
            </a:r>
            <a:endParaRPr lang="zh-CN" altLang="en-US" sz="16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>
              <a:lnSpc>
                <a:spcPct val="150000"/>
              </a:lnSpc>
              <a:spcAft>
                <a:spcPts val="1800"/>
              </a:spcAft>
              <a:buSzPct val="110000"/>
              <a:buFont typeface="微软雅黑" panose="020B0503020204020204" charset="-122"/>
              <a:buChar char="★"/>
            </a:pPr>
            <a:r>
              <a:rPr lang="zh-CN" altLang="en-US" sz="16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每个人的心里都有一片空白，那是未实现的期待、未抵达的远方。星光便是梦想的具象化，每一点光亮，都对应着一份对未来的憧憬与执着。</a:t>
            </a:r>
            <a:endParaRPr lang="zh-CN" altLang="en-US" sz="16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于未知处寻光亮，于荒芜处种希望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newsflash/>
      </p:transition>
    </mc:Choice>
    <mc:Fallback>
      <p:transition spd="slow">
        <p:newsfla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5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25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25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25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25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>
          <a:xfrm>
            <a:off x="640080" y="922020"/>
            <a:ext cx="3517900" cy="4354830"/>
          </a:xfrm>
        </p:spPr>
        <p:txBody>
          <a:bodyPr/>
          <a:p>
            <a:pPr marL="0" indent="54610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  <a:extLst>
                <a:ext uri="{35155182-B16C-46BC-9424-99874614C6A1}">
                  <wpsdc:indentchars xmlns:wpsdc="http://www.wps.cn/officeDocument/2017/drawingmlCustomData" val="200" checksum="1164949499"/>
                </a:ext>
              </a:extLst>
            </a:pPr>
            <a:r>
              <a:rPr lang="zh-CN" altLang="en-US" sz="2000" b="1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星光既可来自外界的温暖与指引，更可源于自身的坚守与热爱。以努力为火种，以执着为灯芯，便能在属于自己的空白里，点亮独属于自己的星光。</a:t>
            </a:r>
            <a:endParaRPr lang="zh-CN" altLang="en-US" sz="2000" b="1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23740" y="1114425"/>
            <a:ext cx="5076190" cy="416242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于未知处寻光亮，于荒芜处种希望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newsflash/>
      </p:transition>
    </mc:Choice>
    <mc:Fallback>
      <p:transition spd="slow">
        <p:newsflash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WPS 演示</Application>
  <PresentationFormat>宽屏</PresentationFormat>
  <Paragraphs>14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等线</vt:lpstr>
      <vt:lpstr>楷体</vt:lpstr>
      <vt:lpstr>仿宋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</cp:lastModifiedBy>
  <cp:revision>155</cp:revision>
  <dcterms:created xsi:type="dcterms:W3CDTF">2019-06-19T02:08:00Z</dcterms:created>
  <dcterms:modified xsi:type="dcterms:W3CDTF">2026-01-07T06:06:49Z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924B1BF2BE164A5AAC339F999FF04189_11</vt:lpwstr>
  </property>
</Properties>
</file>