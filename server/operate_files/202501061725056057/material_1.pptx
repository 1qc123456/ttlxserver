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sldIdLst>
    <p:sldId id="258" r:id="rId3"/>
    <p:sldId id="256" r:id="rId4"/>
    <p:sldId id="260" r:id="rId5"/>
  </p:sldIdLst>
  <p:sldSz cx="9144000" cy="6858000" type="screen4x3"/>
  <p:notesSz cx="6858000" cy="9144000"/>
  <p:custDataLst>
    <p:tags r:id="rId1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>
    <p:present/>
    <p:sldAll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1" d="100"/>
          <a:sy n="81" d="100"/>
        </p:scale>
        <p:origin x="-102" y="-54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tags" Target="tags/tag72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9" Type="http://schemas.openxmlformats.org/officeDocument/2006/relationships/tags" Target="../tags/tag7.xml"/><Relationship Id="rId8" Type="http://schemas.openxmlformats.org/officeDocument/2006/relationships/tags" Target="../tags/tag6.xml"/><Relationship Id="rId7" Type="http://schemas.openxmlformats.org/officeDocument/2006/relationships/tags" Target="../tags/tag5.xml"/><Relationship Id="rId6" Type="http://schemas.openxmlformats.org/officeDocument/2006/relationships/tags" Target="../tags/tag4.xml"/><Relationship Id="rId5" Type="http://schemas.openxmlformats.org/officeDocument/2006/relationships/image" Target="../media/image1.jpeg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3" Type="http://schemas.openxmlformats.org/officeDocument/2006/relationships/tags" Target="../tags/tag11.xml"/><Relationship Id="rId12" Type="http://schemas.openxmlformats.org/officeDocument/2006/relationships/tags" Target="../tags/tag10.xml"/><Relationship Id="rId11" Type="http://schemas.openxmlformats.org/officeDocument/2006/relationships/tags" Target="../tags/tag9.xml"/><Relationship Id="rId10" Type="http://schemas.openxmlformats.org/officeDocument/2006/relationships/tags" Target="../tags/tag8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6.xml"/><Relationship Id="rId5" Type="http://schemas.openxmlformats.org/officeDocument/2006/relationships/tags" Target="../tags/tag15.xml"/><Relationship Id="rId4" Type="http://schemas.openxmlformats.org/officeDocument/2006/relationships/tags" Target="../tags/tag14.xml"/><Relationship Id="rId3" Type="http://schemas.openxmlformats.org/officeDocument/2006/relationships/tags" Target="../tags/tag13.xml"/><Relationship Id="rId2" Type="http://schemas.openxmlformats.org/officeDocument/2006/relationships/tags" Target="../tags/tag12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21.xml"/><Relationship Id="rId5" Type="http://schemas.openxmlformats.org/officeDocument/2006/relationships/tags" Target="../tags/tag20.xml"/><Relationship Id="rId4" Type="http://schemas.openxmlformats.org/officeDocument/2006/relationships/tags" Target="../tags/tag19.xml"/><Relationship Id="rId3" Type="http://schemas.openxmlformats.org/officeDocument/2006/relationships/tags" Target="../tags/tag18.xml"/><Relationship Id="rId2" Type="http://schemas.openxmlformats.org/officeDocument/2006/relationships/tags" Target="../tags/tag17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35.xml"/><Relationship Id="rId8" Type="http://schemas.openxmlformats.org/officeDocument/2006/relationships/tags" Target="../tags/tag34.xml"/><Relationship Id="rId7" Type="http://schemas.openxmlformats.org/officeDocument/2006/relationships/tags" Target="../tags/tag33.xml"/><Relationship Id="rId6" Type="http://schemas.openxmlformats.org/officeDocument/2006/relationships/tags" Target="../tags/tag32.xml"/><Relationship Id="rId5" Type="http://schemas.openxmlformats.org/officeDocument/2006/relationships/tags" Target="../tags/tag31.xml"/><Relationship Id="rId4" Type="http://schemas.openxmlformats.org/officeDocument/2006/relationships/tags" Target="../tags/tag30.xml"/><Relationship Id="rId3" Type="http://schemas.openxmlformats.org/officeDocument/2006/relationships/tags" Target="../tags/tag29.xml"/><Relationship Id="rId2" Type="http://schemas.openxmlformats.org/officeDocument/2006/relationships/tags" Target="../tags/tag28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9.xml"/><Relationship Id="rId4" Type="http://schemas.openxmlformats.org/officeDocument/2006/relationships/tags" Target="../tags/tag38.xml"/><Relationship Id="rId3" Type="http://schemas.openxmlformats.org/officeDocument/2006/relationships/tags" Target="../tags/tag37.xml"/><Relationship Id="rId2" Type="http://schemas.openxmlformats.org/officeDocument/2006/relationships/tags" Target="../tags/tag36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42.xml"/><Relationship Id="rId3" Type="http://schemas.openxmlformats.org/officeDocument/2006/relationships/tags" Target="../tags/tag41.xml"/><Relationship Id="rId2" Type="http://schemas.openxmlformats.org/officeDocument/2006/relationships/tags" Target="../tags/tag40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8.xml"/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53.xml"/><Relationship Id="rId5" Type="http://schemas.openxmlformats.org/officeDocument/2006/relationships/tags" Target="../tags/tag52.xml"/><Relationship Id="rId4" Type="http://schemas.openxmlformats.org/officeDocument/2006/relationships/tags" Target="../tags/tag51.xml"/><Relationship Id="rId3" Type="http://schemas.openxmlformats.org/officeDocument/2006/relationships/tags" Target="../tags/tag50.xml"/><Relationship Id="rId2" Type="http://schemas.openxmlformats.org/officeDocument/2006/relationships/tags" Target="../tags/tag49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7.xml"/><Relationship Id="rId4" Type="http://schemas.openxmlformats.org/officeDocument/2006/relationships/tags" Target="../tags/tag56.xml"/><Relationship Id="rId3" Type="http://schemas.openxmlformats.org/officeDocument/2006/relationships/tags" Target="../tags/tag55.xml"/><Relationship Id="rId2" Type="http://schemas.openxmlformats.org/officeDocument/2006/relationships/tags" Target="../tags/tag54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9" Type="http://schemas.openxmlformats.org/officeDocument/2006/relationships/tags" Target="../tags/tag65.xml"/><Relationship Id="rId8" Type="http://schemas.openxmlformats.org/officeDocument/2006/relationships/tags" Target="../tags/tag64.xml"/><Relationship Id="rId7" Type="http://schemas.openxmlformats.org/officeDocument/2006/relationships/tags" Target="../tags/tag63.xml"/><Relationship Id="rId6" Type="http://schemas.openxmlformats.org/officeDocument/2006/relationships/tags" Target="../tags/tag62.xml"/><Relationship Id="rId5" Type="http://schemas.openxmlformats.org/officeDocument/2006/relationships/tags" Target="../tags/tag61.xml"/><Relationship Id="rId4" Type="http://schemas.openxmlformats.org/officeDocument/2006/relationships/tags" Target="../tags/tag60.xml"/><Relationship Id="rId3" Type="http://schemas.openxmlformats.org/officeDocument/2006/relationships/tags" Target="../tags/tag59.xml"/><Relationship Id="rId2" Type="http://schemas.openxmlformats.org/officeDocument/2006/relationships/tags" Target="../tags/tag58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等腰三角形 7"/>
          <p:cNvSpPr/>
          <p:nvPr>
            <p:custDataLst>
              <p:tags r:id="rId2"/>
            </p:custDataLst>
          </p:nvPr>
        </p:nvSpPr>
        <p:spPr>
          <a:xfrm>
            <a:off x="3337322" y="5073650"/>
            <a:ext cx="1015603" cy="1784350"/>
          </a:xfrm>
          <a:custGeom>
            <a:avLst/>
            <a:gdLst>
              <a:gd name="connsiteX0" fmla="*/ 0 w 2070696"/>
              <a:gd name="connsiteY0" fmla="*/ 1785082 h 1785082"/>
              <a:gd name="connsiteX1" fmla="*/ 1035348 w 2070696"/>
              <a:gd name="connsiteY1" fmla="*/ 0 h 1785082"/>
              <a:gd name="connsiteX2" fmla="*/ 2070696 w 2070696"/>
              <a:gd name="connsiteY2" fmla="*/ 1785082 h 1785082"/>
              <a:gd name="connsiteX3" fmla="*/ 0 w 2070696"/>
              <a:gd name="connsiteY3" fmla="*/ 1785082 h 1785082"/>
              <a:gd name="connsiteX0-1" fmla="*/ 0 w 1478876"/>
              <a:gd name="connsiteY0-2" fmla="*/ 1785082 h 1785082"/>
              <a:gd name="connsiteX1-3" fmla="*/ 1035348 w 1478876"/>
              <a:gd name="connsiteY1-4" fmla="*/ 0 h 1785082"/>
              <a:gd name="connsiteX2-5" fmla="*/ 1478876 w 1478876"/>
              <a:gd name="connsiteY2-6" fmla="*/ 1785082 h 1785082"/>
              <a:gd name="connsiteX3-7" fmla="*/ 0 w 1478876"/>
              <a:gd name="connsiteY3-8" fmla="*/ 1785082 h 1785082"/>
              <a:gd name="connsiteX0-9" fmla="*/ 0 w 1699856"/>
              <a:gd name="connsiteY0-10" fmla="*/ 1785082 h 1785082"/>
              <a:gd name="connsiteX1-11" fmla="*/ 1035348 w 1699856"/>
              <a:gd name="connsiteY1-12" fmla="*/ 0 h 1785082"/>
              <a:gd name="connsiteX2-13" fmla="*/ 1699856 w 1699856"/>
              <a:gd name="connsiteY2-14" fmla="*/ 1785082 h 1785082"/>
              <a:gd name="connsiteX3-15" fmla="*/ 0 w 1699856"/>
              <a:gd name="connsiteY3-16" fmla="*/ 1785082 h 1785082"/>
              <a:gd name="connsiteX0-17" fmla="*/ 0 w 1250276"/>
              <a:gd name="connsiteY0-18" fmla="*/ 1785082 h 1785082"/>
              <a:gd name="connsiteX1-19" fmla="*/ 585768 w 1250276"/>
              <a:gd name="connsiteY1-20" fmla="*/ 0 h 1785082"/>
              <a:gd name="connsiteX2-21" fmla="*/ 1250276 w 1250276"/>
              <a:gd name="connsiteY2-22" fmla="*/ 1785082 h 1785082"/>
              <a:gd name="connsiteX3-23" fmla="*/ 0 w 1250276"/>
              <a:gd name="connsiteY3-24" fmla="*/ 1785082 h 1785082"/>
              <a:gd name="connsiteX0-25" fmla="*/ 0 w 1354416"/>
              <a:gd name="connsiteY0-26" fmla="*/ 1774922 h 1785082"/>
              <a:gd name="connsiteX1-27" fmla="*/ 689908 w 1354416"/>
              <a:gd name="connsiteY1-28" fmla="*/ 0 h 1785082"/>
              <a:gd name="connsiteX2-29" fmla="*/ 1354416 w 1354416"/>
              <a:gd name="connsiteY2-30" fmla="*/ 1785082 h 1785082"/>
              <a:gd name="connsiteX3-31" fmla="*/ 0 w 1354416"/>
              <a:gd name="connsiteY3-32" fmla="*/ 1774922 h 1785082"/>
              <a:gd name="connsiteX0-33" fmla="*/ 0 w 1354416"/>
              <a:gd name="connsiteY0-34" fmla="*/ 1785082 h 1785082"/>
              <a:gd name="connsiteX1-35" fmla="*/ 689908 w 1354416"/>
              <a:gd name="connsiteY1-36" fmla="*/ 0 h 1785082"/>
              <a:gd name="connsiteX2-37" fmla="*/ 1354416 w 1354416"/>
              <a:gd name="connsiteY2-38" fmla="*/ 1785082 h 1785082"/>
              <a:gd name="connsiteX3-39" fmla="*/ 0 w 1354416"/>
              <a:gd name="connsiteY3-40" fmla="*/ 1785082 h 1785082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1354416" h="1785082">
                <a:moveTo>
                  <a:pt x="0" y="1785082"/>
                </a:moveTo>
                <a:lnTo>
                  <a:pt x="689908" y="0"/>
                </a:lnTo>
                <a:lnTo>
                  <a:pt x="1354416" y="1785082"/>
                </a:lnTo>
                <a:lnTo>
                  <a:pt x="0" y="1785082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 sz="1350"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7" name="平行四边形 7"/>
          <p:cNvSpPr/>
          <p:nvPr>
            <p:custDataLst>
              <p:tags r:id="rId3"/>
            </p:custDataLst>
          </p:nvPr>
        </p:nvSpPr>
        <p:spPr>
          <a:xfrm flipV="1">
            <a:off x="0" y="-9525"/>
            <a:ext cx="2355056" cy="2008188"/>
          </a:xfrm>
          <a:prstGeom prst="parallelogram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 sz="1350"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9" name="任意多边形 15"/>
          <p:cNvSpPr/>
          <p:nvPr>
            <p:custDataLst>
              <p:tags r:id="rId4"/>
            </p:custDataLst>
          </p:nvPr>
        </p:nvSpPr>
        <p:spPr>
          <a:xfrm>
            <a:off x="-13097" y="-11113"/>
            <a:ext cx="5428060" cy="6892926"/>
          </a:xfrm>
          <a:custGeom>
            <a:avLst/>
            <a:gdLst>
              <a:gd name="connsiteX0" fmla="*/ 1367257 w 7176303"/>
              <a:gd name="connsiteY0" fmla="*/ 0 h 6866674"/>
              <a:gd name="connsiteX1" fmla="*/ 7176303 w 7176303"/>
              <a:gd name="connsiteY1" fmla="*/ 11556 h 6866674"/>
              <a:gd name="connsiteX2" fmla="*/ 4454810 w 7176303"/>
              <a:gd name="connsiteY2" fmla="*/ 6858020 h 6866674"/>
              <a:gd name="connsiteX3" fmla="*/ 0 w 7176303"/>
              <a:gd name="connsiteY3" fmla="*/ 6866674 h 6866674"/>
              <a:gd name="connsiteX4" fmla="*/ 0 w 7176303"/>
              <a:gd name="connsiteY4" fmla="*/ 3283633 h 68666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176303" h="6866674">
                <a:moveTo>
                  <a:pt x="1367257" y="0"/>
                </a:moveTo>
                <a:lnTo>
                  <a:pt x="7176303" y="11556"/>
                </a:lnTo>
                <a:lnTo>
                  <a:pt x="4454810" y="6858020"/>
                </a:lnTo>
                <a:lnTo>
                  <a:pt x="0" y="6866674"/>
                </a:lnTo>
                <a:lnTo>
                  <a:pt x="0" y="3283633"/>
                </a:lnTo>
                <a:close/>
              </a:path>
            </a:pathLst>
          </a:custGeom>
          <a:blipFill rotWithShape="1">
            <a:blip r:embed="rId5" cstate="screen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 sz="1350" dirty="0"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0" name="任意多边形 17"/>
          <p:cNvSpPr/>
          <p:nvPr>
            <p:custDataLst>
              <p:tags r:id="rId6"/>
            </p:custDataLst>
          </p:nvPr>
        </p:nvSpPr>
        <p:spPr>
          <a:xfrm>
            <a:off x="-32147" y="-9525"/>
            <a:ext cx="5451872" cy="6891338"/>
          </a:xfrm>
          <a:custGeom>
            <a:avLst/>
            <a:gdLst>
              <a:gd name="connsiteX0" fmla="*/ 1377503 w 7191711"/>
              <a:gd name="connsiteY0" fmla="*/ 0 h 6866692"/>
              <a:gd name="connsiteX1" fmla="*/ 7191711 w 7191711"/>
              <a:gd name="connsiteY1" fmla="*/ 11556 h 6866692"/>
              <a:gd name="connsiteX2" fmla="*/ 4467800 w 7191711"/>
              <a:gd name="connsiteY2" fmla="*/ 6858020 h 6866692"/>
              <a:gd name="connsiteX3" fmla="*/ 0 w 7191711"/>
              <a:gd name="connsiteY3" fmla="*/ 6866692 h 6866692"/>
              <a:gd name="connsiteX4" fmla="*/ 0 w 7191711"/>
              <a:gd name="connsiteY4" fmla="*/ 3305303 h 68666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191711" h="6866692">
                <a:moveTo>
                  <a:pt x="1377503" y="0"/>
                </a:moveTo>
                <a:lnTo>
                  <a:pt x="7191711" y="11556"/>
                </a:lnTo>
                <a:lnTo>
                  <a:pt x="4467800" y="6858020"/>
                </a:lnTo>
                <a:lnTo>
                  <a:pt x="0" y="6866692"/>
                </a:lnTo>
                <a:lnTo>
                  <a:pt x="0" y="3305303"/>
                </a:lnTo>
                <a:close/>
              </a:path>
            </a:pathLst>
          </a:custGeom>
          <a:solidFill>
            <a:schemeClr val="tx1">
              <a:alpha val="3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 sz="1350" dirty="0"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1" name="平行四边形 10"/>
          <p:cNvSpPr/>
          <p:nvPr>
            <p:custDataLst>
              <p:tags r:id="rId7"/>
            </p:custDataLst>
          </p:nvPr>
        </p:nvSpPr>
        <p:spPr>
          <a:xfrm flipV="1">
            <a:off x="6735366" y="5002213"/>
            <a:ext cx="2305050" cy="1865312"/>
          </a:xfrm>
          <a:prstGeom prst="parallelogram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 sz="1350"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cxnSp>
        <p:nvCxnSpPr>
          <p:cNvPr id="12" name="直接连接符 11"/>
          <p:cNvCxnSpPr/>
          <p:nvPr>
            <p:custDataLst>
              <p:tags r:id="rId8"/>
            </p:custDataLst>
          </p:nvPr>
        </p:nvCxnSpPr>
        <p:spPr>
          <a:xfrm flipH="1">
            <a:off x="6673084" y="4648927"/>
            <a:ext cx="2300288" cy="0"/>
          </a:xfrm>
          <a:prstGeom prst="line">
            <a:avLst/>
          </a:prstGeom>
          <a:ln w="19050" cap="rnd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9"/>
            </p:custDataLst>
          </p:nvPr>
        </p:nvSpPr>
        <p:spPr>
          <a:xfrm>
            <a:off x="4818729" y="740138"/>
            <a:ext cx="4154642" cy="2751522"/>
          </a:xfrm>
        </p:spPr>
        <p:txBody>
          <a:bodyPr lIns="90000" tIns="46800" rIns="90000" bIns="0" anchor="b">
            <a:normAutofit/>
          </a:bodyPr>
          <a:lstStyle>
            <a:lvl1pPr algn="r">
              <a:defRPr sz="4950" b="1">
                <a:solidFill>
                  <a:schemeClr val="tx2"/>
                </a:solidFill>
                <a:latin typeface="微软雅黑" panose="020B0503020204020204" charset="-122"/>
              </a:defRPr>
            </a:lvl1pPr>
          </a:lstStyle>
          <a:p>
            <a:r>
              <a:rPr lang="zh-CN" altLang="en-US" noProof="1"/>
              <a:t>单击此处编辑标题</a:t>
            </a:r>
            <a:endParaRPr lang="zh-CN" alt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10"/>
            </p:custDataLst>
          </p:nvPr>
        </p:nvSpPr>
        <p:spPr>
          <a:xfrm>
            <a:off x="5606284" y="3924075"/>
            <a:ext cx="3367088" cy="523240"/>
          </a:xfrm>
        </p:spPr>
        <p:txBody>
          <a:bodyPr lIns="90000" rIns="90000"/>
          <a:lstStyle>
            <a:lvl1pPr marL="0" indent="0" algn="r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13" name="日期占位符 3"/>
          <p:cNvSpPr>
            <a:spLocks noGrp="1"/>
          </p:cNvSpPr>
          <p:nvPr>
            <p:ph type="dt" sz="half" idx="15"/>
            <p:custDataLst>
              <p:tags r:id="rId11"/>
            </p:custDataLst>
          </p:nvPr>
        </p:nvSpPr>
        <p:spPr/>
        <p:txBody>
          <a:bodyPr/>
          <a:lstStyle>
            <a:lvl1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14" name="页脚占位符 4"/>
          <p:cNvSpPr>
            <a:spLocks noGrp="1"/>
          </p:cNvSpPr>
          <p:nvPr>
            <p:ph type="ftr" sz="quarter" idx="16"/>
            <p:custDataLst>
              <p:tags r:id="rId12"/>
            </p:custDataLst>
          </p:nvPr>
        </p:nvSpPr>
        <p:spPr/>
        <p:txBody>
          <a:bodyPr/>
          <a:lstStyle>
            <a:lvl1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r>
              <a:rPr lang="zh-CN" altLang="en-US"/>
              <a:t>稻田里的守望者</a:t>
            </a:r>
            <a:endParaRPr lang="zh-CN" altLang="en-US"/>
          </a:p>
        </p:txBody>
      </p:sp>
      <p:sp>
        <p:nvSpPr>
          <p:cNvPr id="16" name="灯片编号占位符 5"/>
          <p:cNvSpPr>
            <a:spLocks noGrp="1"/>
          </p:cNvSpPr>
          <p:nvPr>
            <p:ph type="sldNum" sz="quarter" idx="17"/>
            <p:custDataLst>
              <p:tags r:id="rId1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/>
      </p:transition>
    </mc:Choice>
    <mc:Fallback>
      <p:transition spd="slow">
        <p:blinds/>
      </p:transition>
    </mc:Fallback>
  </mc:AlternateContent>
  <p:hf sldNum="0"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02412" y="443234"/>
            <a:ext cx="8139178" cy="441964"/>
          </a:xfrm>
        </p:spPr>
        <p:txBody>
          <a:bodyPr/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502412" y="952508"/>
            <a:ext cx="8139178" cy="5388907"/>
          </a:xfrm>
        </p:spPr>
        <p:txBody>
          <a:bodyPr>
            <a:no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5pPr>
          </a:lstStyle>
          <a:p>
            <a:pPr lvl="0"/>
            <a:r>
              <a:rPr lang="zh-CN" altLang="en-US" noProof="1">
                <a:sym typeface="+mn-ea"/>
              </a:rPr>
              <a:t>单击此处编辑母版文本样式</a:t>
            </a:r>
            <a:endParaRPr lang="zh-CN" altLang="en-US" noProof="1">
              <a:sym typeface="+mn-ea"/>
            </a:endParaRPr>
          </a:p>
          <a:p>
            <a:pPr lvl="1"/>
            <a:r>
              <a:rPr lang="zh-CN" altLang="en-US" noProof="1">
                <a:sym typeface="+mn-ea"/>
              </a:rPr>
              <a:t>第二级</a:t>
            </a:r>
            <a:endParaRPr lang="zh-CN" altLang="en-US" noProof="1">
              <a:sym typeface="+mn-ea"/>
            </a:endParaRPr>
          </a:p>
          <a:p>
            <a:pPr lvl="2"/>
            <a:r>
              <a:rPr lang="zh-CN" altLang="en-US" noProof="1">
                <a:sym typeface="+mn-ea"/>
              </a:rPr>
              <a:t>第三级</a:t>
            </a:r>
            <a:endParaRPr lang="zh-CN" altLang="en-US" noProof="1">
              <a:sym typeface="+mn-ea"/>
            </a:endParaRPr>
          </a:p>
          <a:p>
            <a:pPr lvl="3"/>
            <a:r>
              <a:rPr lang="zh-CN" altLang="en-US" noProof="1">
                <a:sym typeface="+mn-ea"/>
              </a:rPr>
              <a:t>第四级</a:t>
            </a:r>
            <a:endParaRPr lang="zh-CN" altLang="en-US" noProof="1">
              <a:sym typeface="+mn-ea"/>
            </a:endParaRPr>
          </a:p>
          <a:p>
            <a:pPr lvl="4"/>
            <a:r>
              <a:rPr lang="zh-CN" altLang="en-US" noProof="1">
                <a:sym typeface="+mn-ea"/>
              </a:rPr>
              <a:t>第五级</a:t>
            </a:r>
            <a:endParaRPr noProof="1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稻田里的守望者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/>
      </p:transition>
    </mc:Choice>
    <mc:Fallback>
      <p:transition spd="slow">
        <p:blinds/>
      </p:transition>
    </mc:Fallback>
  </mc:AlternateContent>
  <p:hf sldNum="0"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02448" y="3808730"/>
            <a:ext cx="8139178" cy="624845"/>
          </a:xfrm>
        </p:spPr>
        <p:txBody>
          <a:bodyPr rIns="63500"/>
          <a:lstStyle>
            <a:lvl1pPr>
              <a:defRPr sz="2700" u="none" strike="noStrike" kern="1200" cap="none" spc="300" normalizeH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3"/>
            </p:custDataLst>
          </p:nvPr>
        </p:nvSpPr>
        <p:spPr>
          <a:xfrm>
            <a:off x="502444" y="4511675"/>
            <a:ext cx="8139178" cy="1077985"/>
          </a:xfrm>
        </p:spPr>
        <p:txBody>
          <a:bodyPr tIns="38100" rIns="76200" bIns="38100">
            <a:noAutofit/>
          </a:bodyPr>
          <a:lstStyle>
            <a:lvl1pPr marL="0" indent="0" eaLnBrk="1" fontAlgn="auto" latinLnBrk="0" hangingPunct="1">
              <a:buNone/>
              <a:defRPr kumimoji="0" lang="zh-CN" altLang="en-US" sz="1200" b="0" i="0" u="none" strike="noStrike" kern="1200" cap="none" spc="150" normalizeH="0" baseline="0" noProof="1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稻田里的守望者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/>
      </p:transition>
    </mc:Choice>
    <mc:Fallback>
      <p:transition spd="slow">
        <p:blinds/>
      </p:transition>
    </mc:Fallback>
  </mc:AlternateContent>
  <p:hf sldNum="0"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02412" y="443234"/>
            <a:ext cx="8139178" cy="441964"/>
          </a:xfrm>
        </p:spPr>
        <p:txBody>
          <a:bodyPr/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502448" y="952508"/>
            <a:ext cx="3962432" cy="5388907"/>
          </a:xfrm>
        </p:spPr>
        <p:txBody>
          <a:bodyPr>
            <a:no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5pPr>
          </a:lstStyle>
          <a:p>
            <a:pPr lvl="0"/>
            <a:r>
              <a:rPr lang="zh-CN" altLang="en-US" noProof="1">
                <a:sym typeface="+mn-ea"/>
              </a:rPr>
              <a:t>单击此处编辑母版文本样式</a:t>
            </a:r>
            <a:endParaRPr lang="zh-CN" altLang="en-US" noProof="1">
              <a:sym typeface="+mn-ea"/>
            </a:endParaRPr>
          </a:p>
          <a:p>
            <a:pPr lvl="1"/>
            <a:r>
              <a:rPr lang="zh-CN" altLang="en-US" noProof="1">
                <a:sym typeface="+mn-ea"/>
              </a:rPr>
              <a:t>第二级</a:t>
            </a:r>
            <a:endParaRPr lang="zh-CN" altLang="en-US" noProof="1">
              <a:sym typeface="+mn-ea"/>
            </a:endParaRPr>
          </a:p>
          <a:p>
            <a:pPr lvl="2"/>
            <a:r>
              <a:rPr lang="zh-CN" altLang="en-US" noProof="1">
                <a:sym typeface="+mn-ea"/>
              </a:rPr>
              <a:t>第三级</a:t>
            </a:r>
            <a:endParaRPr lang="zh-CN" altLang="en-US" noProof="1">
              <a:sym typeface="+mn-ea"/>
            </a:endParaRPr>
          </a:p>
          <a:p>
            <a:pPr lvl="3"/>
            <a:r>
              <a:rPr lang="zh-CN" altLang="en-US" noProof="1">
                <a:sym typeface="+mn-ea"/>
              </a:rPr>
              <a:t>第四级</a:t>
            </a:r>
            <a:endParaRPr lang="zh-CN" altLang="en-US" noProof="1">
              <a:sym typeface="+mn-ea"/>
            </a:endParaRPr>
          </a:p>
          <a:p>
            <a:pPr lvl="4"/>
            <a:r>
              <a:rPr lang="zh-CN" altLang="en-US" noProof="1">
                <a:sym typeface="+mn-ea"/>
              </a:rPr>
              <a:t>第五级</a:t>
            </a:r>
            <a:endParaRPr noProof="1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4679158" y="952508"/>
            <a:ext cx="3962432" cy="5388907"/>
          </a:xfrm>
        </p:spPr>
        <p:txBody>
          <a:bodyPr>
            <a:noAutofit/>
          </a:bodyPr>
          <a:lstStyle>
            <a:lvl1pPr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  <a:lvl2pPr>
              <a:defRPr sz="1200">
                <a:latin typeface="微软雅黑" panose="020B0503020204020204" charset="-122"/>
                <a:ea typeface="微软雅黑" panose="020B0503020204020204" charset="-122"/>
              </a:defRPr>
            </a:lvl2pPr>
            <a:lvl3pPr>
              <a:defRPr sz="1200">
                <a:latin typeface="微软雅黑" panose="020B0503020204020204" charset="-122"/>
                <a:ea typeface="微软雅黑" panose="020B0503020204020204" charset="-122"/>
              </a:defRPr>
            </a:lvl3pPr>
            <a:lvl4pPr>
              <a:defRPr sz="1200">
                <a:latin typeface="微软雅黑" panose="020B0503020204020204" charset="-122"/>
                <a:ea typeface="微软雅黑" panose="020B0503020204020204" charset="-122"/>
              </a:defRPr>
            </a:lvl4pPr>
            <a:lvl5pPr>
              <a:defRPr sz="1200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稻田里的守望者</a:t>
            </a: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/>
      </p:transition>
    </mc:Choice>
    <mc:Fallback>
      <p:transition spd="slow">
        <p:blinds/>
      </p:transition>
    </mc:Fallback>
  </mc:AlternateContent>
  <p:hf sldNum="0"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02412" y="443234"/>
            <a:ext cx="8139178" cy="441964"/>
          </a:xfrm>
        </p:spPr>
        <p:txBody>
          <a:bodyPr/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3"/>
            </p:custDataLst>
          </p:nvPr>
        </p:nvSpPr>
        <p:spPr>
          <a:xfrm>
            <a:off x="502448" y="952508"/>
            <a:ext cx="3962432" cy="381003"/>
          </a:xfrm>
        </p:spPr>
        <p:txBody>
          <a:bodyPr tIns="38100" rIns="76200" bIns="38100">
            <a:no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1500" b="0" u="none" strike="noStrike" kern="1200" cap="none" spc="200" normalizeH="0" baseline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502444" y="1406525"/>
            <a:ext cx="3962400" cy="4934752"/>
          </a:xfrm>
        </p:spPr>
        <p:txBody>
          <a:bodyPr>
            <a:no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5pPr>
          </a:lstStyle>
          <a:p>
            <a:pPr lvl="0"/>
            <a:r>
              <a:rPr lang="zh-CN" altLang="en-US" noProof="1">
                <a:sym typeface="+mn-ea"/>
              </a:rPr>
              <a:t>单击此处编辑母版文本样式</a:t>
            </a:r>
            <a:endParaRPr lang="zh-CN" altLang="en-US" noProof="1">
              <a:sym typeface="+mn-ea"/>
            </a:endParaRPr>
          </a:p>
          <a:p>
            <a:pPr lvl="1"/>
            <a:r>
              <a:rPr lang="zh-CN" altLang="en-US" noProof="1">
                <a:sym typeface="+mn-ea"/>
              </a:rPr>
              <a:t>第二级</a:t>
            </a:r>
            <a:endParaRPr lang="zh-CN" altLang="en-US" noProof="1">
              <a:sym typeface="+mn-ea"/>
            </a:endParaRPr>
          </a:p>
          <a:p>
            <a:pPr lvl="2"/>
            <a:r>
              <a:rPr lang="zh-CN" altLang="en-US" noProof="1">
                <a:sym typeface="+mn-ea"/>
              </a:rPr>
              <a:t>第三级</a:t>
            </a:r>
            <a:endParaRPr lang="zh-CN" altLang="en-US" noProof="1">
              <a:sym typeface="+mn-ea"/>
            </a:endParaRPr>
          </a:p>
          <a:p>
            <a:pPr lvl="3"/>
            <a:r>
              <a:rPr lang="zh-CN" altLang="en-US" noProof="1">
                <a:sym typeface="+mn-ea"/>
              </a:rPr>
              <a:t>第四级</a:t>
            </a:r>
            <a:endParaRPr lang="zh-CN" altLang="en-US" noProof="1">
              <a:sym typeface="+mn-ea"/>
            </a:endParaRPr>
          </a:p>
          <a:p>
            <a:pPr lvl="4"/>
            <a:r>
              <a:rPr lang="zh-CN" altLang="en-US" noProof="1">
                <a:sym typeface="+mn-ea"/>
              </a:rPr>
              <a:t>第五级</a:t>
            </a:r>
            <a:endParaRPr noProof="1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  <p:custDataLst>
              <p:tags r:id="rId5"/>
            </p:custDataLst>
          </p:nvPr>
        </p:nvSpPr>
        <p:spPr>
          <a:xfrm>
            <a:off x="4676813" y="952508"/>
            <a:ext cx="3962432" cy="381003"/>
          </a:xfrm>
        </p:spPr>
        <p:txBody>
          <a:bodyPr tIns="38100" rIns="76200" bIns="3810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1500" b="0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noProof="1">
                <a:sym typeface="+mn-ea"/>
              </a:rPr>
              <a:t>单击此处编辑母版文本样式</a:t>
            </a:r>
            <a:endParaRPr lang="zh-CN" altLang="en-US" noProof="1"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4676813" y="1406525"/>
            <a:ext cx="3962432" cy="4934752"/>
          </a:xfrm>
        </p:spPr>
        <p:txBody>
          <a:bodyPr>
            <a:no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5pPr>
          </a:lstStyle>
          <a:p>
            <a:pPr lvl="0"/>
            <a:r>
              <a:rPr lang="zh-CN" altLang="en-US" noProof="1">
                <a:sym typeface="+mn-ea"/>
              </a:rPr>
              <a:t>单击此处编辑母版文本样式</a:t>
            </a:r>
            <a:endParaRPr lang="zh-CN" altLang="en-US" noProof="1">
              <a:sym typeface="+mn-ea"/>
            </a:endParaRPr>
          </a:p>
          <a:p>
            <a:pPr lvl="1"/>
            <a:r>
              <a:rPr lang="zh-CN" altLang="en-US" noProof="1">
                <a:sym typeface="+mn-ea"/>
              </a:rPr>
              <a:t>第二级</a:t>
            </a:r>
            <a:endParaRPr lang="zh-CN" altLang="en-US" noProof="1">
              <a:sym typeface="+mn-ea"/>
            </a:endParaRPr>
          </a:p>
          <a:p>
            <a:pPr lvl="2"/>
            <a:r>
              <a:rPr lang="zh-CN" altLang="en-US" noProof="1">
                <a:sym typeface="+mn-ea"/>
              </a:rPr>
              <a:t>第三级</a:t>
            </a:r>
            <a:endParaRPr lang="zh-CN" altLang="en-US" noProof="1">
              <a:sym typeface="+mn-ea"/>
            </a:endParaRPr>
          </a:p>
          <a:p>
            <a:pPr lvl="3"/>
            <a:r>
              <a:rPr lang="zh-CN" altLang="en-US" noProof="1">
                <a:sym typeface="+mn-ea"/>
              </a:rPr>
              <a:t>第四级</a:t>
            </a:r>
            <a:endParaRPr lang="zh-CN" altLang="en-US" noProof="1">
              <a:sym typeface="+mn-ea"/>
            </a:endParaRPr>
          </a:p>
          <a:p>
            <a:pPr lvl="4"/>
            <a:r>
              <a:rPr lang="zh-CN" altLang="en-US" noProof="1">
                <a:sym typeface="+mn-ea"/>
              </a:rPr>
              <a:t>第五级</a:t>
            </a:r>
            <a:endParaRPr noProof="1">
              <a:sym typeface="+mn-ea"/>
            </a:endParaRP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稻田里的守望者</a:t>
            </a:r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/>
      </p:transition>
    </mc:Choice>
    <mc:Fallback>
      <p:transition spd="slow">
        <p:blinds/>
      </p:transition>
    </mc:Fallback>
  </mc:AlternateContent>
  <p:hf sldNum="0"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稻田里的守望者</a:t>
            </a: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/>
      </p:transition>
    </mc:Choice>
    <mc:Fallback>
      <p:transition spd="slow">
        <p:blinds/>
      </p:transition>
    </mc:Fallback>
  </mc:AlternateContent>
  <p:hf sldNum="0"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稻田里的守望者</a:t>
            </a:r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/>
      </p:transition>
    </mc:Choice>
    <mc:Fallback>
      <p:transition spd="slow">
        <p:blinds/>
      </p:transition>
    </mc:Fallback>
  </mc:AlternateContent>
  <p:hf sldNum="0"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02448" y="443234"/>
            <a:ext cx="8139178" cy="441964"/>
          </a:xfrm>
        </p:spPr>
        <p:txBody>
          <a:bodyPr/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3"/>
            </p:custDataLst>
          </p:nvPr>
        </p:nvSpPr>
        <p:spPr>
          <a:xfrm>
            <a:off x="502448" y="952508"/>
            <a:ext cx="3962432" cy="5388907"/>
          </a:xfrm>
        </p:spPr>
        <p:txBody>
          <a:bodyPr rtlCol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lang="zh-CN" altLang="en-US" noProof="1">
                <a:sym typeface="+mn-ea"/>
              </a:rPr>
              <a:t>单击图标添加图片</a:t>
            </a:r>
            <a:endParaRPr lang="zh-CN" altLang="en-US" noProof="1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4"/>
            </p:custDataLst>
          </p:nvPr>
        </p:nvSpPr>
        <p:spPr>
          <a:xfrm>
            <a:off x="4679194" y="952508"/>
            <a:ext cx="3962432" cy="5388907"/>
          </a:xfrm>
        </p:spPr>
        <p:txBody>
          <a:bodyPr/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单击此处编辑母版文本样式</a:t>
            </a:r>
            <a:endParaRPr lang="zh-CN" altLang="en-US" noProof="1">
              <a:sym typeface="+mn-ea"/>
            </a:endParaRP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稻田里的守望者</a:t>
            </a: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/>
      </p:transition>
    </mc:Choice>
    <mc:Fallback>
      <p:transition spd="slow">
        <p:blinds/>
      </p:transition>
    </mc:Fallback>
  </mc:AlternateContent>
  <p:hf sldNum="0"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2"/>
            </p:custDataLst>
          </p:nvPr>
        </p:nvSpPr>
        <p:spPr>
          <a:xfrm>
            <a:off x="7928351" y="952508"/>
            <a:ext cx="713238" cy="5388907"/>
          </a:xfrm>
        </p:spPr>
        <p:txBody>
          <a:bodyPr vert="eaVert" anchor="ctr"/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502444" y="952500"/>
            <a:ext cx="7371076" cy="5388907"/>
          </a:xfrm>
        </p:spPr>
        <p:txBody>
          <a:bodyPr vert="eaVert"/>
          <a:lstStyle>
            <a:lvl1pPr indent="0" eaLnBrk="1" fontAlgn="auto" latinLnBrk="0" hangingPunct="1">
              <a:defRPr>
                <a:latin typeface="微软雅黑" panose="020B0503020204020204" charset="-122"/>
                <a:ea typeface="微软雅黑" panose="020B0503020204020204" charset="-122"/>
              </a:defRPr>
            </a:lvl1pPr>
            <a:lvl2pPr indent="0" eaLnBrk="1" fontAlgn="auto" latinLnBrk="0" hangingPunct="1">
              <a:defRPr>
                <a:latin typeface="微软雅黑" panose="020B0503020204020204" charset="-122"/>
                <a:ea typeface="微软雅黑" panose="020B0503020204020204" charset="-122"/>
              </a:defRPr>
            </a:lvl2pPr>
            <a:lvl3pPr indent="0" eaLnBrk="1" fontAlgn="auto" latinLnBrk="0" hangingPunct="1">
              <a:defRPr>
                <a:latin typeface="微软雅黑" panose="020B0503020204020204" charset="-122"/>
                <a:ea typeface="微软雅黑" panose="020B0503020204020204" charset="-122"/>
              </a:defRPr>
            </a:lvl3pPr>
            <a:lvl4pPr indent="0" eaLnBrk="1" fontAlgn="auto" latinLnBrk="0" hangingPunct="1">
              <a:defRPr>
                <a:latin typeface="微软雅黑" panose="020B0503020204020204" charset="-122"/>
                <a:ea typeface="微软雅黑" panose="020B0503020204020204" charset="-122"/>
              </a:defRPr>
            </a:lvl4pPr>
            <a:lvl5pPr indent="0" eaLnBrk="1" fontAlgn="auto" latinLnBrk="0" hangingPunct="1">
              <a:defRPr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稻田里的守望者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/>
      </p:transition>
    </mc:Choice>
    <mc:Fallback>
      <p:transition spd="slow">
        <p:blinds/>
      </p:transition>
    </mc:Fallback>
  </mc:AlternateContent>
  <p:hf sldNum="0"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2"/>
            </p:custDataLst>
          </p:nvPr>
        </p:nvSpPr>
        <p:spPr>
          <a:xfrm>
            <a:off x="502448" y="952508"/>
            <a:ext cx="8139178" cy="538890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4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5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稻田里的守望者</a:t>
            </a: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6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8B2326F-068C-4081-A9BE-717E8CE3C581}" type="slidenum">
              <a:rPr lang="zh-CN" altLang="en-US"/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/>
      </p:transition>
    </mc:Choice>
    <mc:Fallback>
      <p:transition spd="slow">
        <p:blinds/>
      </p:transition>
    </mc:Fallback>
  </mc:AlternateContent>
  <p:hf sldNum="0"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/>
          <p:cNvCxnSpPr/>
          <p:nvPr>
            <p:custDataLst>
              <p:tags r:id="rId2"/>
            </p:custDataLst>
          </p:nvPr>
        </p:nvCxnSpPr>
        <p:spPr>
          <a:xfrm flipH="1">
            <a:off x="6146006" y="3686175"/>
            <a:ext cx="2300288" cy="0"/>
          </a:xfrm>
          <a:prstGeom prst="line">
            <a:avLst/>
          </a:prstGeom>
          <a:ln w="19050" cap="rnd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平行四边形 3"/>
          <p:cNvSpPr/>
          <p:nvPr>
            <p:custDataLst>
              <p:tags r:id="rId3"/>
            </p:custDataLst>
          </p:nvPr>
        </p:nvSpPr>
        <p:spPr>
          <a:xfrm flipV="1">
            <a:off x="0" y="0"/>
            <a:ext cx="2355056" cy="2008188"/>
          </a:xfrm>
          <a:prstGeom prst="parallelogram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 sz="1350"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5" name="矩形 4"/>
          <p:cNvSpPr/>
          <p:nvPr>
            <p:custDataLst>
              <p:tags r:id="rId4"/>
            </p:custDataLst>
          </p:nvPr>
        </p:nvSpPr>
        <p:spPr>
          <a:xfrm>
            <a:off x="0" y="4849813"/>
            <a:ext cx="9144000" cy="205581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 sz="1350"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6" name="平行四边形 5"/>
          <p:cNvSpPr/>
          <p:nvPr>
            <p:custDataLst>
              <p:tags r:id="rId5"/>
            </p:custDataLst>
          </p:nvPr>
        </p:nvSpPr>
        <p:spPr>
          <a:xfrm flipV="1">
            <a:off x="6728222" y="4849813"/>
            <a:ext cx="2305050" cy="2054225"/>
          </a:xfrm>
          <a:prstGeom prst="parallelogram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 sz="1350"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6"/>
            </p:custDataLst>
          </p:nvPr>
        </p:nvSpPr>
        <p:spPr>
          <a:xfrm>
            <a:off x="4380300" y="1264356"/>
            <a:ext cx="4155300" cy="2410470"/>
          </a:xfrm>
        </p:spPr>
        <p:txBody>
          <a:bodyPr lIns="90000" tIns="46800" rIns="90000" bIns="46800" anchor="b">
            <a:normAutofit/>
          </a:bodyPr>
          <a:lstStyle>
            <a:lvl1pPr marL="0" marR="0" algn="r" defTabSz="914400" rtl="0" eaLnBrk="1" fontAlgn="auto" latinLnBrk="0" hangingPunct="1">
              <a:lnSpc>
                <a:spcPct val="100000"/>
              </a:lnSpc>
              <a:buNone/>
              <a:defRPr kumimoji="0" lang="zh-CN" altLang="en-US" sz="6600" b="1" i="0" u="none" strike="noStrike" kern="1200" cap="none" spc="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编辑标题</a:t>
            </a:r>
            <a:endParaRPr noProof="1">
              <a:sym typeface="+mn-ea"/>
            </a:endParaRPr>
          </a:p>
        </p:txBody>
      </p:sp>
      <p:sp>
        <p:nvSpPr>
          <p:cNvPr id="7" name="日期占位符 2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>
            <a:lvl1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8" name="页脚占位符 3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>
              <a:defRPr/>
            </a:pPr>
            <a:r>
              <a:rPr lang="zh-CN" altLang="en-US"/>
              <a:t>稻田里的守望者</a:t>
            </a:r>
            <a:endParaRPr lang="zh-CN" altLang="en-US"/>
          </a:p>
        </p:txBody>
      </p:sp>
      <p:sp>
        <p:nvSpPr>
          <p:cNvPr id="9" name="灯片编号占位符 4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589FA83-3AA4-4AB1-AE99-861D1E52AE27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/>
      </p:transition>
    </mc:Choice>
    <mc:Fallback>
      <p:transition spd="slow">
        <p:blinds/>
      </p:transition>
    </mc:Fallback>
  </mc:AlternateContent>
  <p:hf sldNum="0" hd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71.xml"/><Relationship Id="rId16" Type="http://schemas.openxmlformats.org/officeDocument/2006/relationships/tags" Target="../tags/tag70.xml"/><Relationship Id="rId15" Type="http://schemas.openxmlformats.org/officeDocument/2006/relationships/tags" Target="../tags/tag69.xml"/><Relationship Id="rId14" Type="http://schemas.openxmlformats.org/officeDocument/2006/relationships/tags" Target="../tags/tag68.xml"/><Relationship Id="rId13" Type="http://schemas.openxmlformats.org/officeDocument/2006/relationships/tags" Target="../tags/tag67.xml"/><Relationship Id="rId12" Type="http://schemas.openxmlformats.org/officeDocument/2006/relationships/tags" Target="../tags/tag66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 noChangeArrowheads="1"/>
          </p:cNvSpPr>
          <p:nvPr>
            <p:ph type="title" idx="4294967295"/>
            <p:custDataLst>
              <p:tags r:id="rId12"/>
            </p:custDataLst>
          </p:nvPr>
        </p:nvSpPr>
        <p:spPr bwMode="auto">
          <a:xfrm>
            <a:off x="502444" y="442913"/>
            <a:ext cx="8139113" cy="442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1600" tIns="38100" rIns="76200" bIns="38100" numCol="1" anchor="t" anchorCtr="0" compatLnSpc="1"/>
          <a:lstStyle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7" name="文本占位符 2"/>
          <p:cNvSpPr>
            <a:spLocks noGrp="1" noChangeArrowheads="1"/>
          </p:cNvSpPr>
          <p:nvPr>
            <p:ph type="body" idx="9"/>
            <p:custDataLst>
              <p:tags r:id="rId13"/>
            </p:custDataLst>
          </p:nvPr>
        </p:nvSpPr>
        <p:spPr bwMode="auto">
          <a:xfrm>
            <a:off x="502444" y="952500"/>
            <a:ext cx="8139113" cy="5389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1600" tIns="0" rIns="82550" bIns="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59606" y="6350000"/>
            <a:ext cx="2025254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eaLnBrk="1" hangingPunct="1">
              <a:buFontTx/>
              <a:buNone/>
              <a:defRPr sz="900">
                <a:solidFill>
                  <a:schemeClr val="tx1">
                    <a:tint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3087291" y="6350000"/>
            <a:ext cx="2969419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eaLnBrk="1" hangingPunct="1">
              <a:buFontTx/>
              <a:buNone/>
              <a:defRPr sz="900">
                <a:solidFill>
                  <a:schemeClr val="tx1">
                    <a:tint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r>
              <a:rPr lang="zh-CN" altLang="en-US"/>
              <a:t>稻田里的守望者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6457950" y="6350000"/>
            <a:ext cx="2025254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 eaLnBrk="1" hangingPunct="1">
              <a:buFontTx/>
              <a:buNone/>
              <a:defRPr sz="900">
                <a:solidFill>
                  <a:schemeClr val="tx1">
                    <a:tint val="75000"/>
                  </a:schemeClr>
                </a:solidFill>
                <a:latin typeface="微软雅黑" panose="020B0503020204020204" charset="-122"/>
                <a:cs typeface="微软雅黑" panose="020B0503020204020204" charset="-122"/>
              </a:defRPr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sp>
        <p:nvSpPr>
          <p:cNvPr id="2" name="KSO_TEMPLATE" hidden="1"/>
          <p:cNvSpPr/>
          <p:nvPr>
            <p:custDataLst>
              <p:tags r:id="rId17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1350" noProof="1">
              <a:latin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4="http://schemas.microsoft.com/office/powerpoint/2010/main" Requires="p14">
      <p:transition spd="slow" p14:dur="1600">
        <p:blinds/>
      </p:transition>
    </mc:Choice>
    <mc:Fallback>
      <p:transition spd="slow">
        <p:blinds/>
      </p:transition>
    </mc:Fallback>
  </mc:AlternateContent>
  <p:hf sldNum="0" hd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1800" b="1" kern="1200" spc="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262626"/>
          </a:solidFill>
          <a:latin typeface="微软雅黑" panose="020B0503020204020204" charset="-122"/>
          <a:ea typeface="微软雅黑" panose="020B0503020204020204" charset="-122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262626"/>
          </a:solidFill>
          <a:latin typeface="微软雅黑" panose="020B0503020204020204" charset="-122"/>
          <a:ea typeface="微软雅黑" panose="020B0503020204020204" charset="-122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262626"/>
          </a:solidFill>
          <a:latin typeface="微软雅黑" panose="020B0503020204020204" charset="-122"/>
          <a:ea typeface="微软雅黑" panose="020B0503020204020204" charset="-122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262626"/>
          </a:solidFill>
          <a:latin typeface="微软雅黑" panose="020B0503020204020204" charset="-122"/>
          <a:ea typeface="微软雅黑" panose="020B0503020204020204" charset="-122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262626"/>
          </a:solidFill>
          <a:latin typeface="微软雅黑" panose="020B0503020204020204" charset="-122"/>
          <a:ea typeface="微软雅黑" panose="020B0503020204020204" charset="-122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262626"/>
          </a:solidFill>
          <a:latin typeface="微软雅黑" panose="020B0503020204020204" charset="-122"/>
          <a:ea typeface="微软雅黑" panose="020B0503020204020204" charset="-122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262626"/>
          </a:solidFill>
          <a:latin typeface="微软雅黑" panose="020B0503020204020204" charset="-122"/>
          <a:ea typeface="微软雅黑" panose="020B0503020204020204" charset="-122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262626"/>
          </a:solidFill>
          <a:latin typeface="微软雅黑" panose="020B0503020204020204" charset="-122"/>
          <a:ea typeface="微软雅黑" panose="020B0503020204020204" charset="-122"/>
        </a:defRPr>
      </a:lvl9pPr>
    </p:titleStyle>
    <p:bodyStyle>
      <a:lvl1pPr marL="171450" indent="-171450" algn="l" rtl="0" eaLnBrk="1" fontAlgn="base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defRPr sz="1200" kern="1200" spc="15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1pPr>
      <a:lvl2pPr marL="514350" indent="-171450" algn="l" defTabSz="0" rtl="0" eaLnBrk="1" fontAlgn="base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tabLst>
          <a:tab pos="1207135" algn="l"/>
        </a:tabLst>
        <a:defRPr sz="1200" kern="1200" spc="15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2pPr>
      <a:lvl3pPr marL="857250" indent="-171450" algn="l" defTabSz="0" rtl="0" eaLnBrk="1" fontAlgn="base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tabLst>
          <a:tab pos="1207135" algn="l"/>
        </a:tabLst>
        <a:defRPr sz="1200" kern="1200" spc="15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3pPr>
      <a:lvl4pPr marL="1200150" indent="-171450" algn="l" defTabSz="0" rtl="0" eaLnBrk="1" fontAlgn="base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tabLst>
          <a:tab pos="1207135" algn="l"/>
        </a:tabLst>
        <a:defRPr sz="1200" kern="1200" spc="15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4pPr>
      <a:lvl5pPr marL="1543050" indent="-171450" algn="l" defTabSz="0" rtl="0" eaLnBrk="1" fontAlgn="base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tabLst>
          <a:tab pos="1207135" algn="l"/>
        </a:tabLst>
        <a:defRPr sz="1200" kern="1200" spc="15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hyperlink" Target="https://www.baike.com/wikiid/4937618450366540418?from=wiki_content&amp;prd=innerlink" TargetMode="External"/><Relationship Id="rId7" Type="http://schemas.openxmlformats.org/officeDocument/2006/relationships/hyperlink" Target="https://www.baike.com/wikiid/3077522587623551411?from=wiki_content&amp;prd=innerlink" TargetMode="External"/><Relationship Id="rId6" Type="http://schemas.openxmlformats.org/officeDocument/2006/relationships/hyperlink" Target="https://www.baike.com/wikiid/1926785606290185198?from=wiki_content&amp;prd=innerlink" TargetMode="External"/><Relationship Id="rId5" Type="http://schemas.openxmlformats.org/officeDocument/2006/relationships/hyperlink" Target="https://www.baike.com/wikiid/7649253012940736901?from=wiki_content&amp;prd=innerlink" TargetMode="External"/><Relationship Id="rId4" Type="http://schemas.openxmlformats.org/officeDocument/2006/relationships/hyperlink" Target="https://www.baike.com/wikiid/4641226686633316867?from=wiki_content&amp;prd=innerlink" TargetMode="External"/><Relationship Id="rId3" Type="http://schemas.openxmlformats.org/officeDocument/2006/relationships/hyperlink" Target="https://www.baike.com/wikiid/7446943256229658234?from=wiki_content&amp;prd=innerlink" TargetMode="External"/><Relationship Id="rId2" Type="http://schemas.openxmlformats.org/officeDocument/2006/relationships/hyperlink" Target="https://www.baike.com/wikiid/3946012800448860072?from=wiki_content&amp;prd=innerlink" TargetMode="External"/><Relationship Id="rId1" Type="http://schemas.openxmlformats.org/officeDocument/2006/relationships/hyperlink" Target="https://www.baike.com/wikiid/1519484778092109287?from=wiki_content&amp;prd=innerlink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 smtClean="0"/>
              <a:t>袁隆平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4375150" y="3924300"/>
            <a:ext cx="4598670" cy="523240"/>
          </a:xfrm>
        </p:spPr>
        <p:txBody>
          <a:bodyPr/>
          <a:p>
            <a:r>
              <a:rPr lang="zh-CN" altLang="en-US" sz="3000"/>
              <a:t>中国杂交水稻之父</a:t>
            </a:r>
            <a:endParaRPr lang="zh-CN" altLang="en-US" sz="300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6"/>
          </p:nvPr>
        </p:nvSpPr>
        <p:spPr/>
        <p:txBody>
          <a:bodyPr/>
          <a:p>
            <a:r>
              <a:rPr lang="zh-CN" altLang="en-US"/>
              <a:t>稻田里的守望者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/>
      </p:transition>
    </mc:Choice>
    <mc:Fallback>
      <p:transition spd="slow">
        <p:blinds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latinLnBrk="1"/>
            <a:r>
              <a:rPr lang="zh-CN" altLang="en-US" dirty="0"/>
              <a:t>袁隆平（</a:t>
            </a:r>
            <a:r>
              <a:rPr lang="en-US" altLang="zh-CN" dirty="0"/>
              <a:t>1930</a:t>
            </a:r>
            <a:r>
              <a:rPr lang="zh-CN" altLang="en-US" dirty="0"/>
              <a:t>年</a:t>
            </a:r>
            <a:r>
              <a:rPr lang="en-US" altLang="zh-CN" dirty="0"/>
              <a:t>9</a:t>
            </a:r>
            <a:r>
              <a:rPr lang="zh-CN" altLang="en-US" dirty="0"/>
              <a:t>月</a:t>
            </a:r>
            <a:r>
              <a:rPr lang="en-US" altLang="zh-CN" dirty="0"/>
              <a:t>7</a:t>
            </a:r>
            <a:r>
              <a:rPr lang="zh-CN" altLang="en-US" dirty="0"/>
              <a:t>日</a:t>
            </a:r>
            <a:r>
              <a:rPr lang="en-US" altLang="zh-CN" dirty="0"/>
              <a:t>-2021</a:t>
            </a:r>
            <a:r>
              <a:rPr lang="zh-CN" altLang="en-US" dirty="0"/>
              <a:t>年</a:t>
            </a:r>
            <a:r>
              <a:rPr lang="en-US" altLang="zh-CN" dirty="0"/>
              <a:t>5</a:t>
            </a:r>
            <a:r>
              <a:rPr lang="zh-CN" altLang="en-US" dirty="0"/>
              <a:t>月</a:t>
            </a:r>
            <a:r>
              <a:rPr lang="en-US" altLang="zh-CN" dirty="0"/>
              <a:t>22</a:t>
            </a:r>
            <a:r>
              <a:rPr lang="zh-CN" altLang="en-US" dirty="0"/>
              <a:t>日），男，汉族，无党派人士，</a:t>
            </a:r>
            <a:r>
              <a:rPr lang="en-US" altLang="zh-CN" dirty="0"/>
              <a:t>1930</a:t>
            </a:r>
            <a:r>
              <a:rPr lang="zh-CN" altLang="en-US" dirty="0"/>
              <a:t>年</a:t>
            </a:r>
            <a:r>
              <a:rPr lang="en-US" altLang="zh-CN" dirty="0"/>
              <a:t>9</a:t>
            </a:r>
            <a:r>
              <a:rPr lang="zh-CN" altLang="en-US" dirty="0"/>
              <a:t>月</a:t>
            </a:r>
            <a:r>
              <a:rPr lang="en-US" altLang="zh-CN" dirty="0"/>
              <a:t>7</a:t>
            </a:r>
            <a:r>
              <a:rPr lang="zh-CN" altLang="en-US" dirty="0"/>
              <a:t>日生于北京，江西省九江市德安县人，中国杂交水稻育种专家，中国研究与发展杂交水稻的开创者，被誉为“世界杂交水稻之父”。国家杂交水稻工程技术研究中心、</a:t>
            </a:r>
            <a:r>
              <a:rPr lang="zh-CN" altLang="en-US" dirty="0">
                <a:hlinkClick r:id="rId1"/>
              </a:rPr>
              <a:t>湖南杂交水稻研究中心</a:t>
            </a:r>
            <a:r>
              <a:rPr lang="zh-CN" altLang="en-US" dirty="0"/>
              <a:t>粜原主任，湖洎南頭省政樤协原副主席，中国工程院院士，美国国家科学院院士，中国发明协会会士，湖南农业大学名誉校长，第六至十二届全国政协常委。</a:t>
            </a:r>
            <a:endParaRPr lang="zh-CN" altLang="en-US" dirty="0"/>
          </a:p>
          <a:p>
            <a:pPr latinLnBrk="1"/>
            <a:r>
              <a:rPr lang="zh-CN" altLang="en-US" dirty="0"/>
              <a:t>是杂交水稻研究领域的开创者和带头人，致力于杂交水稻技术的研究、应用与推广，发明“三系法”</a:t>
            </a:r>
            <a:r>
              <a:rPr lang="zh-CN" altLang="en-US" dirty="0">
                <a:hlinkClick r:id="rId2"/>
              </a:rPr>
              <a:t>籼型杂交水稻</a:t>
            </a:r>
            <a:r>
              <a:rPr lang="zh-CN" altLang="en-US" dirty="0"/>
              <a:t>，成功研究出“两系法”杂交水稻，创建了超级杂交稻技术体系。并提出并实施“种三产四丰产工程”，运用超级杂交稻的技术成果，出版中、英文专著</a:t>
            </a:r>
            <a:r>
              <a:rPr lang="en-US" altLang="zh-CN" dirty="0"/>
              <a:t>6</a:t>
            </a:r>
            <a:r>
              <a:rPr lang="zh-CN" altLang="en-US" dirty="0"/>
              <a:t>部，发表论文</a:t>
            </a:r>
            <a:r>
              <a:rPr lang="en-US" altLang="zh-CN" dirty="0"/>
              <a:t>60</a:t>
            </a:r>
            <a:r>
              <a:rPr lang="zh-CN" altLang="en-US" dirty="0"/>
              <a:t>余篇。</a:t>
            </a:r>
            <a:r>
              <a:rPr lang="en-US" altLang="zh-CN" dirty="0"/>
              <a:t>1953</a:t>
            </a:r>
            <a:r>
              <a:rPr lang="zh-CN" altLang="en-US" dirty="0"/>
              <a:t>年毕业于西南农学院（现西南大学），</a:t>
            </a:r>
            <a:r>
              <a:rPr lang="en-US" altLang="zh-CN" dirty="0"/>
              <a:t>1995</a:t>
            </a:r>
            <a:r>
              <a:rPr lang="zh-CN" altLang="en-US" dirty="0"/>
              <a:t>年被选为中国工程院院士，</a:t>
            </a:r>
            <a:r>
              <a:rPr lang="en-US" altLang="zh-CN" dirty="0"/>
              <a:t>1999</a:t>
            </a:r>
            <a:r>
              <a:rPr lang="zh-CN" altLang="en-US" dirty="0"/>
              <a:t>年</a:t>
            </a:r>
            <a:r>
              <a:rPr lang="zh-CN" altLang="en-US" dirty="0">
                <a:hlinkClick r:id="rId3"/>
              </a:rPr>
              <a:t>中国科学院北京天文台</a:t>
            </a:r>
            <a:r>
              <a:rPr lang="zh-CN" altLang="en-US" dirty="0"/>
              <a:t>施密特</a:t>
            </a:r>
            <a:r>
              <a:rPr lang="en-US" altLang="zh-CN" dirty="0"/>
              <a:t>CCD</a:t>
            </a:r>
            <a:r>
              <a:rPr lang="zh-CN" altLang="en-US" dirty="0"/>
              <a:t>小行星项目组发现的一颗小行星被命名为袁隆平星，</a:t>
            </a:r>
            <a:r>
              <a:rPr lang="en-US" altLang="zh-CN" dirty="0"/>
              <a:t>2000</a:t>
            </a:r>
            <a:r>
              <a:rPr lang="zh-CN" altLang="en-US" dirty="0"/>
              <a:t>年度获得</a:t>
            </a:r>
            <a:r>
              <a:rPr lang="zh-CN" altLang="en-US" dirty="0">
                <a:hlinkClick r:id="rId4"/>
              </a:rPr>
              <a:t>国家最高科学技术奖</a:t>
            </a:r>
            <a:r>
              <a:rPr lang="zh-CN" altLang="en-US" dirty="0"/>
              <a:t>，</a:t>
            </a:r>
            <a:r>
              <a:rPr lang="en-US" altLang="zh-CN" dirty="0"/>
              <a:t>2006</a:t>
            </a:r>
            <a:r>
              <a:rPr lang="zh-CN" altLang="en-US" dirty="0"/>
              <a:t>年</a:t>
            </a:r>
            <a:r>
              <a:rPr lang="en-US" altLang="zh-CN" dirty="0"/>
              <a:t>4</a:t>
            </a:r>
            <a:r>
              <a:rPr lang="zh-CN" altLang="en-US" dirty="0"/>
              <a:t>月当选美国国家科学院外籍院士，</a:t>
            </a:r>
            <a:r>
              <a:rPr lang="en-US" altLang="zh-CN" dirty="0"/>
              <a:t>2010</a:t>
            </a:r>
            <a:r>
              <a:rPr lang="zh-CN" altLang="en-US" dirty="0"/>
              <a:t>年荣获澳门科技大学荣誉博士学位，</a:t>
            </a:r>
            <a:r>
              <a:rPr lang="en-US" altLang="zh-CN" dirty="0"/>
              <a:t>2013</a:t>
            </a:r>
            <a:r>
              <a:rPr lang="zh-CN" altLang="en-US" dirty="0"/>
              <a:t>年获得第四届中国消除贫困奖终身成就奖，</a:t>
            </a:r>
            <a:r>
              <a:rPr lang="en-US" altLang="zh-CN" dirty="0"/>
              <a:t>2018</a:t>
            </a:r>
            <a:r>
              <a:rPr lang="zh-CN" altLang="en-US" dirty="0"/>
              <a:t>年当选中国发明协会首届会士。</a:t>
            </a:r>
            <a:r>
              <a:rPr lang="en-US" altLang="zh-CN" dirty="0"/>
              <a:t>2018</a:t>
            </a:r>
            <a:r>
              <a:rPr lang="zh-CN" altLang="en-US" dirty="0"/>
              <a:t>年</a:t>
            </a:r>
            <a:r>
              <a:rPr lang="en-US" altLang="zh-CN" dirty="0"/>
              <a:t>9</a:t>
            </a:r>
            <a:r>
              <a:rPr lang="zh-CN" altLang="en-US" dirty="0"/>
              <a:t>月</a:t>
            </a:r>
            <a:r>
              <a:rPr lang="en-US" altLang="zh-CN" dirty="0"/>
              <a:t>8</a:t>
            </a:r>
            <a:r>
              <a:rPr lang="zh-CN" altLang="en-US" dirty="0"/>
              <a:t>日，获得“</a:t>
            </a:r>
            <a:r>
              <a:rPr lang="zh-CN" altLang="en-US" dirty="0">
                <a:hlinkClick r:id="rId5"/>
              </a:rPr>
              <a:t>未来科学大奖</a:t>
            </a:r>
            <a:r>
              <a:rPr lang="zh-CN" altLang="en-US" dirty="0"/>
              <a:t>”生命科学奖；</a:t>
            </a:r>
            <a:r>
              <a:rPr lang="en-US" altLang="zh-CN" dirty="0"/>
              <a:t>2018</a:t>
            </a:r>
            <a:r>
              <a:rPr lang="zh-CN" altLang="en-US" dirty="0"/>
              <a:t>年</a:t>
            </a:r>
            <a:r>
              <a:rPr lang="en-US" altLang="zh-CN" dirty="0"/>
              <a:t>12</a:t>
            </a:r>
            <a:r>
              <a:rPr lang="zh-CN" altLang="en-US" dirty="0"/>
              <a:t>月</a:t>
            </a:r>
            <a:r>
              <a:rPr lang="en-US" altLang="zh-CN" dirty="0"/>
              <a:t>18</a:t>
            </a:r>
            <a:r>
              <a:rPr lang="zh-CN" altLang="en-US" dirty="0"/>
              <a:t>日党中央、国务院授予袁隆平</a:t>
            </a:r>
            <a:r>
              <a:rPr lang="zh-CN" altLang="en-US" dirty="0">
                <a:hlinkClick r:id="rId6"/>
              </a:rPr>
              <a:t>改革先锋</a:t>
            </a:r>
            <a:r>
              <a:rPr lang="zh-CN" altLang="en-US" dirty="0"/>
              <a:t>称号，颁授</a:t>
            </a:r>
            <a:r>
              <a:rPr lang="zh-CN" altLang="en-US" dirty="0">
                <a:hlinkClick r:id="rId7"/>
              </a:rPr>
              <a:t>改革先锋奖章</a:t>
            </a:r>
            <a:r>
              <a:rPr lang="zh-CN" altLang="en-US" dirty="0"/>
              <a:t>，获评杂交水稻研究的开创者。</a:t>
            </a:r>
            <a:r>
              <a:rPr lang="en-US" altLang="zh-CN" dirty="0"/>
              <a:t>2019</a:t>
            </a:r>
            <a:r>
              <a:rPr lang="zh-CN" altLang="en-US" dirty="0"/>
              <a:t>年</a:t>
            </a:r>
            <a:r>
              <a:rPr lang="en-US" altLang="zh-CN" dirty="0"/>
              <a:t>9</a:t>
            </a:r>
            <a:r>
              <a:rPr lang="zh-CN" altLang="en-US" dirty="0"/>
              <a:t>月</a:t>
            </a:r>
            <a:r>
              <a:rPr lang="en-US" altLang="zh-CN" dirty="0"/>
              <a:t>17</a:t>
            </a:r>
            <a:r>
              <a:rPr lang="zh-CN" altLang="en-US" dirty="0"/>
              <a:t>日国家主席习近平签署主席令，授予袁隆平“</a:t>
            </a:r>
            <a:r>
              <a:rPr lang="zh-CN" altLang="en-US" dirty="0">
                <a:hlinkClick r:id="rId8"/>
              </a:rPr>
              <a:t>共和国勋章</a:t>
            </a:r>
            <a:r>
              <a:rPr lang="zh-CN" altLang="en-US" dirty="0"/>
              <a:t>”。</a:t>
            </a:r>
            <a:r>
              <a:rPr lang="en-US" altLang="zh-CN" dirty="0"/>
              <a:t>2020</a:t>
            </a:r>
            <a:r>
              <a:rPr lang="zh-CN" altLang="en-US" dirty="0"/>
              <a:t>年</a:t>
            </a:r>
            <a:r>
              <a:rPr lang="en-US" altLang="zh-CN" dirty="0"/>
              <a:t>11</a:t>
            </a:r>
            <a:r>
              <a:rPr lang="zh-CN" altLang="en-US" dirty="0"/>
              <a:t>月</a:t>
            </a:r>
            <a:r>
              <a:rPr lang="en-US" altLang="zh-CN" dirty="0"/>
              <a:t>28</a:t>
            </a:r>
            <a:r>
              <a:rPr lang="zh-CN" altLang="en-US" dirty="0"/>
              <a:t>日当选</a:t>
            </a:r>
            <a:r>
              <a:rPr lang="en-US" altLang="zh-CN" dirty="0"/>
              <a:t>2020</a:t>
            </a:r>
            <a:r>
              <a:rPr lang="zh-CN" altLang="en-US" dirty="0"/>
              <a:t>中国经济新闻人物。</a:t>
            </a:r>
            <a:endParaRPr lang="zh-CN" altLang="en-US" dirty="0"/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稻田里的守望者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/>
      </p:transition>
    </mc:Choice>
    <mc:Fallback>
      <p:transition spd="slow">
        <p:blinds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 descr="WPS演示068素材文件"/>
          <p:cNvPicPr/>
          <p:nvPr/>
        </p:nvPicPr>
        <p:blipFill>
          <a:blip r:embed="rId1"/>
          <a:stretch>
            <a:fillRect/>
          </a:stretch>
        </p:blipFill>
        <p:spPr>
          <a:xfrm>
            <a:off x="2228850" y="1924050"/>
            <a:ext cx="5400000" cy="3600000"/>
          </a:xfrm>
          <a:prstGeom prst="rect">
            <a:avLst/>
          </a:prstGeom>
        </p:spPr>
      </p:pic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稻田里的守望者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/>
      </p:transition>
    </mc:Choice>
    <mc:Fallback>
      <p:transition spd="slow">
        <p:blinds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ID" val="_1*i*3"/>
  <p:tag name="KSO_WM_UNIT_LAYERLEVEL" val="1"/>
  <p:tag name="KSO_WM_TAG_VERSION" val="1.0"/>
  <p:tag name="KSO_WM_BEAUTIFY_FLAG" val="#wm#"/>
  <p:tag name="KSO_WM_UNIT_TYPE" val="i"/>
  <p:tag name="KSO_WM_UNIT_INDEX" val="3"/>
  <p:tag name="KSO_WM_UNIT_DIAGRAM_ISNUMVISUAL" val="0"/>
  <p:tag name="KSO_WM_UNIT_DIAGRAM_ISREFERUNIT" val="0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ID" val="_1*i*4"/>
  <p:tag name="KSO_WM_UNIT_LAYERLEVEL" val="1"/>
  <p:tag name="KSO_WM_TAG_VERSION" val="1.0"/>
  <p:tag name="KSO_WM_BEAUTIFY_FLAG" val="#wm#"/>
  <p:tag name="KSO_WM_UNIT_TYPE" val="i"/>
  <p:tag name="KSO_WM_UNIT_INDEX" val="4"/>
  <p:tag name="KSO_WM_UNIT_DIAGRAM_ISNUMVISUAL" val="0"/>
  <p:tag name="KSO_WM_UNIT_DIAGRAM_ISREFERUNIT" val="0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ID" val="_1*i*2"/>
  <p:tag name="KSO_WM_UNIT_LAYERLEVEL" val="1"/>
  <p:tag name="KSO_WM_TAG_VERSION" val="1.0"/>
  <p:tag name="KSO_WM_BEAUTIFY_FLAG" val="#wm#"/>
  <p:tag name="KSO_WM_UNIT_TYPE" val="i"/>
  <p:tag name="KSO_WM_UNIT_INDEX" val="2"/>
  <p:tag name="KSO_WM_UNIT_DIAGRAM_ISNUMVISUAL" val="0"/>
  <p:tag name="KSO_WM_UNIT_DIAGRAM_ISREFERUNIT" val="0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TAG_VERSION" val="1.0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EMPLATE_CATEGORY" val="custom"/>
  <p:tag name="KSO_WM_TEMPLATE_INDEX" val="20196577"/>
</p:tagLst>
</file>

<file path=ppt/tags/tag67.xml><?xml version="1.0" encoding="utf-8"?>
<p:tagLst xmlns:p="http://schemas.openxmlformats.org/presentationml/2006/main">
  <p:tag name="KSO_WM_TAG_VERSION" val="1.0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EMPLATE_CATEGORY" val="custom"/>
  <p:tag name="KSO_WM_TEMPLATE_INDEX" val="20196577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TAG_VERSION" val="1.0"/>
  <p:tag name="KSO_WM_BEAUTIFY_FLAG" val="#wm#"/>
  <p:tag name="KSO_WM_COMBINE_RELATE_SLIDE_ID" val="background20177529_1"/>
  <p:tag name="KSO_WM_TEMPLATE_CATEGORY" val="custom"/>
  <p:tag name="KSO_WM_TEMPLATE_INDEX" val="20196577"/>
  <p:tag name="KSO_WM_TEMPLATE_SUBCATEGORY" val="0"/>
  <p:tag name="KSO_WM_TEMPLATE_THUMBS_INDEX" val="1、2、5、6、12、13、16、21、28、29、30、"/>
</p:tagLst>
</file>

<file path=ppt/tags/tag72.xml><?xml version="1.0" encoding="utf-8"?>
<p:tagLst xmlns:p="http://schemas.openxmlformats.org/presentationml/2006/main">
  <p:tag name="KSO_WPP_MARK_KEY" val="04ee6db9-b907-4b85-b72e-c2bbbdb479dc"/>
  <p:tag name="COMMONDATA" val="eyJoZGlkIjoiM2Q2NDY3ODBmZDEyZTZiNTFiOWYyZGE1YmNkNTA1NzMifQ=="/>
</p:tagLst>
</file>

<file path=ppt/theme/theme1.xml><?xml version="1.0" encoding="utf-8"?>
<a:theme xmlns:a="http://schemas.openxmlformats.org/drawingml/2006/main" name="主题三">
  <a:themeElements>
    <a:clrScheme name="3">
      <a:dk1>
        <a:srgbClr val="000000"/>
      </a:dk1>
      <a:lt1>
        <a:srgbClr val="FFFFFF"/>
      </a:lt1>
      <a:dk2>
        <a:srgbClr val="323F4F"/>
      </a:dk2>
      <a:lt2>
        <a:srgbClr val="E7E6E6"/>
      </a:lt2>
      <a:accent1>
        <a:srgbClr val="376BAB"/>
      </a:accent1>
      <a:accent2>
        <a:srgbClr val="54565C"/>
      </a:accent2>
      <a:accent3>
        <a:srgbClr val="A1A2A5"/>
      </a:accent3>
      <a:accent4>
        <a:srgbClr val="376BAB"/>
      </a:accent4>
      <a:accent5>
        <a:srgbClr val="628BDC"/>
      </a:accent5>
      <a:accent6>
        <a:srgbClr val="376BAB"/>
      </a:accent6>
      <a:hlink>
        <a:srgbClr val="85C0FB"/>
      </a:hlink>
      <a:folHlink>
        <a:srgbClr val="70A2DE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Executive</Template>
  <TotalTime>0</TotalTime>
  <Words>679</Words>
  <Application>WPS 演示</Application>
  <PresentationFormat>全屏显示(4:3)</PresentationFormat>
  <Paragraphs>14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0" baseType="lpstr">
      <vt:lpstr>Arial</vt:lpstr>
      <vt:lpstr>宋体</vt:lpstr>
      <vt:lpstr>Wingdings</vt:lpstr>
      <vt:lpstr>Calibri</vt:lpstr>
      <vt:lpstr>微软雅黑</vt:lpstr>
      <vt:lpstr>Arial Unicode MS</vt:lpstr>
      <vt:lpstr>主题三</vt:lpstr>
      <vt:lpstr>袁隆平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拳击</dc:title>
  <dc:creator>Administrator</dc:creator>
  <cp:lastModifiedBy>zy</cp:lastModifiedBy>
  <cp:revision>20</cp:revision>
  <dcterms:created xsi:type="dcterms:W3CDTF">2020-04-13T02:23:00Z</dcterms:created>
  <dcterms:modified xsi:type="dcterms:W3CDTF">2023-10-30T08:37:01Z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EAF835F917E9431F97F526F022F65A28_12</vt:lpwstr>
  </property>
  <property fmtid="{D5CDD505-2E9C-101B-9397-08002B2CF9AE}" pid="3" name="KSOProductBuildVer">
    <vt:lpwstr>2052-11.1.0.14227</vt:lpwstr>
  </property>
</Properties>
</file>