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76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image" Target="../media/image1.pn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tags" Target="../tags/tag71.xml"/><Relationship Id="rId4" Type="http://schemas.openxmlformats.org/officeDocument/2006/relationships/image" Target="../media/image3.png"/><Relationship Id="rId3" Type="http://schemas.openxmlformats.org/officeDocument/2006/relationships/tags" Target="../tags/tag70.xml"/><Relationship Id="rId2" Type="http://schemas.openxmlformats.org/officeDocument/2006/relationships/image" Target="../media/image2.png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tags" Target="../tags/tag74.xml"/><Relationship Id="rId4" Type="http://schemas.openxmlformats.org/officeDocument/2006/relationships/image" Target="../media/image5.png"/><Relationship Id="rId3" Type="http://schemas.openxmlformats.org/officeDocument/2006/relationships/tags" Target="../tags/tag73.xml"/><Relationship Id="rId2" Type="http://schemas.openxmlformats.org/officeDocument/2006/relationships/image" Target="../media/image4.png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440000" y="1155600"/>
            <a:ext cx="1566000" cy="3196800"/>
          </a:xfrm>
        </p:spPr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3182400" y="2246400"/>
            <a:ext cx="486000" cy="3542400"/>
          </a:xfrm>
        </p:spPr>
        <p:txBody>
          <a:bodyPr>
            <a:normAutofit fontScale="60000"/>
          </a:bodyPr>
          <a:p>
            <a:r>
              <a:rPr lang="zh-CN" altLang="en-US"/>
              <a:t>春茶鲜爽季，竹叶青正当时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49911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436000" y="612000"/>
            <a:ext cx="5760000" cy="5760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茶品牌介绍</a:t>
            </a:r>
            <a:endParaRPr lang="zh-CN" altLang="en-US"/>
          </a:p>
          <a:p>
            <a:r>
              <a:rPr lang="zh-CN" altLang="en-US"/>
              <a:t>茶产品特色</a:t>
            </a:r>
            <a:endParaRPr lang="zh-CN" altLang="en-US"/>
          </a:p>
          <a:p>
            <a:r>
              <a:rPr lang="zh-CN" altLang="en-US"/>
              <a:t>茶产品宣传</a:t>
            </a:r>
            <a:endParaRPr lang="zh-CN" altLang="en-US"/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3096895" y="0"/>
            <a:ext cx="909510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000" y="144000"/>
            <a:ext cx="831600" cy="2332800"/>
          </a:xfrm>
        </p:spPr>
        <p:txBody>
          <a:bodyPr>
            <a:normAutofit fontScale="90000"/>
          </a:bodyPr>
          <a:p>
            <a:pPr algn="l"/>
            <a:r>
              <a:rPr lang="zh-CN" altLang="en-US">
                <a:sym typeface="+mn-ea"/>
              </a:rPr>
              <a:t>茶品牌介绍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79880" y="170180"/>
            <a:ext cx="5819775" cy="2305050"/>
          </a:xfrm>
          <a:prstGeom prst="rect">
            <a:avLst/>
          </a:prstGeom>
          <a:effectLst/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04000" y="2851200"/>
            <a:ext cx="6951600" cy="3780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品牌历史与背景 ：产于四川省峨眉山，1998 年正式创牌成立，归属于四川省峨眉山竹叶青茶业有限公司。峨眉山产茶历史悠久，唐代就有白芽茶被列为贡品。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品牌影响力 ：作为中国高端绿茶的领导者，竹叶青在茶行业中占据重要地位，曾多次荣获国内外奖项，如 “中国驰名商标”“中国名牌” 等，其品牌价值不断提升，深受消费者的喜爱和认可。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000" y="144000"/>
            <a:ext cx="831600" cy="2332800"/>
          </a:xfrm>
        </p:spPr>
        <p:txBody>
          <a:bodyPr>
            <a:normAutofit fontScale="90000"/>
          </a:bodyPr>
          <a:p>
            <a:pPr algn="l"/>
            <a:r>
              <a:rPr lang="zh-CN" altLang="en-US">
                <a:sym typeface="+mn-ea"/>
              </a:rPr>
              <a:t>茶产品特色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57860" y="3863340"/>
            <a:ext cx="5248275" cy="26098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435090" y="3863340"/>
            <a:ext cx="5297805" cy="26098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13205" y="468000"/>
            <a:ext cx="4629600" cy="2844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竹叶青茶，以峨眉山水土孕育的鲜嫩原料，经炒青锁住茶香、烘焙提亮馥郁，每片茶叶皆匀整如画。其独特工艺确保茶叶内含物质充分释放，在冲泡中香气层层递进，滋味鲜爽甘甜，回甘持久。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000" y="144000"/>
            <a:ext cx="831600" cy="2332800"/>
          </a:xfrm>
        </p:spPr>
        <p:txBody>
          <a:bodyPr>
            <a:normAutofit fontScale="90000"/>
          </a:bodyPr>
          <a:p>
            <a:pPr algn="l"/>
            <a:r>
              <a:rPr lang="zh-CN" altLang="en-US"/>
              <a:t>茶产品宣传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540400" y="144000"/>
            <a:ext cx="6429600" cy="6368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在千年的时光流转中，峨眉山的云雾轻抚着翠绿的茶树，竹叶青茶便在这山水灵秀间悄然生长。每一株茶树都沐浴在晨曦的微光与雾气的润泽中，汲取着大自然最纯粹的养分。当春日的暖阳初升，采茶人轻巧地采摘下最鲜嫩的芽叶，那些带着朝露的嫩叶，仿佛还带着山林的呼吸。</a:t>
            </a:r>
            <a:endParaRPr lang="zh-CN" altLang="en-US"/>
          </a:p>
          <a:p>
            <a:r>
              <a:rPr lang="zh-CN" altLang="en-US"/>
              <a:t>竹叶青茶的制作，是一场传统与现代的完美邂逅。经验丰富的制茶师傅们，凭借世代传承的炒青技艺，让茶叶在高温中迅速定型，锁住那抹诱人的嫩绿与清新。随后，现代烘焙技术的巧妙运用，赋予了茶叶更加馥郁、持久的香气。在文火慢焙中，茶叶的内涵物质悄然转化，香气分子紧密凝聚，使每一缕茶香都仿佛有了灵魂，能在开盖瞬间直击心灵深处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COMMONDATA" val="eyJoZGlkIjoiNzFlMGY3OGRmZGU1YjQ0MmVmN2U4Yjg3M2ZkYWM1Zj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566</Words>
  <Application>WPS 演示</Application>
  <PresentationFormat>宽屏</PresentationFormat>
  <Paragraphs>21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茶产品特色</vt:lpstr>
      <vt:lpstr>茶品牌介绍</vt:lpstr>
      <vt:lpstr>茶产品宣传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qzuser</cp:lastModifiedBy>
  <cp:revision>159</cp:revision>
  <dcterms:created xsi:type="dcterms:W3CDTF">2019-06-19T02:08:00Z</dcterms:created>
  <dcterms:modified xsi:type="dcterms:W3CDTF">2025-05-13T07:43:29Z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D7F52F7971B044569F0A299C0EB22729_11</vt:lpwstr>
  </property>
</Properties>
</file>