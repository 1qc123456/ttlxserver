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3"/>
    <p:sldId id="257" r:id="rId4"/>
    <p:sldId id="258" r:id="rId5"/>
  </p:sldIdLst>
  <p:sldSz cx="9144000" cy="6858000" type="screen4x3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82" d="100"/>
          <a:sy n="82" d="100"/>
        </p:scale>
        <p:origin x="-1474" y="-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gs" Target="tags/tag64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7" Type="http://schemas.openxmlformats.org/officeDocument/2006/relationships/tags" Target="../tags/tag18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tags" Target="../tags/tag31.xml"/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4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6"/>
          <p:cNvCxnSpPr/>
          <p:nvPr>
            <p:custDataLst>
              <p:tags r:id="rId2"/>
            </p:custDataLst>
          </p:nvPr>
        </p:nvCxnSpPr>
        <p:spPr>
          <a:xfrm>
            <a:off x="1434704" y="4314825"/>
            <a:ext cx="1828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>
            <p:custDataLst>
              <p:tags r:id="rId3"/>
            </p:custDataLst>
          </p:nvPr>
        </p:nvCxnSpPr>
        <p:spPr>
          <a:xfrm>
            <a:off x="1524000" y="4314825"/>
            <a:ext cx="166092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4"/>
            </p:custDataLst>
          </p:nvPr>
        </p:nvSpPr>
        <p:spPr>
          <a:xfrm>
            <a:off x="777704" y="3438525"/>
            <a:ext cx="3142800" cy="700727"/>
          </a:xfrm>
        </p:spPr>
        <p:txBody>
          <a:bodyPr anchor="b">
            <a:normAutofit/>
          </a:bodyPr>
          <a:lstStyle>
            <a:lvl1pPr algn="ctr">
              <a:defRPr sz="27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noProof="1"/>
              <a:t>单击此处编辑标题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777704" y="4514851"/>
            <a:ext cx="3142800" cy="317180"/>
          </a:xfrm>
        </p:spPr>
        <p:txBody>
          <a:bodyPr>
            <a:normAutofit/>
          </a:bodyPr>
          <a:lstStyle>
            <a:lvl1pPr marL="0" indent="0" algn="ctr">
              <a:buNone/>
              <a:defRPr sz="120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14" name="日期占位符 3"/>
          <p:cNvSpPr>
            <a:spLocks noGrp="1"/>
          </p:cNvSpPr>
          <p:nvPr>
            <p:ph type="dt" sz="half" idx="13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530820CF-B880-4189-942D-D702A7CBA730}" type="datetime1">
              <a:rPr lang="zh-CN" altLang="en-US" smtClean="0"/>
            </a:fld>
            <a:endParaRPr lang="zh-CN" altLang="en-US"/>
          </a:p>
        </p:txBody>
      </p:sp>
      <p:sp>
        <p:nvSpPr>
          <p:cNvPr id="15" name="页脚占位符 4"/>
          <p:cNvSpPr>
            <a:spLocks noGrp="1"/>
          </p:cNvSpPr>
          <p:nvPr>
            <p:ph type="ftr" sz="quarter" idx="14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16" name="灯片编号占位符 5"/>
          <p:cNvSpPr>
            <a:spLocks noGrp="1"/>
          </p:cNvSpPr>
          <p:nvPr>
            <p:ph type="sldNum" sz="quarter" idx="15"/>
            <p:custDataLst>
              <p:tags r:id="rId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 rtlCol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502412" y="952508"/>
            <a:ext cx="8139178" cy="5388907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hf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6"/>
          <p:cNvCxnSpPr/>
          <p:nvPr>
            <p:custDataLst>
              <p:tags r:id="rId2"/>
            </p:custDataLst>
          </p:nvPr>
        </p:nvCxnSpPr>
        <p:spPr>
          <a:xfrm flipH="1">
            <a:off x="3082529" y="3198813"/>
            <a:ext cx="6061472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3072833" y="2382361"/>
            <a:ext cx="5928293" cy="701731"/>
          </a:xfrm>
        </p:spPr>
        <p:txBody>
          <a:bodyPr anchor="b">
            <a:normAutofit/>
          </a:bodyPr>
          <a:lstStyle>
            <a:lvl1pPr>
              <a:defRPr sz="33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>
          <a:xfrm>
            <a:off x="3072833" y="3315284"/>
            <a:ext cx="5928293" cy="286232"/>
          </a:xfrm>
        </p:spPr>
        <p:txBody>
          <a:bodyPr>
            <a:normAutofit/>
          </a:bodyPr>
          <a:lstStyle>
            <a:lvl1pPr marL="0" indent="0">
              <a:buNone/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hf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502448" y="952508"/>
            <a:ext cx="3962432" cy="5388907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noProof="1">
                <a:sym typeface="+mn-ea"/>
              </a:rPr>
              <a:t>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679158" y="952508"/>
            <a:ext cx="3962432" cy="5388907"/>
          </a:xfrm>
        </p:spPr>
        <p:txBody>
          <a:bodyPr>
            <a:noAutofit/>
          </a:bodyPr>
          <a:lstStyle>
            <a:lvl1pPr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sz="1200"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sz="1200"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sz="1200"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sz="1200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hf sldNum="0"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502448" y="952508"/>
            <a:ext cx="3962432" cy="381003"/>
          </a:xfrm>
        </p:spPr>
        <p:txBody>
          <a:bodyPr tIns="38100" rIns="76200" bIns="3810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1500" b="0" u="none" strike="noStrike" kern="1200" cap="none" spc="20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502444" y="1406525"/>
            <a:ext cx="3962400" cy="4934752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noProof="1">
                <a:sym typeface="+mn-ea"/>
              </a:rPr>
              <a:t>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4676813" y="952508"/>
            <a:ext cx="3962432" cy="381003"/>
          </a:xfrm>
        </p:spPr>
        <p:txBody>
          <a:bodyPr tIns="38100" rIns="76200" bIns="3810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15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noProof="1">
                <a:sym typeface="+mn-ea"/>
              </a:rPr>
              <a:t>编辑母版文本样式</a:t>
            </a:r>
            <a:endParaRPr lang="zh-CN" altLang="en-US" noProof="1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4676813" y="1406525"/>
            <a:ext cx="3962432" cy="4934752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noProof="1">
                <a:sym typeface="+mn-ea"/>
              </a:rPr>
              <a:t>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hf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962C8B-B14F-4D97-AF65-F5344CB8AC3E}" type="datetime1">
              <a:rPr lang="zh-CN" altLang="en-US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BAA113-0A0D-4826-9E23-1280D9003A42}" type="slidenum">
              <a:rPr lang="zh-CN" altLang="en-US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hf sldNum="0"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hf sldNum="0"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48" y="443234"/>
            <a:ext cx="8139178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502448" y="952508"/>
            <a:ext cx="3962432" cy="5388907"/>
          </a:xfrm>
        </p:spPr>
        <p:txBody>
          <a:bodyPr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单击图标添加图片</a:t>
            </a:r>
            <a:endParaRPr lang="zh-CN" altLang="en-US" noProof="1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4679194" y="952508"/>
            <a:ext cx="3962432" cy="5388907"/>
          </a:xfrm>
        </p:spPr>
        <p:txBody>
          <a:bodyPr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noProof="1">
                <a:sym typeface="+mn-ea"/>
              </a:rPr>
              <a:t>编辑母版文本样式</a:t>
            </a:r>
            <a:endParaRPr lang="zh-CN" altLang="en-US" noProof="1">
              <a:sym typeface="+mn-ea"/>
            </a:endParaRP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hf sldNum="0"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7928351" y="952508"/>
            <a:ext cx="713238" cy="5388907"/>
          </a:xfrm>
        </p:spPr>
        <p:txBody>
          <a:bodyPr vert="eaVert" rtlCol="0" anchor="ctr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502444" y="952500"/>
            <a:ext cx="7371076" cy="5388907"/>
          </a:xfrm>
        </p:spPr>
        <p:txBody>
          <a:bodyPr vert="eaVert"/>
          <a:lstStyle>
            <a:lvl1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hf sldNum="0"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"/>
            </p:custDataLst>
          </p:nvPr>
        </p:nvSpPr>
        <p:spPr>
          <a:xfrm>
            <a:off x="502448" y="952508"/>
            <a:ext cx="8139178" cy="538890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4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962C8B-B14F-4D97-AF65-F5344CB8AC3E}" type="datetime1">
              <a:rPr lang="zh-CN" altLang="en-US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5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6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C8545C-41A2-4515-8542-2CF25804E6BB}" type="slidenum">
              <a:rPr lang="zh-CN" altLang="en-US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hf sldNum="0"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727381" y="2738120"/>
            <a:ext cx="4066200" cy="1090800"/>
          </a:xfrm>
        </p:spPr>
        <p:txBody>
          <a:bodyPr rIns="25400" rtlCol="0" anchor="ctr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4050" b="1" i="0" u="none" strike="noStrike" kern="1200" cap="none" spc="600" normalizeH="0" baseline="0" noProof="1" dirty="0">
                <a:solidFill>
                  <a:schemeClr val="tx2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编辑标题</a:t>
            </a:r>
            <a:endParaRPr noProof="1">
              <a:sym typeface="+mn-ea"/>
            </a:endParaRP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962C8B-B14F-4D97-AF65-F5344CB8AC3E}" type="datetime1">
              <a:rPr lang="zh-CN" altLang="en-US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992814-EA41-4E92-BD9F-9B3797F3ED26}" type="slidenum">
              <a:rPr lang="zh-CN" altLang="en-US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hf sldNum="0" hdr="0" ftr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3.xml"/><Relationship Id="rId16" Type="http://schemas.openxmlformats.org/officeDocument/2006/relationships/tags" Target="../tags/tag62.xml"/><Relationship Id="rId15" Type="http://schemas.openxmlformats.org/officeDocument/2006/relationships/tags" Target="../tags/tag61.xml"/><Relationship Id="rId14" Type="http://schemas.openxmlformats.org/officeDocument/2006/relationships/tags" Target="../tags/tag60.xml"/><Relationship Id="rId13" Type="http://schemas.openxmlformats.org/officeDocument/2006/relationships/tags" Target="../tags/tag59.xml"/><Relationship Id="rId12" Type="http://schemas.openxmlformats.org/officeDocument/2006/relationships/tags" Target="../tags/tag5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E7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  <p:custDataLst>
              <p:tags r:id="rId12"/>
            </p:custDataLst>
          </p:nvPr>
        </p:nvSpPr>
        <p:spPr bwMode="auto">
          <a:xfrm>
            <a:off x="502444" y="442913"/>
            <a:ext cx="8139113" cy="442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38100" rIns="76200" bIns="38100" numCol="1" anchor="t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9"/>
            <p:custDataLst>
              <p:tags r:id="rId13"/>
            </p:custDataLst>
          </p:nvPr>
        </p:nvSpPr>
        <p:spPr bwMode="auto">
          <a:xfrm>
            <a:off x="502444" y="952500"/>
            <a:ext cx="8139113" cy="538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0" rIns="82550" bIns="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59606" y="6350000"/>
            <a:ext cx="2025254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buFontTx/>
              <a:buNone/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530820CF-B880-4189-942D-D702A7CBA730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3087291" y="6350000"/>
            <a:ext cx="2969419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buFontTx/>
              <a:buNone/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6457950" y="6350000"/>
            <a:ext cx="2025254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buFontTx/>
              <a:buNone/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 noProof="1"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hf sldNum="0"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1800" b="1" kern="1200" spc="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9pPr>
    </p:titleStyle>
    <p:bodyStyle>
      <a:lvl1pPr marL="171450" indent="-17145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marL="5143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2pPr>
      <a:lvl3pPr marL="8572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3pPr>
      <a:lvl4pPr marL="12001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4pPr>
      <a:lvl5pPr marL="15430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3"/>
          </p:nvPr>
        </p:nvSpPr>
        <p:spPr/>
        <p:txBody>
          <a:bodyPr/>
          <a:p>
            <a:fld id="{530820CF-B880-4189-942D-D702A7CBA730}" type="datetime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sz="half" idx="2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11" name="内容占位符 10" descr="WPS演示025素材文件"/>
          <p:cNvPicPr>
            <a:picLocks noChangeAspect="1"/>
          </p:cNvPicPr>
          <p:nvPr>
            <p:ph sz="quarter" idx="4"/>
          </p:nvPr>
        </p:nvPicPr>
        <p:blipFill>
          <a:blip r:embed="rId1"/>
          <a:stretch>
            <a:fillRect/>
          </a:stretch>
        </p:blipFill>
        <p:spPr>
          <a:xfrm>
            <a:off x="4828540" y="2652395"/>
            <a:ext cx="3657600" cy="2441575"/>
          </a:xfrm>
          <a:prstGeom prst="rect">
            <a:avLst/>
          </a:prstGeom>
        </p:spPr>
      </p:pic>
      <p:sp>
        <p:nvSpPr>
          <p:cNvPr id="12" name="日期占位符 1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30820CF-B880-4189-942D-D702A7CBA730}" type="datetime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30820CF-B880-4189-942D-D702A7CBA730}" type="datetime1">
              <a:rPr lang="zh-CN" altLang="en-US" smtClean="0"/>
            </a:fld>
            <a:endParaRPr lang="zh-CN" altLang="en-US"/>
          </a:p>
        </p:txBody>
      </p:sp>
      <p:sp>
        <p:nvSpPr>
          <p:cNvPr id="7" name="下弧形箭头 6">
            <a:hlinkClick r:id="" action="ppaction://hlinkshowjump?jump=firstslide"/>
          </p:cNvPr>
          <p:cNvSpPr/>
          <p:nvPr/>
        </p:nvSpPr>
        <p:spPr>
          <a:xfrm>
            <a:off x="7235825" y="5445125"/>
            <a:ext cx="935990" cy="720090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ID" val="_1*i*1"/>
  <p:tag name="KSO_WM_UNIT_LAYERLEVEL" val="1"/>
  <p:tag name="KSO_WM_TAG_VERSION" val="1.0"/>
  <p:tag name="KSO_WM_BEAUTIFY_FLAG" val="#wm#"/>
  <p:tag name="KSO_WM_UNIT_TYPE" val="i"/>
  <p:tag name="KSO_WM_UNIT_INDEX" val="1"/>
  <p:tag name="KSO_WM_UNIT_DIAGRAM_ISNUMVISUAL" val="0"/>
  <p:tag name="KSO_WM_UNIT_DIAGRAM_ISREFERUNIT" val="0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ID" val="_1*i*1"/>
  <p:tag name="KSO_WM_UNIT_LAYERLEVEL" val="1"/>
  <p:tag name="KSO_WM_TAG_VERSION" val="1.0"/>
  <p:tag name="KSO_WM_BEAUTIFY_FLAG" val="#wm#"/>
  <p:tag name="KSO_WM_UNIT_TYPE" val="i"/>
  <p:tag name="KSO_WM_UNIT_INDEX" val="1"/>
  <p:tag name="KSO_WM_UNIT_DIAGRAM_ISNUMVISUAL" val="0"/>
  <p:tag name="KSO_WM_UNIT_DIAGRAM_ISREFERUNIT" val="0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96580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96580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COMBINE_RELATE_SLIDE_ID" val="background20185109_1"/>
  <p:tag name="KSO_WM_TEMPLATE_THUMBS_INDEX" val="1"/>
  <p:tag name="KSO_WM_TEMPLATE_SUBCATEGORY" val="0"/>
  <p:tag name="KSO_WM_TAG_VERSION" val="1.0"/>
  <p:tag name="KSO_WM_BEAUTIFY_FLAG" val="#wm#"/>
  <p:tag name="KSO_WM_TEMPLATE_CATEGORY" val="custom"/>
  <p:tag name="KSO_WM_TEMPLATE_INDEX" val="20196580"/>
</p:tagLst>
</file>

<file path=ppt/tags/tag64.xml><?xml version="1.0" encoding="utf-8"?>
<p:tagLst xmlns:p="http://schemas.openxmlformats.org/presentationml/2006/main">
  <p:tag name="COMMONDATA" val="eyJoZGlkIjoiM2Q2NDY3ODBmZDEyZTZiNTFiOWYyZGE1YmNkNTA1NzMifQ=="/>
  <p:tag name="commondata" val="eyJoZGlkIjoiMjhjNzFjMjliYTMwZmQyYjMzM2NlZTBmYTgwNzU5YTQifQ=="/>
</p:tagLst>
</file>

<file path=ppt/theme/theme1.xml><?xml version="1.0" encoding="utf-8"?>
<a:theme xmlns:a="http://schemas.openxmlformats.org/drawingml/2006/main" name="主题六">
  <a:themeElements>
    <a:clrScheme name="6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5959"/>
      </a:accent1>
      <a:accent2>
        <a:srgbClr val="8496B0"/>
      </a:accent2>
      <a:accent3>
        <a:srgbClr val="5A6E8C"/>
      </a:accent3>
      <a:accent4>
        <a:srgbClr val="E4E4E4"/>
      </a:accent4>
      <a:accent5>
        <a:srgbClr val="034A90"/>
      </a:accent5>
      <a:accent6>
        <a:srgbClr val="595959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WPS 演示</Application>
  <PresentationFormat>全屏显示(4:3)</PresentationFormat>
  <Paragraphs>6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0" baseType="lpstr">
      <vt:lpstr>Arial</vt:lpstr>
      <vt:lpstr>宋体</vt:lpstr>
      <vt:lpstr>Wingdings</vt:lpstr>
      <vt:lpstr>微软雅黑</vt:lpstr>
      <vt:lpstr>Arial Unicode MS</vt:lpstr>
      <vt:lpstr>Calibri</vt:lpstr>
      <vt:lpstr>主题六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ZhijieIT</dc:creator>
  <cp:lastModifiedBy>Administrator</cp:lastModifiedBy>
  <cp:revision>6</cp:revision>
  <dcterms:created xsi:type="dcterms:W3CDTF">2019-10-17T07:35:00Z</dcterms:created>
  <dcterms:modified xsi:type="dcterms:W3CDTF">2023-11-23T05:52:19Z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C69CAF15AE6B4BDCAB5C8F5FBF4277FA_12</vt:lpwstr>
  </property>
  <property fmtid="{D5CDD505-2E9C-101B-9397-08002B2CF9AE}" pid="3" name="KSOProductBuildVer">
    <vt:lpwstr>2052-12.1.0.15712</vt:lpwstr>
  </property>
</Properties>
</file>