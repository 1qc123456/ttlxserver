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114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矩形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矩形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矩形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56" name="矩形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矩形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矩形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矩形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任意多边形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任意多边形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任意多边形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任意多边形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任意多边形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任意多边形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任意多边形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任意多边形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任意多边形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任意多边形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任意多边形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任意多边形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任意多边形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任意多边形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矩形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矩形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矩形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矩形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矩形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矩形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矩形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矩形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直接连接符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grpSp>
        <p:nvGrpSpPr>
          <p:cNvPr id="14" name="组合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直接连接符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直接连接符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矩形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矩形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矩形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矩形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2022-5-19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dirty="0"/>
              <a:t>中国十大名花之三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dirty="0"/>
              <a:t>独立冰霜·菊花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8490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独立冰霜·菊花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飒飒西风满院栽，</a:t>
            </a:r>
          </a:p>
          <a:p>
            <a:r>
              <a:rPr lang="zh-CN" altLang="en-US" dirty="0"/>
              <a:t>蕊寒香冷蝶难来。</a:t>
            </a:r>
          </a:p>
          <a:p>
            <a:r>
              <a:rPr lang="zh-CN" altLang="en-US" dirty="0"/>
              <a:t>他年我若为青帝，</a:t>
            </a:r>
          </a:p>
          <a:p>
            <a:r>
              <a:rPr lang="zh-CN" altLang="en-US" dirty="0"/>
              <a:t>投与桃花一处开。</a:t>
            </a:r>
          </a:p>
        </p:txBody>
      </p:sp>
      <p:sp>
        <p:nvSpPr>
          <p:cNvPr id="6" name="动作按钮: 前进或下一项 5">
            <a:hlinkClick r:id="" action="ppaction://hlinkshowjump?jump=firstslide" highlightClick="1"/>
          </p:cNvPr>
          <p:cNvSpPr/>
          <p:nvPr/>
        </p:nvSpPr>
        <p:spPr>
          <a:xfrm>
            <a:off x="7308304" y="6093296"/>
            <a:ext cx="792088" cy="64807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27" name="Picture 3" descr="D:\tools\工作相关\产品\调考\2022-05调考\2022-5月准高三调考操作题\ppt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642" y="2132856"/>
            <a:ext cx="257175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984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穿越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穿越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穿越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0</TotalTime>
  <Words>42</Words>
  <Application>Microsoft Office PowerPoint</Application>
  <PresentationFormat>全屏显示(4:3)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穿越</vt:lpstr>
      <vt:lpstr>中国十大名花之三</vt:lpstr>
      <vt:lpstr>独立冰霜·菊花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中国十大名花之三</dc:title>
  <dc:creator>86133</dc:creator>
  <cp:lastModifiedBy>86133</cp:lastModifiedBy>
  <cp:revision>1</cp:revision>
  <dcterms:created xsi:type="dcterms:W3CDTF">2022-05-19T02:36:30Z</dcterms:created>
  <dcterms:modified xsi:type="dcterms:W3CDTF">2022-05-19T02:41:20Z</dcterms:modified>
</cp:coreProperties>
</file>