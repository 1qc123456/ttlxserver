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-102" y="-2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2022-5-23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7622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2022-5-23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77526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2022-5-23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168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2022-5-23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38581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2022-5-23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89501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2022-5-23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6808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2022-5-23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58006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2022-5-23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59038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2022-5-23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57193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2022-5-23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56485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2022-5-23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3244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2022-5-23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0419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r>
              <a:rPr lang="zh-CN" altLang="en-US" dirty="0"/>
              <a:t>飒飒西风满院栽，</a:t>
            </a:r>
          </a:p>
          <a:p>
            <a:r>
              <a:rPr lang="zh-CN" altLang="en-US" dirty="0"/>
              <a:t>蕊寒香冷蝶难来。</a:t>
            </a:r>
          </a:p>
          <a:p>
            <a:r>
              <a:rPr lang="zh-CN" altLang="en-US" dirty="0"/>
              <a:t>他年我若为青帝，</a:t>
            </a:r>
          </a:p>
          <a:p>
            <a:r>
              <a:rPr lang="zh-CN" altLang="en-US" dirty="0"/>
              <a:t>投与桃花一处开。</a:t>
            </a:r>
          </a:p>
        </p:txBody>
      </p:sp>
    </p:spTree>
    <p:extLst>
      <p:ext uri="{BB962C8B-B14F-4D97-AF65-F5344CB8AC3E}">
        <p14:creationId xmlns:p14="http://schemas.microsoft.com/office/powerpoint/2010/main" val="1301984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28</Words>
  <Application>Microsoft Office PowerPoint</Application>
  <PresentationFormat>全屏显示(4:3)</PresentationFormat>
  <Paragraphs>4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中国十大名花之三</dc:title>
  <dc:creator>86133</dc:creator>
  <cp:lastModifiedBy>86133</cp:lastModifiedBy>
  <cp:revision>2</cp:revision>
  <dcterms:created xsi:type="dcterms:W3CDTF">2022-05-19T02:36:30Z</dcterms:created>
  <dcterms:modified xsi:type="dcterms:W3CDTF">2022-05-22T23:54:13Z</dcterms:modified>
</cp:coreProperties>
</file>