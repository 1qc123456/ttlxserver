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0BE3D-E05A-4AC0-ABD8-C1E2164B500F}" type="datetimeFigureOut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8ED62-37A3-41C3-B305-986C5FB4D1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27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E3F7-D760-4A6E-8F1D-64B66387CD8F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C566D-D0A1-4330-A522-D20495C28B98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A5A37-25DD-4188-9556-9B92F4A5B56D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42CFF-49A9-4955-AF5C-E2E4BD81F824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2FF1-1D66-4CFD-9380-816B2ABE04ED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0072-AFC7-43E0-BC28-74D28FC3FDBA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2682-68F9-44C6-8DA6-D4B4FBD5168A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B58C-7658-4657-B7E7-03166E62BBD8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C08D-FCDF-49AD-9AE3-528A26EA2F0D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3C05B-8B0E-44FD-8831-F952B45DEF33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E12B5-9C39-4355-8E35-B2BDBC26D820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0DE3F-4F75-4CA3-B57D-3AB6A89CB23D}" type="datetime1">
              <a:rPr lang="zh-CN" altLang="en-US" smtClean="0"/>
              <a:t>2022/3/22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r>
              <a:rPr lang="zh-CN" altLang="en-US" dirty="0" smtClean="0"/>
              <a:t>上海迪士尼乐园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13" name="chimes.wav"/>
          </p:stSnd>
        </p:sndAc>
      </p:transition>
    </mc:Choice>
    <mc:Fallback xmlns="">
      <p:transition spd="slow">
        <p:fade/>
        <p:sndAc>
          <p:stSnd>
            <p:snd r:embed="rId14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1.jpeg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 smtClean="0">
                <a:solidFill>
                  <a:srgbClr val="0070C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上海迪士尼乐园简介</a:t>
            </a:r>
            <a:endParaRPr lang="zh-CN" altLang="en-US" sz="6000" b="1" dirty="0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dirty="0" smtClean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梦幻乐园</a:t>
            </a:r>
            <a:endParaRPr lang="zh-CN" altLang="en-US" dirty="0">
              <a:solidFill>
                <a:srgbClr val="0070C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99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1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景点介绍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>
                <a:hlinkClick r:id="rId3" action="ppaction://hlinksldjump"/>
              </a:rPr>
              <a:t>米奇大街</a:t>
            </a:r>
            <a:endParaRPr lang="en-US" altLang="zh-CN" dirty="0" smtClean="0"/>
          </a:p>
          <a:p>
            <a:r>
              <a:rPr lang="zh-CN" altLang="en-US" dirty="0" smtClean="0">
                <a:hlinkClick r:id="rId4" action="ppaction://hlinksldjump"/>
              </a:rPr>
              <a:t>奇想花园</a:t>
            </a:r>
            <a:endParaRPr lang="en-US" altLang="zh-CN" dirty="0" smtClean="0"/>
          </a:p>
          <a:p>
            <a:r>
              <a:rPr lang="zh-CN" altLang="en-US" dirty="0">
                <a:hlinkClick r:id="rId5" action="ppaction://hlinksldjump"/>
              </a:rPr>
              <a:t>梦幻</a:t>
            </a:r>
            <a:r>
              <a:rPr lang="zh-CN" altLang="en-US" dirty="0" smtClean="0">
                <a:hlinkClick r:id="rId5" action="ppaction://hlinksldjump"/>
              </a:rPr>
              <a:t>世界</a:t>
            </a:r>
            <a:endParaRPr lang="en-US" altLang="zh-CN" dirty="0" smtClean="0"/>
          </a:p>
          <a:p>
            <a:r>
              <a:rPr lang="zh-CN" altLang="en-US" dirty="0">
                <a:hlinkClick r:id="rId6" action="ppaction://hlinksldjump"/>
              </a:rPr>
              <a:t>探险</a:t>
            </a:r>
            <a:r>
              <a:rPr lang="zh-CN" altLang="en-US" dirty="0" smtClean="0">
                <a:hlinkClick r:id="rId6" action="ppaction://hlinksldjump"/>
              </a:rPr>
              <a:t>岛</a:t>
            </a:r>
            <a:endParaRPr lang="en-US" altLang="zh-CN" dirty="0" smtClean="0"/>
          </a:p>
          <a:p>
            <a:r>
              <a:rPr lang="zh-CN" altLang="en-US" dirty="0">
                <a:hlinkClick r:id="rId7" action="ppaction://hlinksldjump"/>
              </a:rPr>
              <a:t>宝藏湾</a:t>
            </a:r>
            <a:endParaRPr lang="en-US" altLang="zh-CN" dirty="0" smtClean="0"/>
          </a:p>
          <a:p>
            <a:r>
              <a:rPr lang="zh-CN" altLang="en-US" dirty="0" smtClean="0">
                <a:hlinkClick r:id="rId8" action="ppaction://hlinksldjump"/>
              </a:rPr>
              <a:t>明日世界</a:t>
            </a:r>
            <a:endParaRPr lang="en-US" altLang="zh-CN" dirty="0" smtClean="0"/>
          </a:p>
          <a:p>
            <a:r>
              <a:rPr lang="zh-CN" altLang="en-US" dirty="0" smtClean="0">
                <a:hlinkClick r:id="rId9" action="ppaction://hlinksldjump"/>
              </a:rPr>
              <a:t>迪</a:t>
            </a:r>
            <a:r>
              <a:rPr lang="zh-CN" altLang="en-US" dirty="0">
                <a:hlinkClick r:id="rId9" action="ppaction://hlinksldjump"/>
              </a:rPr>
              <a:t>士</a:t>
            </a:r>
            <a:r>
              <a:rPr lang="zh-CN" altLang="en-US" dirty="0" smtClean="0">
                <a:hlinkClick r:id="rId9" action="ppaction://hlinksldjump"/>
              </a:rPr>
              <a:t>尼小镇</a:t>
            </a:r>
            <a:endParaRPr lang="en-US" altLang="zh-CN" dirty="0" smtClean="0"/>
          </a:p>
          <a:p>
            <a:r>
              <a:rPr lang="zh-CN" altLang="en-US" dirty="0">
                <a:hlinkClick r:id="rId10" action="ppaction://hlinksldjump"/>
              </a:rPr>
              <a:t>星愿公园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879600"/>
            <a:ext cx="4127500" cy="309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21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1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米奇大街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/>
              <a:t>“米奇大街”</a:t>
            </a:r>
            <a:r>
              <a:rPr lang="zh-CN" altLang="zh-CN" dirty="0"/>
              <a:t>是上海迪士尼乐园的六大主题园区之一，是以米奇和其他迪士尼角色为主题设计的迎宾大道，分布着商店和餐馆，两侧的路灯为上海市花白玉兰的造型。“米奇大街”园区设有“蒸汽船米奇喷泉”，为喷气船造型，寓意“一帆风顺”。喷泉中运用了比华特早期原版动画更为现代的米奇造型，位于上海迪士尼乐园入口处，指引游客进入“米奇大街”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19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奇想花园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zh-CN" dirty="0"/>
              <a:t>上海迪士尼乐园的“奇想花园”有七座花园，分别是“十二朋友园”、“音悦园”、“浪漫园”、“碧林园”、“妙羽园”、“幻想曲园”和“童话城堡园”，各自呈现了亲情、友情与欢乐的主题。“奇想花园”通过小桥步道，将各个主题园连接在一起，可供亲朋好友聚会。</a:t>
            </a:r>
          </a:p>
          <a:p>
            <a:r>
              <a:rPr lang="zh-CN" altLang="zh-CN" dirty="0"/>
              <a:t>奇想花园的游客体验项目包括：故事家雕塑、“米奇童话专列”日间主题巡游、十二朋友园、幻想曲旋转木马、小飞象和漫月轩。园区内的观景阶梯可欣赏城堡舞台表演与夜光幻影秀。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55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梦幻世界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zh-CN" dirty="0"/>
              <a:t>梦幻世界是上海迪士尼乐园七大主题区之一，内有“七个小矮人矿山车” 、“小飞侠天空奇遇” 、小熊维尼探索“百亩森林”、爱丽丝“仙境迷宫”等游乐项目。</a:t>
            </a:r>
          </a:p>
          <a:p>
            <a:r>
              <a:rPr lang="zh-CN" altLang="zh-CN" dirty="0"/>
              <a:t>梦幻世界内的奇幻童话城堡，是上海迪士尼乐园中的最高建筑。不同于其他迪士尼城堡为一位公主而建，“奇幻童话城堡” 为迪士尼传统中的每一位公主而建。在城堡的中央，圆形大厅的四周装饰着“四季公主马赛克壁画”。游客可在城堡背后的露台上，俯瞰整个梦幻世界园区。城堡内还设有点餐服务餐厅、“缤纷变幻沙龙”及其他购物和娱乐设施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5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探险岛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“探险岛”位于上海迪士尼乐园的东南角，紧邻米奇大街。“探险岛”的历史从传说和迪士尼的想象中而来，以美洲安第斯山脉作为探访古文明的起点，源起于数千年前“亚柏栎”在这座岛屿上建立的文明。“探险岛”内的雷鸣山是一座可以参观的假山，内设古桥、亚柏栎人的部落中心、河流瀑布等景观，游客可乘坐筏艇驶入雷鸣山深处的山洞探险。 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02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宝藏湾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上海迪士尼乐园“宝藏湾”，是全球迪士尼乐园中第一个以海盗为主题的园区，由“加勒比海盗——沉落宝藏之战”、“船奇戏水滩”、“史洛比希堡”等板块组成。“沉落宝藏之战”的外观被模拟成一座加勒比海岸的“堡垒”，游客可以乘船漂流历险。</a:t>
            </a:r>
            <a:r>
              <a:rPr lang="en-US" altLang="zh-CN" dirty="0"/>
              <a:t>  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92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明日世界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上海迪士尼乐园的“明日世界”园区，主要体现人类、自然与科技的结合，包含“巴斯光年星际营救”、“创极速光轮”、“喷气背包飞行器”、“太空幸会史迪奇”、“星球大战远征基地”等五大游乐设施。园区还设有美食、演出、商店等服务项目，如“星露台餐厅”、“旋味”觅食、“大白超酷活力秀”、“</a:t>
            </a:r>
            <a:r>
              <a:rPr lang="en-US" altLang="zh-CN" dirty="0"/>
              <a:t>E</a:t>
            </a:r>
            <a:r>
              <a:rPr lang="zh-CN" altLang="zh-CN" dirty="0"/>
              <a:t>空间聚乐部”、“创能补给站”、“晶品”、“星际贸易港”、“银河帝国贸易站”等。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67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迪士尼小镇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zh-CN" dirty="0"/>
              <a:t>迪士尼小镇坐落于上海迪士尼乐园外沿，各区域采用古典装饰风格，濒临星愿湖畔，餐厅老板、店主到音乐家和表演者等人为小镇的“居民”。</a:t>
            </a:r>
          </a:p>
          <a:p>
            <a:r>
              <a:rPr lang="zh-CN" altLang="zh-CN" dirty="0"/>
              <a:t>迪士尼小镇除了有小镇市集、迪士尼世界商店、乐高玩具店等商店外，还有从迪士尼经典电影《欢乐满人间》中衍生而来的“甜蜜满勺”糖果店。在餐饮服务区“百食香街”上，还有涵盖东南亚不同饮食风味的数家餐厅。在“百老汇广场”和“百老汇大道”交汇处坐落了一座华特迪士尼大剧院，普通话版本的百老汇音乐剧《狮子王》和普通话版百老汇音乐剧《美女与野兽》在此献演。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90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星愿公园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zh-CN" dirty="0"/>
              <a:t>上海迪士尼度假区内的星愿公园，毗邻“迪士尼小镇”，有绿地和湖泊，占地约</a:t>
            </a:r>
            <a:r>
              <a:rPr lang="en-US" altLang="zh-CN" dirty="0"/>
              <a:t>40</a:t>
            </a:r>
            <a:r>
              <a:rPr lang="zh-CN" altLang="zh-CN" dirty="0"/>
              <a:t>公顷，包括“星愿湖”、长约</a:t>
            </a:r>
            <a:r>
              <a:rPr lang="en-US" altLang="zh-CN" dirty="0"/>
              <a:t>2.5</a:t>
            </a:r>
            <a:r>
              <a:rPr lang="zh-CN" altLang="zh-CN" dirty="0"/>
              <a:t>公里的环湖步道、以及点缀其中的花园，可供游客欣赏自然风光以及落日美景。</a:t>
            </a:r>
          </a:p>
          <a:p>
            <a:r>
              <a:rPr lang="zh-CN" altLang="zh-CN" dirty="0"/>
              <a:t>星愿湖”的灵感来自迪士尼动画电影《木偶奇遇记》经典台词“</a:t>
            </a:r>
            <a:r>
              <a:rPr lang="en-US" altLang="zh-CN" dirty="0"/>
              <a:t>When you wish upon a star</a:t>
            </a:r>
            <a:r>
              <a:rPr lang="zh-CN" altLang="zh-CN" dirty="0"/>
              <a:t>”（当你向星星许愿），同时融入了童话城堡夜间烟火表演倒映湖面的情境；中文名翻译成“星愿”，同样表达了中国传统文化“梦想成真”的美好祝愿。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上海迪士尼乐园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31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vortex dir="d"/>
        <p:sndAc>
          <p:stSnd>
            <p:snd r:embed="rId2" name="chimes.wav"/>
          </p:stSnd>
        </p:sndAc>
      </p:transition>
    </mc:Choice>
    <mc:Fallback xmlns="">
      <p:transition spd="slow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904</Words>
  <Application>Microsoft Office PowerPoint</Application>
  <PresentationFormat>全屏显示(4:3)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上海迪士尼乐园简介</vt:lpstr>
      <vt:lpstr>景点介绍</vt:lpstr>
      <vt:lpstr>米奇大街</vt:lpstr>
      <vt:lpstr>奇想花园</vt:lpstr>
      <vt:lpstr>梦幻世界</vt:lpstr>
      <vt:lpstr>探险岛</vt:lpstr>
      <vt:lpstr>宝藏湾</vt:lpstr>
      <vt:lpstr>明日世界</vt:lpstr>
      <vt:lpstr>迪士尼小镇</vt:lpstr>
      <vt:lpstr>星愿公园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迪士尼乐园</dc:title>
  <dc:creator>Administrator</dc:creator>
  <cp:lastModifiedBy>lppcoding@163.com</cp:lastModifiedBy>
  <cp:revision>5</cp:revision>
  <dcterms:created xsi:type="dcterms:W3CDTF">2022-03-18T11:43:25Z</dcterms:created>
  <dcterms:modified xsi:type="dcterms:W3CDTF">2022-03-22T05:06:07Z</dcterms:modified>
</cp:coreProperties>
</file>