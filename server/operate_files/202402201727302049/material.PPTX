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101"/>
    <a:srgbClr val="0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76E0C-E353-4A15-8B5F-77A01093E4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FF0784-712C-446D-890D-53CCDBFA1D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49ADE-3869-4C59-AB2A-BB7028C120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2EC21-2209-4156-B168-CAFF684B1D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EA28A-0B9B-45C0-8655-745B8EB8A4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E097F7-24BF-4EC1-81F0-4436644F155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8E30C-1E7C-40EC-A298-FB8AE7462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42DEA7-36E1-4DFC-BC4A-930D18D178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F34B5-9AE4-4D06-8694-CD57D788CF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64D282-8FBA-4A24-8202-93630CABEF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A806D0-64AD-4E3B-9B50-3D1E721A1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B4E63EB-AA58-40C0-A5B5-B065ECDD76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74FD541-979D-43C9-84C4-22EB14C8520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当日，在江苏省常熟市举行的第</a:t>
            </a:r>
            <a:r>
              <a:rPr lang="en-US" altLang="zh-CN">
                <a:solidFill>
                  <a:srgbClr val="010101"/>
                </a:solidFill>
              </a:rPr>
              <a:t>15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届世界杯跳水赛女子</a:t>
            </a:r>
            <a:r>
              <a:rPr lang="en-US" altLang="zh-CN">
                <a:solidFill>
                  <a:srgbClr val="010101"/>
                </a:solidFill>
              </a:rPr>
              <a:t>3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米板决赛中，吴敏霞以总分</a:t>
            </a:r>
            <a:r>
              <a:rPr lang="en-US" altLang="zh-CN">
                <a:solidFill>
                  <a:srgbClr val="010101"/>
                </a:solidFill>
              </a:rPr>
              <a:t>373.40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的成绩夺取金牌。这是世界杯跳水赛历史上中国运动员获得的第</a:t>
            </a:r>
            <a:r>
              <a:rPr lang="en-US" altLang="zh-CN">
                <a:solidFill>
                  <a:srgbClr val="010101"/>
                </a:solidFill>
              </a:rPr>
              <a:t>100</a:t>
            </a:r>
            <a:r>
              <a:rPr lang="zh-CN" altLang="en-US">
                <a:solidFill>
                  <a:srgbClr val="010101"/>
                </a:solidFill>
                <a:latin typeface="宋体" panose="02010600030101010101" pitchFamily="2" charset="-122"/>
              </a:rPr>
              <a:t>枚金牌。</a:t>
            </a:r>
            <a:r>
              <a:rPr lang="zh-CN" altLang="en-US">
                <a:solidFill>
                  <a:srgbClr val="000101"/>
                </a:solidFill>
              </a:rPr>
              <a:t> </a:t>
            </a:r>
            <a:endParaRPr lang="zh-CN" altLang="en-US">
              <a:solidFill>
                <a:srgbClr val="000101"/>
              </a:solidFill>
            </a:endParaRPr>
          </a:p>
        </p:txBody>
      </p:sp>
      <p:sp>
        <p:nvSpPr>
          <p:cNvPr id="2052" name="WordArt 4"/>
          <p:cNvSpPr>
            <a:spLocks noChangeArrowheads="1" noChangeShapeType="1" noTextEdit="1"/>
          </p:cNvSpPr>
          <p:nvPr/>
        </p:nvSpPr>
        <p:spPr bwMode="auto">
          <a:xfrm>
            <a:off x="381000" y="685800"/>
            <a:ext cx="8039100" cy="1676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zh-CN" altLang="en-US" sz="4400" b="1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中国运动员获得的第</a:t>
            </a:r>
            <a:r>
              <a:rPr lang="en-US" altLang="zh-CN" sz="4400" b="1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4400" b="1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枚金牌 </a:t>
            </a:r>
            <a:endParaRPr lang="zh-CN" altLang="en-US" sz="4400" b="1" kern="10">
              <a:ln w="9525">
                <a:solidFill>
                  <a:srgbClr val="000000"/>
                </a:solidFill>
                <a:round/>
              </a:ln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突破世界杯百枚金牌大关</a:t>
            </a:r>
            <a:endParaRPr lang="zh-CN" altLang="en-US">
              <a:latin typeface="宋体" panose="02010600030101010101" pitchFamily="2" charset="-122"/>
            </a:endParaRPr>
          </a:p>
        </p:txBody>
      </p:sp>
      <p:pic>
        <p:nvPicPr>
          <p:cNvPr id="3078" name="Picture 6" descr="D:\Documents and Settings\Administrator.LIU-ZAE2B0JV3F0\My Documents\My Pictures\100金.jpg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2762250"/>
            <a:ext cx="3810000" cy="2552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811395" y="1849120"/>
            <a:ext cx="357695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sym typeface="+mn-ea"/>
              </a:rPr>
              <a:t>跳水世界杯赛创立于</a:t>
            </a:r>
            <a:r>
              <a:rPr lang="en-US" altLang="zh-CN">
                <a:sym typeface="+mn-ea"/>
              </a:rPr>
              <a:t>1979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年，两年一届，</a:t>
            </a:r>
            <a:r>
              <a:rPr lang="en-US" altLang="zh-CN">
                <a:sym typeface="+mn-ea"/>
              </a:rPr>
              <a:t>1999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年以前为奇数年举行，</a:t>
            </a:r>
            <a:r>
              <a:rPr lang="en-US" altLang="zh-CN">
                <a:sym typeface="+mn-ea"/>
              </a:rPr>
              <a:t>2000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年开始为偶数年举行，是三大世界跳水顶级赛事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奥运会、世界锦标赛和世界杯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之一。中国自</a:t>
            </a:r>
            <a:r>
              <a:rPr lang="en-US" altLang="zh-CN">
                <a:sym typeface="+mn-ea"/>
              </a:rPr>
              <a:t>1981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年开始参加世界杯赛，截至今日已经夺得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latin typeface="宋体" panose="02010600030101010101" pitchFamily="2" charset="-122"/>
                <a:sym typeface="+mn-ea"/>
              </a:rPr>
              <a:t>枚金牌，由此成为突破世界杯百枚金牌大关的第一支国家队。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WPS 演示</Application>
  <PresentationFormat>全屏显示(4:3)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默认设计模板</vt:lpstr>
      <vt:lpstr>PowerPoint 演示文稿</vt:lpstr>
      <vt:lpstr>突破世界杯百枚金牌大关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zy</cp:lastModifiedBy>
  <cp:revision>4</cp:revision>
  <dcterms:created xsi:type="dcterms:W3CDTF">2006-07-28T01:38:00Z</dcterms:created>
  <dcterms:modified xsi:type="dcterms:W3CDTF">2024-01-12T08:45:46Z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69E3A23D960F44F3934D5B8C2D1D37C2_12</vt:lpwstr>
  </property>
  <property fmtid="{D5CDD505-2E9C-101B-9397-08002B2CF9AE}" pid="3" name="KSOProductBuildVer">
    <vt:lpwstr>2052-12.1.0.15712</vt:lpwstr>
  </property>
</Properties>
</file>