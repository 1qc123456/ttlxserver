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0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-102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64436" y="2216904"/>
            <a:ext cx="5262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0" i="1" dirty="0" smtClean="0">
                <a:latin typeface="楷体" panose="02010609060101010101" charset="-122"/>
                <a:ea typeface="楷体" panose="02010609060101010101" charset="-122"/>
              </a:rPr>
              <a:t>侏罗纪公园</a:t>
            </a:r>
            <a:endParaRPr lang="zh-CN" altLang="en-US" sz="8000" i="1" dirty="0" smtClean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solidFill>
                  <a:srgbClr val="FFFF00"/>
                </a:solidFill>
                <a:latin typeface="仿宋" panose="02010609060101010101" charset="-122"/>
                <a:ea typeface="仿宋" panose="02010609060101010101" charset="-122"/>
              </a:rPr>
              <a:t>最古老的鸟类</a:t>
            </a:r>
            <a:endParaRPr lang="zh-CN" altLang="en-US" sz="6000" b="1" dirty="0">
              <a:solidFill>
                <a:srgbClr val="FFFF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306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自从始祖鸟的化石在德国发现以后，就一直被认为是最古老的鸟类，它的学名翻译成中文，就是“远古的翅膀”的意思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2" name="图片 1" descr="WPS演示040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7415" y="4039870"/>
            <a:ext cx="819150" cy="752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  <p:bldP spid="3" grpId="0"/>
      <p:bldP spid="3" grpId="1"/>
    </p:bldLst>
  </p:timing>
</p:sld>
</file>

<file path=ppt/tags/tag1.xml><?xml version="1.0" encoding="utf-8"?>
<p:tagLst xmlns:p="http://schemas.openxmlformats.org/presentationml/2006/main">
  <p:tag name="KSO_WPP_MARK_KEY" val="025b7dd9-3644-49a2-860a-57cae6ad6229"/>
  <p:tag name="COMMONDATA" val="eyJoZGlkIjoiM2Q2NDY3ODBmZDEyZTZiNTFiOWYyZGE1YmNkNTA1NzMifQ==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WPS 演示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楷体</vt:lpstr>
      <vt:lpstr>仿宋</vt:lpstr>
      <vt:lpstr>微软雅黑</vt:lpstr>
      <vt:lpstr>Arial Unicode MS</vt:lpstr>
      <vt:lpstr>Calibri</vt:lpstr>
      <vt:lpstr>Office 主题</vt:lpstr>
      <vt:lpstr>PowerPoint 演示文稿</vt:lpstr>
      <vt:lpstr>最古老的鸟类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john</dc:creator>
  <cp:lastModifiedBy>准易技术~张工</cp:lastModifiedBy>
  <cp:revision>15</cp:revision>
  <dcterms:created xsi:type="dcterms:W3CDTF">2020-05-14T11:57:00Z</dcterms:created>
  <dcterms:modified xsi:type="dcterms:W3CDTF">2025-03-03T02:41:26Z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8445A0527F5F45C2A856C6E5AA74F75F_12</vt:lpwstr>
  </property>
</Properties>
</file>