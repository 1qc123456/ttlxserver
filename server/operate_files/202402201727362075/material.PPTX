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5BCA1-138A-43A8-9551-A9232737EF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458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CCE99-468A-41E8-A2C4-20ED8C98FB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9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417F98-B857-4587-B2C3-79B53DAFBC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70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B12C5-9D88-407B-9C3F-48AFA7214D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52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F5657-BF28-4CC1-B380-8097F12CCD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15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ACCC0-C19F-4E23-B8CF-FC1207E1A0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440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C64CF-4D98-451E-8B2C-E67089C3BB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071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4270F4-A742-4569-A876-B9C980F268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74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A4C6B-ED00-40E1-8F29-54DEFDD229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7600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31EBF-A0F7-495A-BC46-7C00EFA0FF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19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CEA04-F414-4BD9-BA57-98BBD69E3F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5750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9779F71-FCDA-4C2B-A063-E02F6347B0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B9E8B0-2D1E-4E49-8280-841AB9C213F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宋体" pitchFamily="2" charset="-122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亿人猛跳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阿基米德曾经说：给我一个支点，我能撬动地球。这不可谓不疯狂，但是其中确是蕴含了基本的物理学原理。日前，一个德裔英国艺术家号召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6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亿人猛跳一次，改变地球轨道，让地球 距太阳远一点，从而解决全球变暖问题。简直是太疯狂了，如果真的可以，人类倒是可以一试，问题是：我们行吗？！</a:t>
            </a:r>
            <a:endParaRPr lang="zh-CN" altLang="en-US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pic>
        <p:nvPicPr>
          <p:cNvPr id="2054" name="Picture 6" descr="D:\Documents and Settings\Administrator.LIU-ZAE2B0JV3F0\My Documents\My Pictures\跳.jpg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976563"/>
            <a:ext cx="3810000" cy="21224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838200" y="762000"/>
            <a:ext cx="7543800" cy="511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400">
                <a:solidFill>
                  <a:srgbClr val="000000"/>
                </a:solidFill>
                <a:latin typeface="宋体" pitchFamily="2" charset="-122"/>
              </a:rPr>
              <a:t>阿基米德曾经说：给我一个支点，我能撬动地球，</a:t>
            </a:r>
          </a:p>
          <a:p>
            <a:pPr>
              <a:spcBef>
                <a:spcPct val="50000"/>
              </a:spcBef>
            </a:pPr>
            <a:r>
              <a:rPr lang="zh-CN" altLang="en-US" sz="4400">
                <a:solidFill>
                  <a:srgbClr val="000000"/>
                </a:solidFill>
                <a:latin typeface="宋体" pitchFamily="2" charset="-122"/>
              </a:rPr>
              <a:t>一个德裔英国艺术家号召</a:t>
            </a:r>
            <a:r>
              <a:rPr lang="en-US" altLang="zh-CN" sz="4400">
                <a:solidFill>
                  <a:srgbClr val="000000"/>
                </a:solidFill>
                <a:latin typeface="宋体" pitchFamily="2" charset="-122"/>
              </a:rPr>
              <a:t>6</a:t>
            </a:r>
            <a:r>
              <a:rPr lang="zh-CN" altLang="en-US" sz="4400">
                <a:solidFill>
                  <a:srgbClr val="000000"/>
                </a:solidFill>
                <a:latin typeface="宋体" pitchFamily="2" charset="-122"/>
              </a:rPr>
              <a:t>亿人猛跳一次，改变地球轨道，让地球 距太阳远一点，从而解决全球变暖问题。解决地球变暖问题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宋体</vt:lpstr>
      <vt:lpstr>Times New Roman</vt:lpstr>
      <vt:lpstr>默认设计模板</vt:lpstr>
      <vt:lpstr>6亿人猛跳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6亿人猛跳</dc:title>
  <dc:creator>liu</dc:creator>
  <cp:lastModifiedBy>Windows 用户</cp:lastModifiedBy>
  <cp:revision>2</cp:revision>
  <dcterms:created xsi:type="dcterms:W3CDTF">2006-07-28T01:17:56Z</dcterms:created>
  <dcterms:modified xsi:type="dcterms:W3CDTF">2020-03-03T06:41:50Z</dcterms:modified>
</cp:coreProperties>
</file>