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3"/>
    <p:sldId id="256" r:id="rId4"/>
  </p:sldIdLst>
  <p:sldSz cx="9144000" cy="6858000" type="screen4x3"/>
  <p:notesSz cx="6858000" cy="9144000"/>
  <p:custDataLst>
    <p:tags r:id="rId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DA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 showGuides="1">
      <p:cViewPr varScale="1">
        <p:scale>
          <a:sx n="69" d="100"/>
          <a:sy n="69" d="100"/>
        </p:scale>
        <p:origin x="96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25BCA1-138A-43A8-9551-A9232737EF9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 advTm="3000">
        <p:wedge/>
      </p:transition>
    </mc:Choice>
    <mc:Fallback>
      <p:transition spd="med" advClick="0" advTm="3000">
        <p:wedg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DCCE99-468A-41E8-A2C4-20ED8C98FB7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 advTm="3000">
        <p:wedge/>
      </p:transition>
    </mc:Choice>
    <mc:Fallback>
      <p:transition spd="med" advClick="0" advTm="3000">
        <p:wedg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417F98-B857-4587-B2C3-79B53DAFBC8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 advTm="3000">
        <p:wedge/>
      </p:transition>
    </mc:Choice>
    <mc:Fallback>
      <p:transition spd="med" advClick="0" advTm="3000">
        <p:wedg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4B12C5-9D88-407B-9C3F-48AFA7214DA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 advTm="3000">
        <p:wedge/>
      </p:transition>
    </mc:Choice>
    <mc:Fallback>
      <p:transition spd="med" advClick="0" advTm="3000">
        <p:wedg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8F5657-BF28-4CC1-B380-8097F12CCDE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 advTm="3000">
        <p:wedge/>
      </p:transition>
    </mc:Choice>
    <mc:Fallback>
      <p:transition spd="med" advClick="0" advTm="3000">
        <p:wedg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DACCC0-C19F-4E23-B8CF-FC1207E1A0D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 advTm="3000">
        <p:wedge/>
      </p:transition>
    </mc:Choice>
    <mc:Fallback>
      <p:transition spd="med" advClick="0" advTm="3000">
        <p:wedg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DC64CF-4D98-451E-8B2C-E67089C3BB5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 advTm="3000">
        <p:wedge/>
      </p:transition>
    </mc:Choice>
    <mc:Fallback>
      <p:transition spd="med" advClick="0" advTm="3000">
        <p:wedg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4270F4-A742-4569-A876-B9C980F2681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 advTm="3000">
        <p:wedge/>
      </p:transition>
    </mc:Choice>
    <mc:Fallback>
      <p:transition spd="med" advClick="0" advTm="3000">
        <p:wedg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8A4C6B-ED00-40E1-8F29-54DEFDD2290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 advTm="3000">
        <p:wedge/>
      </p:transition>
    </mc:Choice>
    <mc:Fallback>
      <p:transition spd="med" advClick="0" advTm="3000">
        <p:wedg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231EBF-A0F7-495A-BC46-7C00EFA0FF9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 advTm="3000">
        <p:wedge/>
      </p:transition>
    </mc:Choice>
    <mc:Fallback>
      <p:transition spd="med" advClick="0" advTm="3000">
        <p:wedg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ACEA04-F414-4BD9-BA57-98BBD69E3F7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 advTm="3000">
        <p:wedge/>
      </p:transition>
    </mc:Choice>
    <mc:Fallback>
      <p:transition spd="med" advClick="0" advTm="3000">
        <p:wedg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E9779F71-FCDA-4C2B-A063-E02F6347B0D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 advTm="3000">
        <p:wedge/>
      </p:transition>
    </mc:Choice>
    <mc:Fallback>
      <p:transition spd="med" advClick="0" advTm="3000">
        <p:wedg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AB9E8B0-2D1E-4E49-8280-841AB9C213FD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med" p14:dur="750" advClick="0" advTm="3000">
        <p:wedge/>
      </p:transition>
    </mc:Choice>
    <mc:Fallback>
      <p:transition spd="med" advClick="0" advTm="3000">
        <p:wedge/>
      </p:transition>
    </mc:Fallback>
  </mc:AlternateConten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 sz="6700" b="1">
                <a:latin typeface="黑体" panose="02010609060101010101" charset="-122"/>
                <a:ea typeface="黑体" panose="02010609060101010101" charset="-122"/>
              </a:rPr>
              <a:t>用惊人的一跳来改变地球轨道</a:t>
            </a:r>
            <a:endParaRPr lang="zh-CN" altLang="en-US" sz="67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 sz="3700">
                <a:solidFill>
                  <a:srgbClr val="8CDA46"/>
                </a:solidFill>
                <a:latin typeface="黑体" panose="02010609060101010101" charset="-122"/>
                <a:ea typeface="黑体" panose="02010609060101010101" charset="-122"/>
              </a:rPr>
              <a:t>解决地球变暖问题</a:t>
            </a:r>
            <a:endParaRPr lang="zh-CN" altLang="en-US" sz="3700">
              <a:solidFill>
                <a:srgbClr val="8CDA4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 advTm="3000">
        <p:wedge/>
      </p:transition>
    </mc:Choice>
    <mc:Fallback>
      <p:transition spd="med" advClick="0" advTm="3000">
        <p:wedg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6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亿人猛跳</a:t>
            </a:r>
            <a:endParaRPr lang="zh-CN" altLang="en-US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阿基米德曾经说：给我一个支点，我能撬动地球。这不可谓不疯狂，但是其中确是蕴含了基本的物理学原理。日前，一个德裔英国艺术家号召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</a:rPr>
              <a:t>6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亿人猛跳一次，改变地球轨道，让地球 距太阳远一点，从而解决全球变暖问题。简直是太疯狂了，如果真的可以，人类倒是可以一试，问题是：我们行吗？！</a:t>
            </a:r>
            <a:endParaRPr lang="zh-CN" altLang="en-US" sz="240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400"/>
          </a:p>
        </p:txBody>
      </p:sp>
      <p:pic>
        <p:nvPicPr>
          <p:cNvPr id="2054" name="Picture 6" descr="D:\Documents and Settings\Administrator.LIU-ZAE2B0JV3F0\My Documents\My Pictures\跳.jpg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2976563"/>
            <a:ext cx="3810000" cy="21224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 advTm="3000">
        <p:wedge/>
      </p:transition>
    </mc:Choice>
    <mc:Fallback>
      <p:transition spd="med" advClick="0" advTm="3000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commondata" val="eyJoZGlkIjoiOTMxN2U1NGZiMzBiNTU5YWE4M2ZhMDFiOGE1NjViYzAifQ==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WPS 演示</Application>
  <PresentationFormat>全屏显示(4:3)</PresentationFormat>
  <Paragraphs>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黑体</vt:lpstr>
      <vt:lpstr>微软雅黑 Light</vt:lpstr>
      <vt:lpstr>等线</vt:lpstr>
      <vt:lpstr>默认设计模板</vt:lpstr>
      <vt:lpstr>PowerPoint 演示文稿</vt:lpstr>
      <vt:lpstr>6亿人猛跳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6亿人猛跳</dc:title>
  <dc:creator>liu</dc:creator>
  <cp:lastModifiedBy>zy</cp:lastModifiedBy>
  <cp:revision>3</cp:revision>
  <dcterms:created xsi:type="dcterms:W3CDTF">2006-07-28T01:17:00Z</dcterms:created>
  <dcterms:modified xsi:type="dcterms:W3CDTF">2024-01-12T02:38:59Z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A9ADF139ADC04339B0E9E7CF3E26A91C_12</vt:lpwstr>
  </property>
  <property fmtid="{D5CDD505-2E9C-101B-9397-08002B2CF9AE}" pid="3" name="KSOProductBuildVer">
    <vt:lpwstr>2052-12.1.0.15712</vt:lpwstr>
  </property>
</Properties>
</file>