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61" r:id="rId2"/>
    <p:sldId id="259" r:id="rId3"/>
    <p:sldId id="260" r:id="rId4"/>
    <p:sldId id="258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CB590-DA49-4C72-9B11-74A773FDE01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334D4-949D-4895-A9C1-6AECB8B924CA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BC8E-EE04-4729-B485-8E3DA739D5EF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A2447-1E6B-49CD-9B18-9927FB78655B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533CB-891D-4CEB-81D6-6662FCB552A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30EB7-1661-47C4-BA1C-F20AD8A22F98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D48B0-0AE7-4706-80ED-BD302C67015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85638E-2E69-4BD9-BD36-A1728715584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74AF3-3AF0-4299-B599-A41B499DF787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39C3-277E-451F-84A5-B497F632222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729D3-D97A-498A-ACA5-A705B1D14A8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79AD268D-715D-4D11-85C6-D18F3CE8A838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80000" y="1908000"/>
            <a:ext cx="50994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轨道交通房山线</a:t>
            </a:r>
            <a:endParaRPr lang="zh-CN" alt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0515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一体化设计的长阳站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dirty="0"/>
              <a:t>长阳车站造型犹如一张卷起的纸，两端微微向外抽出。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　　</a:t>
            </a:r>
            <a:r>
              <a:rPr lang="zh-CN" altLang="en-US" sz="1600" dirty="0">
                <a:latin typeface="Arial" panose="020B0604020202020204"/>
              </a:rPr>
              <a:t>“</a:t>
            </a:r>
            <a:r>
              <a:rPr lang="zh-CN" altLang="en-US" sz="1600" dirty="0"/>
              <a:t>纸</a:t>
            </a:r>
            <a:r>
              <a:rPr lang="zh-CN" altLang="en-US" sz="1600" dirty="0">
                <a:latin typeface="Arial" panose="020B0604020202020204"/>
              </a:rPr>
              <a:t>”</a:t>
            </a:r>
            <a:r>
              <a:rPr lang="zh-CN" altLang="en-US" sz="1600" dirty="0"/>
              <a:t>的外延两端为斜三角玻璃幕墙的形式，从外向内看为淡淡的墨绿色，从内向外看则是透明的。除此之外，其余部分则为白色铝板，整体显得轻盈大方。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长阳站作为全线唯一一座进行一体化设计的车站，外部人行天桥的两端搭建起了两个小平台，未来可与周边建筑无缝衔接，市民换乘极为方便。 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588" y="2297585"/>
            <a:ext cx="3200400" cy="1916754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lnSpc>
                <a:spcPct val="80000"/>
              </a:lnSpc>
            </a:pPr>
            <a:r>
              <a:rPr lang="zh-CN" altLang="en-US" sz="2800"/>
              <a:t>大葆台站为一座半地下车站</a:t>
            </a:r>
          </a:p>
          <a:p>
            <a:pPr>
              <a:lnSpc>
                <a:spcPct val="80000"/>
              </a:lnSpc>
            </a:pPr>
            <a:r>
              <a:rPr lang="zh-CN" altLang="en-US" sz="2800"/>
              <a:t>　　据轨道建设管理公司介绍，除了</a:t>
            </a:r>
            <a:r>
              <a:rPr lang="en-US" altLang="zh-CN" sz="2800"/>
              <a:t>9</a:t>
            </a:r>
            <a:r>
              <a:rPr lang="zh-CN" altLang="en-US" sz="2800"/>
              <a:t>座高架车站外，线路最东北端的大葆台站为一座半地下车站，即站台层在地下，站厅层则在地上。</a:t>
            </a:r>
          </a:p>
          <a:p>
            <a:pPr>
              <a:lnSpc>
                <a:spcPct val="80000"/>
              </a:lnSpc>
            </a:pPr>
            <a:r>
              <a:rPr lang="zh-CN" altLang="en-US" sz="2800"/>
              <a:t>　　地面上的站厅结构从中间一分为二，成为东、西两个独立的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单体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，两个单体之间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空档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正对着世界公园南门。乘客进出世界公园很方便，无需绕行。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588" y="2051241"/>
            <a:ext cx="3200400" cy="1804605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 smtClean="0">
                <a:latin typeface="仿宋" pitchFamily="49" charset="-122"/>
                <a:ea typeface="仿宋" pitchFamily="49" charset="-122"/>
              </a:rPr>
              <a:t>轨道交通房山线</a:t>
            </a:r>
            <a:endParaRPr lang="zh-CN" altLang="en-US" sz="3000" dirty="0">
              <a:latin typeface="仿宋" pitchFamily="49" charset="-122"/>
              <a:ea typeface="仿宋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/>
              <a:t>轨道交通房山线西起苏庄站，东至大葆台站。全线</a:t>
            </a:r>
            <a:r>
              <a:rPr lang="en-US" altLang="zh-CN" sz="2800"/>
              <a:t>10</a:t>
            </a:r>
            <a:r>
              <a:rPr lang="zh-CN" altLang="en-US" sz="2800"/>
              <a:t>座车站中，有</a:t>
            </a:r>
            <a:r>
              <a:rPr lang="en-US" altLang="zh-CN" sz="2800"/>
              <a:t>1</a:t>
            </a:r>
            <a:r>
              <a:rPr lang="zh-CN" altLang="en-US" sz="2800"/>
              <a:t>座半地下站和</a:t>
            </a:r>
            <a:r>
              <a:rPr lang="en-US" altLang="zh-CN" sz="2800"/>
              <a:t>9</a:t>
            </a:r>
            <a:r>
              <a:rPr lang="zh-CN" altLang="en-US" sz="2800"/>
              <a:t>座高架车站，高架车站的外观犹如一张卷起的纸，展现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城市画卷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的寓意。</a:t>
            </a:r>
          </a:p>
          <a:p>
            <a:r>
              <a:rPr lang="zh-CN" altLang="en-US" sz="2800"/>
              <a:t>　　房山线由于在施工过程中需跨越许多铁路、道路等，为了避免线路上下起伏过大，所有高架车站均</a:t>
            </a:r>
            <a:r>
              <a:rPr lang="zh-CN" altLang="en-US" sz="2800">
                <a:latin typeface="Arial" panose="020B0604020202020204"/>
              </a:rPr>
              <a:t>“</a:t>
            </a:r>
            <a:r>
              <a:rPr lang="zh-CN" altLang="en-US" sz="2800"/>
              <a:t>抬高身高</a:t>
            </a:r>
            <a:r>
              <a:rPr lang="zh-CN" altLang="en-US" sz="2800">
                <a:latin typeface="Arial" panose="020B0604020202020204"/>
              </a:rPr>
              <a:t>”</a:t>
            </a:r>
            <a:r>
              <a:rPr lang="zh-CN" altLang="en-US" sz="2800"/>
              <a:t>，设计成三层结构：一层为设备层，二层为售票的站厅层，三层为乘车的站台层。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</TotalTime>
  <Words>92</Words>
  <Application>Microsoft Office PowerPoint</Application>
  <PresentationFormat>全屏显示(4:3)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角度</vt:lpstr>
      <vt:lpstr>PowerPoint 演示文稿</vt:lpstr>
      <vt:lpstr>一体化设计的长阳站</vt:lpstr>
      <vt:lpstr>轨道交通房山线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86133</cp:lastModifiedBy>
  <cp:revision>9</cp:revision>
  <cp:lastPrinted>2113-01-01T00:00:00Z</cp:lastPrinted>
  <dcterms:created xsi:type="dcterms:W3CDTF">2010-07-25T09:36:00Z</dcterms:created>
  <dcterms:modified xsi:type="dcterms:W3CDTF">2021-04-29T06:32:59Z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  <property fmtid="{D5CDD505-2E9C-101B-9397-08002B2CF9AE}" pid="3" name="KSOProductBuildVer">
    <vt:lpwstr>2052-11.1.0.9740</vt:lpwstr>
  </property>
</Properties>
</file>