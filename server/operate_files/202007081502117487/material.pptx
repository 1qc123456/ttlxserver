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0" r:id="rId4"/>
    <p:sldId id="258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/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/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/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/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/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/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B7CB590-DA49-4C72-9B11-74A773FDE0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1334D4-949D-4895-A9C1-6AECB8B924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5BC8E-EE04-4729-B485-8E3DA739D5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5A2447-1E6B-49CD-9B18-9927FB7865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8533CB-891D-4CEB-81D6-6662FCB552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530EB7-1661-47C4-BA1C-F20AD8A22F9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8D48B0-0AE7-4706-80ED-BD302C6701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85638E-2E69-4BD9-BD36-A172871558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74AF3-3AF0-4299-B599-A41B499DF7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E239C3-277E-451F-84A5-B497F632222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A729D3-D97A-498A-ACA5-A705B1D14A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/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/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/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/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/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79AD268D-715D-4D11-85C6-D18F3CE8A838}" type="slidenum">
              <a:rPr lang="en-US" altLang="zh-CN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/>
              <a:t>长阳车站造型犹如一张卷起的纸，两端微微向外抽出。</a:t>
            </a:r>
            <a:endParaRPr lang="zh-CN" altLang="en-US" sz="2800"/>
          </a:p>
          <a:p>
            <a:pPr>
              <a:lnSpc>
                <a:spcPct val="90000"/>
              </a:lnSpc>
            </a:pPr>
            <a:r>
              <a:rPr lang="zh-CN" altLang="en-US" sz="2800"/>
              <a:t>　　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纸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的外延两端为斜三角玻璃幕墙的形式，从外向内看为淡淡的墨绿色，从内向外看则是透明的。除此之外，其余部分则为白色铝板，整体显得轻盈大方。</a:t>
            </a:r>
            <a:endParaRPr lang="zh-CN" altLang="en-US" sz="2800"/>
          </a:p>
          <a:p>
            <a:pPr>
              <a:lnSpc>
                <a:spcPct val="90000"/>
              </a:lnSpc>
            </a:pPr>
            <a:r>
              <a:rPr lang="zh-CN" altLang="en-US" sz="2800"/>
              <a:t>长阳站作为全线唯一一座进行一体化设计的车站，外部人行天桥的两端搭建起了两个小平台，未来可与周边建筑无缝衔接，市民换乘极为方便。 </a:t>
            </a:r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800"/>
          </a:p>
          <a:p>
            <a:pPr>
              <a:lnSpc>
                <a:spcPct val="80000"/>
              </a:lnSpc>
            </a:pPr>
            <a:r>
              <a:rPr lang="zh-CN" altLang="en-US" sz="2800"/>
              <a:t>大葆台站为一座半地下车站</a:t>
            </a:r>
            <a:endParaRPr lang="zh-CN" altLang="en-US" sz="2800"/>
          </a:p>
          <a:p>
            <a:pPr>
              <a:lnSpc>
                <a:spcPct val="80000"/>
              </a:lnSpc>
            </a:pPr>
            <a:r>
              <a:rPr lang="zh-CN" altLang="en-US" sz="2800"/>
              <a:t>　　据轨道建设管理公司介绍，除了</a:t>
            </a:r>
            <a:r>
              <a:rPr lang="en-US" altLang="zh-CN" sz="2800"/>
              <a:t>9</a:t>
            </a:r>
            <a:r>
              <a:rPr lang="zh-CN" altLang="en-US" sz="2800"/>
              <a:t>座高架车站外，线路最东北端的大葆台站为一座半地下车站，即站台层在地下，站厅层则在地上。</a:t>
            </a:r>
            <a:endParaRPr lang="zh-CN" altLang="en-US" sz="2800"/>
          </a:p>
          <a:p>
            <a:pPr>
              <a:lnSpc>
                <a:spcPct val="80000"/>
              </a:lnSpc>
            </a:pPr>
            <a:r>
              <a:rPr lang="zh-CN" altLang="en-US" sz="2800"/>
              <a:t>　　地面上的站厅结构从中间一分为二，成为东、西两个独立的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单体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，两个单体之间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空档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正对着世界公园南门。乘客进出世界公园很方便，无需绕行。</a:t>
            </a:r>
            <a:endParaRPr lang="zh-CN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轨道交通房山线西起苏庄站，东至大葆台站。全线</a:t>
            </a:r>
            <a:r>
              <a:rPr lang="en-US" altLang="zh-CN" sz="2800"/>
              <a:t>10</a:t>
            </a:r>
            <a:r>
              <a:rPr lang="zh-CN" altLang="en-US" sz="2800"/>
              <a:t>座车站中，有</a:t>
            </a:r>
            <a:r>
              <a:rPr lang="en-US" altLang="zh-CN" sz="2800"/>
              <a:t>1</a:t>
            </a:r>
            <a:r>
              <a:rPr lang="zh-CN" altLang="en-US" sz="2800"/>
              <a:t>座半地下站和</a:t>
            </a:r>
            <a:r>
              <a:rPr lang="en-US" altLang="zh-CN" sz="2800"/>
              <a:t>9</a:t>
            </a:r>
            <a:r>
              <a:rPr lang="zh-CN" altLang="en-US" sz="2800"/>
              <a:t>座高架车站，高架车站的外观犹如一张卷起的纸，展现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城市画卷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的寓意。</a:t>
            </a:r>
            <a:endParaRPr lang="zh-CN" altLang="en-US" sz="2800"/>
          </a:p>
          <a:p>
            <a:r>
              <a:rPr lang="zh-CN" altLang="en-US" sz="2800"/>
              <a:t>　　房山线由于在施工过程中需跨越许多铁路、道路等，为了避免线路上下起伏过大，所有高架车站均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抬高身高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，设计成三层结构：一层为设备层，二层为售票的站厅层，三层为乘车的站台层。</a:t>
            </a:r>
            <a:endParaRPr lang="zh-CN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461</Words>
  <Application>WPS 演示</Application>
  <PresentationFormat>全屏显示(4:3)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Tahoma</vt:lpstr>
      <vt:lpstr>Arial</vt:lpstr>
      <vt:lpstr>微软雅黑</vt:lpstr>
      <vt:lpstr>Arial Unicode MS</vt:lpstr>
      <vt:lpstr>Calibri</vt:lpstr>
      <vt:lpstr>default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john</cp:lastModifiedBy>
  <cp:revision>8</cp:revision>
  <cp:lastPrinted>2113-01-01T00:00:00Z</cp:lastPrinted>
  <dcterms:created xsi:type="dcterms:W3CDTF">2010-07-25T09:36:00Z</dcterms:created>
  <dcterms:modified xsi:type="dcterms:W3CDTF">2020-06-07T02:23:46Z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  <property fmtid="{D5CDD505-2E9C-101B-9397-08002B2CF9AE}" pid="3" name="KSOProductBuildVer">
    <vt:lpwstr>2052-11.1.0.9740</vt:lpwstr>
  </property>
</Properties>
</file>