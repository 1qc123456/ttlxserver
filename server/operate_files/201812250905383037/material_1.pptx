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E74C5-96BF-4FD3-91DC-4626317247B0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CB9B-39E3-4A52-A5F2-21D205866D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55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F1C-35B7-4549-9FEF-0466B3AAA520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33EF-E9C7-4BBB-95FC-57373CD9FA14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6C7DE-0B61-4113-AFB7-0666B66515C9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8FCE5-A1FC-44C7-803E-63DE581D9720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FBE-F957-4917-B663-6EE75E65F06F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D7E-A97E-4050-8301-C9D44A1B1D7A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BC79-66C2-43FD-A4B4-6730521E4D74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C8EF4-581A-4A56-9BDE-3285CF515621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C69D-A4D1-4920-9214-99FA919DD53F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6BAEE-5650-4448-BDD4-B41EBE564DB7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08B3-E12B-400E-9A87-E11FA416F9C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1B502-E47B-4EE0-903A-EDFE3AC44B0B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考试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>
                <a:latin typeface="微软雅黑" pitchFamily="34" charset="-122"/>
                <a:ea typeface="微软雅黑" pitchFamily="34" charset="-122"/>
              </a:rPr>
              <a:t>我的幻灯片</a:t>
            </a:r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46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3148806"/>
            <a:ext cx="2152650" cy="1428750"/>
          </a:xfrm>
        </p:spPr>
      </p:pic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19872" y="908720"/>
            <a:ext cx="29931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我的图片</a:t>
            </a:r>
            <a:endParaRPr lang="zh-CN" altLang="en-US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考试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5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全屏显示(4:3)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我的幻灯片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2019-09-25T03:24:21Z</dcterms:created>
  <dcterms:modified xsi:type="dcterms:W3CDTF">2021-04-20T07:02:47Z</dcterms:modified>
</cp:coreProperties>
</file>