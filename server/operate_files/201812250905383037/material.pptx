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80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" baseType="lpstr">
      <vt:lpstr>Office 主题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lipp</cp:lastModifiedBy>
  <cp:revision>2</cp:revision>
  <dcterms:created xsi:type="dcterms:W3CDTF">2019-09-25T03:24:21Z</dcterms:created>
  <dcterms:modified xsi:type="dcterms:W3CDTF">2021-01-12T09:12:35Z</dcterms:modified>
</cp:coreProperties>
</file>