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3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20345" y="1870710"/>
            <a:ext cx="5086350" cy="1689735"/>
          </a:xfrm>
        </p:spPr>
        <p:txBody>
          <a:bodyPr/>
          <a:p>
            <a:pPr algn="ctr"/>
            <a:r>
              <a:rPr lang="zh-CN" altLang="zh-CN" sz="320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j-ea"/>
              </a:rPr>
              <a:t>竹子</a:t>
            </a:r>
            <a:endParaRPr lang="zh-CN" altLang="zh-CN" sz="320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+mj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189480" y="4414520"/>
            <a:ext cx="7012940" cy="1011555"/>
          </a:xfrm>
        </p:spPr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29590" y="1710055"/>
            <a:ext cx="677100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</a:rPr>
              <a:t>竹子定义与分类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</a:rPr>
              <a:t>竹子的形态特征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</a:rPr>
              <a:t>竹子的生长环境及分布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</a:rPr>
              <a:t>竹子在文化与经济中的价值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竹子定义与分类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4695" y="1880870"/>
            <a:ext cx="63436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竹子是一种属于禾本科的多年生常绿植物，具有木质化的地上茎和地下茎。</a:t>
            </a:r>
            <a:endParaRPr lang="zh-CN" altLang="en-US" sz="3200"/>
          </a:p>
          <a:p>
            <a:r>
              <a:rPr lang="zh-CN" altLang="en-US" sz="3200"/>
              <a:t>根据竹子的地下茎的生长情况，可分为散生型、丛生型和混生型三大类。</a:t>
            </a:r>
            <a:endParaRPr lang="zh-CN" altLang="en-US" sz="3200"/>
          </a:p>
          <a:p>
            <a:r>
              <a:rPr lang="zh-CN" altLang="en-US" sz="3200"/>
              <a:t>全球竹种资源丰富，约有1200多种，广泛分布于亚洲、非洲和拉丁美洲的热带及亚热带地区。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90925" y="608330"/>
            <a:ext cx="3890010" cy="705485"/>
          </a:xfrm>
        </p:spPr>
        <p:txBody>
          <a:bodyPr/>
          <a:p>
            <a:r>
              <a:rPr lang="zh-CN" altLang="en-US"/>
              <a:t>竹子的形态特征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3375" y="608330"/>
            <a:ext cx="2895600" cy="5687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90925" y="1314450"/>
            <a:ext cx="3522345" cy="5117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竹子的茎秆通常高大挺拔，呈圆柱形，有节，多中空。不同种类的竹子茎秆的颜色、粗细、高度等有所不同。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竹子的叶片通常呈披针形或线状披针形，叶色翠绿，质地较薄。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部分竹子种类会开花结果，但大多数种类的花并不常见。竹子的果实通常为颖果，内含种子。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6865" y="5787390"/>
            <a:ext cx="4272915" cy="705485"/>
          </a:xfrm>
        </p:spPr>
        <p:txBody>
          <a:bodyPr>
            <a:normAutofit fontScale="90000"/>
          </a:bodyPr>
          <a:p>
            <a:r>
              <a:rPr lang="zh-CN" altLang="en-US" sz="3110"/>
              <a:t>竹子的生长环境及分布</a:t>
            </a:r>
            <a:endParaRPr lang="zh-CN" altLang="en-US" sz="311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125" y="372745"/>
            <a:ext cx="7523480" cy="28403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360" y="3556635"/>
            <a:ext cx="7421245" cy="2075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竹子喜欢温暖湿润的气候，对土壤的要求不高，但排水良好的土壤更有利于其生长。竹子在生长过程中需要充足的阳光和水分。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竹子广泛分布于亚洲、非洲、拉丁美洲等热带和亚热带地区。在中国，竹子主要分布在南方各省，如浙江、福建、广东等。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44315" y="1239520"/>
            <a:ext cx="4103370" cy="5302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竹子在中国传统文化中具有重要地位，被誉为“君子”的象征。竹子的坚韧、挺拔、有节等特点被赋予了崇高的精神内涵，成为诗词歌赋的常见题材。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zh-CN" altLang="en-US" sz="2000"/>
              <a:t>竹子是一种重要的经济作物，具有广泛的用途。竹材可用于建筑、家具、工艺品等领域；竹笋是美味的食材；竹叶可入药或制成茶叶等。此外，竹子在生态保护、水土保持等方面也发挥着重要作用。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WPS 演示</Application>
  <PresentationFormat>宽屏</PresentationFormat>
  <Paragraphs>27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楷体</vt:lpstr>
      <vt:lpstr>仿宋</vt:lpstr>
      <vt:lpstr>等线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157</cp:revision>
  <dcterms:created xsi:type="dcterms:W3CDTF">2019-06-19T02:08:00Z</dcterms:created>
  <dcterms:modified xsi:type="dcterms:W3CDTF">2024-11-11T05:09:29Z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36AD27B41CF64C07BA596F72B575FFF1_11</vt:lpwstr>
  </property>
</Properties>
</file>