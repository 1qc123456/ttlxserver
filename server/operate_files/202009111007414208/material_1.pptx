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740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8AF935-95BA-4FE7-88F9-1C3E4A7FE1C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8571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38777A-FA92-4A9E-8A35-F6E37D0C2D1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4118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C2EAC3-AFFF-4C3E-9B5C-73BEFD522F9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2638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141BAB-424B-4253-ADA4-3280FCF0D84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400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EE9E33-9387-4DF5-9324-975D6B0A1AA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6951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7AB2D7-5E59-4908-BB7A-CCA184864FD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5807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52A699-96B6-4ED5-ACC6-35A1DBD4979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3704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9CA318-430F-415A-B8BD-920029E54E2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9939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A83F5B-94E1-4E31-9833-A733A331FA7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2265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EBE5EE-EE6D-4713-B966-9168A3C3AF9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6405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3B5C23-139F-4B88-A6FB-4336B915445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39840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374212E-88E6-4916-A003-60543AEE758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4000">
        <p14:vortex/>
      </p:transition>
    </mc:Choice>
    <mc:Fallback xmlns="">
      <p:transition spd="slow">
        <p:fade/>
      </p:transition>
    </mc:Fallback>
  </mc:AlternateConten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825095" y="2967335"/>
            <a:ext cx="5493812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Chevron">
              <a:avLst/>
            </a:prstTxWarp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altLang="zh-CN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DXF100</a:t>
            </a:r>
            <a:r>
              <a:rPr lang="zh-CN" alt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地效飞机</a:t>
            </a:r>
          </a:p>
        </p:txBody>
      </p:sp>
    </p:spTree>
    <p:extLst>
      <p:ext uri="{BB962C8B-B14F-4D97-AF65-F5344CB8AC3E}">
        <p14:creationId xmlns:p14="http://schemas.microsoft.com/office/powerpoint/2010/main" val="2147626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DDEBCF"/>
            </a:gs>
            <a:gs pos="50000">
              <a:srgbClr val="9CB86E"/>
            </a:gs>
            <a:gs pos="100000">
              <a:srgbClr val="156B1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My Documents\未标题-3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057400"/>
            <a:ext cx="7772400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54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中国的</a:t>
            </a:r>
            <a:r>
              <a:rPr lang="en-US" altLang="zh-CN" sz="54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DXF100</a:t>
            </a:r>
            <a:r>
              <a:rPr lang="zh-CN" altLang="en-US" sz="54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地效飞机</a:t>
            </a:r>
            <a:endParaRPr lang="zh-CN" altLang="en-US" sz="5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DXF100</a:t>
            </a:r>
            <a:r>
              <a:rPr lang="zh-CN" altLang="en-US" dirty="0" smtClean="0"/>
              <a:t>主要技术参数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可载乘客</a:t>
            </a:r>
            <a:r>
              <a:rPr lang="en-US" altLang="zh-CN" dirty="0"/>
              <a:t>15</a:t>
            </a:r>
            <a:r>
              <a:rPr lang="zh-CN" altLang="en-US" dirty="0"/>
              <a:t>人，装有两台</a:t>
            </a:r>
            <a:r>
              <a:rPr lang="en-US" altLang="zh-CN" dirty="0"/>
              <a:t>300</a:t>
            </a:r>
            <a:r>
              <a:rPr lang="zh-CN" altLang="en-US" dirty="0"/>
              <a:t>马力航空发动机。</a:t>
            </a:r>
          </a:p>
        </p:txBody>
      </p:sp>
    </p:spTree>
    <p:extLst>
      <p:ext uri="{BB962C8B-B14F-4D97-AF65-F5344CB8AC3E}">
        <p14:creationId xmlns:p14="http://schemas.microsoft.com/office/powerpoint/2010/main" val="2898828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28</Words>
  <Application>Microsoft Office PowerPoint</Application>
  <PresentationFormat>全屏显示(4:3)</PresentationFormat>
  <Paragraphs>4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Office 主题​​</vt:lpstr>
      <vt:lpstr>PowerPoint 演示文稿</vt:lpstr>
      <vt:lpstr>中国的DXF100地效飞机</vt:lpstr>
      <vt:lpstr>DXF100主要技术参数</vt:lpstr>
    </vt:vector>
  </TitlesOfParts>
  <Company>jc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CDZ</dc:creator>
  <cp:lastModifiedBy>ttlx</cp:lastModifiedBy>
  <cp:revision>7</cp:revision>
  <dcterms:created xsi:type="dcterms:W3CDTF">2001-12-24T00:53:42Z</dcterms:created>
  <dcterms:modified xsi:type="dcterms:W3CDTF">2021-05-21T08:12:05Z</dcterms:modified>
</cp:coreProperties>
</file>