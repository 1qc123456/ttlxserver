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21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AF935-95BA-4FE7-88F9-1C3E4A7FE1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57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8777A-FA92-4A9E-8A35-F6E37D0C2D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11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C2EAC3-AFFF-4C3E-9B5C-73BEFD522F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63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41BAB-424B-4253-ADA4-3280FCF0D8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40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E9E33-9387-4DF5-9324-975D6B0A1A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695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AB2D7-5E59-4908-BB7A-CCA184864F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580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2A699-96B6-4ED5-ACC6-35A1DBD497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70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CA318-430F-415A-B8BD-920029E54E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93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83F5B-94E1-4E31-9833-A733A331FA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26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BE5EE-EE6D-4713-B966-9168A3C3A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40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B5C23-139F-4B88-A6FB-4336B91544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984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74212E-88E6-4916-A003-60543AEE758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My Documents\未标题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772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jc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CDZ</dc:creator>
  <cp:lastModifiedBy>ttlx</cp:lastModifiedBy>
  <cp:revision>3</cp:revision>
  <dcterms:created xsi:type="dcterms:W3CDTF">2001-12-24T00:53:42Z</dcterms:created>
  <dcterms:modified xsi:type="dcterms:W3CDTF">2021-05-21T08:08:32Z</dcterms:modified>
</cp:coreProperties>
</file>