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5B79-0D7A-4C37-B9F4-4FC652654308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5275-7CB7-4878-92AD-F6DBD4940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76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1" name="camera.wav"/>
          </p:stSnd>
        </p:sndAc>
      </p:transition>
    </mc:Choice>
    <mc:Fallback xmlns="">
      <p:transition spd="slow">
        <p:split/>
        <p:sndAc>
          <p:stSnd>
            <p:snd r:embed="rId3" name="camera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5B79-0D7A-4C37-B9F4-4FC652654308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5275-7CB7-4878-92AD-F6DBD4940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95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1" name="camera.wav"/>
          </p:stSnd>
        </p:sndAc>
      </p:transition>
    </mc:Choice>
    <mc:Fallback xmlns="">
      <p:transition spd="slow">
        <p:split/>
        <p:sndAc>
          <p:stSnd>
            <p:snd r:embed="rId3" name="camera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image" Target="../media/image1.jpg"/><Relationship Id="rId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75B79-0D7A-4C37-B9F4-4FC652654308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85275-7CB7-4878-92AD-F6DBD4940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2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4" name="camera.wav"/>
          </p:stSnd>
        </p:sndAc>
      </p:transition>
    </mc:Choice>
    <mc:Fallback xmlns="">
      <p:transition spd="slow">
        <p:split/>
        <p:sndAc>
          <p:stSnd>
            <p:snd r:embed="rId6" name="camera.wav"/>
          </p:stSnd>
        </p:sndAc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11810" y="2276872"/>
            <a:ext cx="430758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80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  <a:reflection blurRad="6350" stA="55000" endA="50" endPos="85000" dist="60007" dir="5400000" sy="-100000" algn="bl" rotWithShape="0"/>
                </a:effectLst>
                <a:latin typeface="华文行楷" pitchFamily="2" charset="-122"/>
                <a:ea typeface="华文行楷" pitchFamily="2" charset="-122"/>
              </a:rPr>
              <a:t>菊花简介</a:t>
            </a:r>
            <a:endParaRPr lang="zh-CN" altLang="en-US" sz="80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  <a:reflection blurRad="6350" stA="55000" endA="50" endPos="85000" dist="60007" dir="5400000" sy="-100000" algn="bl" rotWithShape="0"/>
              </a:effectLst>
              <a:latin typeface="华文行楷" pitchFamily="2" charset="-122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0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2" name="camera.wav"/>
          </p:stSnd>
        </p:sndAc>
      </p:transition>
    </mc:Choice>
    <mc:Fallback xmlns="">
      <p:transition spd="slow">
        <p:split/>
        <p:sndAc>
          <p:stSnd>
            <p:snd r:embed="rId4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别名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菊华、秋菊、九华、黄花、帝女花、</a:t>
            </a:r>
            <a:r>
              <a:rPr lang="zh-CN" altLang="en-US" b="1" dirty="0" smtClean="0"/>
              <a:t>笑靥金</a:t>
            </a:r>
            <a:r>
              <a:rPr lang="zh-CN" altLang="en-US" dirty="0" smtClean="0"/>
              <a:t>、节花。因其花开于晚秋和具有浓香故有“晚艳”、“冷香”之雅称。</a:t>
            </a:r>
          </a:p>
        </p:txBody>
      </p:sp>
    </p:spTree>
    <p:extLst>
      <p:ext uri="{BB962C8B-B14F-4D97-AF65-F5344CB8AC3E}">
        <p14:creationId xmlns:p14="http://schemas.microsoft.com/office/powerpoint/2010/main" val="145541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2" name="camera.wav"/>
          </p:stSnd>
        </p:sndAc>
      </p:transition>
    </mc:Choice>
    <mc:Fallback xmlns="">
      <p:transition spd="slow">
        <p:split/>
        <p:sndAc>
          <p:stSnd>
            <p:snd r:embed="rId3" name="camera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分类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菊科，菊属。有时也作菊科所有花卉品种的总称。菊科是种子植物最大科，总数</a:t>
            </a:r>
            <a:r>
              <a:rPr lang="en-US" altLang="zh-CN" dirty="0" smtClean="0"/>
              <a:t>25000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30000</a:t>
            </a:r>
            <a:r>
              <a:rPr lang="zh-CN" altLang="en-US" dirty="0" smtClean="0"/>
              <a:t>种，而其花卉种类也很多，仅次于兰花。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573016"/>
            <a:ext cx="3491880" cy="26189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89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2" name="camera.wav"/>
          </p:stSnd>
        </p:sndAc>
      </p:transition>
    </mc:Choice>
    <mc:Fallback xmlns="">
      <p:transition spd="slow">
        <p:split/>
        <p:sndAc>
          <p:stSnd>
            <p:snd r:embed="rId4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产地与习性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原产我国，已有数千年的驯化历史。</a:t>
            </a:r>
          </a:p>
          <a:p>
            <a:r>
              <a:rPr lang="zh-CN" altLang="en-US" dirty="0" smtClean="0"/>
              <a:t>喜凉爽、较耐寒，生长适温</a:t>
            </a:r>
            <a:r>
              <a:rPr lang="en-US" altLang="zh-CN" dirty="0" smtClean="0"/>
              <a:t>18</a:t>
            </a:r>
            <a:r>
              <a:rPr lang="zh-CN" altLang="en-US" dirty="0" smtClean="0"/>
              <a:t>－</a:t>
            </a:r>
            <a:r>
              <a:rPr lang="en-US" altLang="zh-CN" dirty="0" smtClean="0"/>
              <a:t>21℃</a:t>
            </a:r>
            <a:r>
              <a:rPr lang="zh-CN" altLang="en-US" dirty="0" smtClean="0"/>
              <a:t>，地下根茎耐旱，最忌积涝，喜地势高、土层深厚、富含腐殖质、疏松肥沃、排水良好的土壤。在微酸性至微碱性土壤中皆能生长。而以</a:t>
            </a:r>
            <a:r>
              <a:rPr lang="en-US" altLang="zh-CN" dirty="0" smtClean="0"/>
              <a:t>Ph6.2-6.7</a:t>
            </a:r>
            <a:r>
              <a:rPr lang="zh-CN" altLang="en-US" dirty="0" smtClean="0"/>
              <a:t>最好。</a:t>
            </a:r>
          </a:p>
        </p:txBody>
      </p:sp>
      <p:sp>
        <p:nvSpPr>
          <p:cNvPr id="4" name="动作按钮: 后退或前一项 3">
            <a:hlinkClick r:id="" action="ppaction://hlinkshowjump?jump=previousslide" highlightClick="1"/>
          </p:cNvPr>
          <p:cNvSpPr/>
          <p:nvPr/>
        </p:nvSpPr>
        <p:spPr>
          <a:xfrm>
            <a:off x="5940152" y="5589240"/>
            <a:ext cx="828000" cy="828000"/>
          </a:xfrm>
          <a:prstGeom prst="actionButtonBackPreviou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动作按钮: 前进或下一项 4">
            <a:hlinkClick r:id="" action="ppaction://hlinkshowjump?jump=nextslide" highlightClick="1"/>
          </p:cNvPr>
          <p:cNvSpPr/>
          <p:nvPr/>
        </p:nvSpPr>
        <p:spPr>
          <a:xfrm>
            <a:off x="6948264" y="5589240"/>
            <a:ext cx="828000" cy="828000"/>
          </a:xfrm>
          <a:prstGeom prst="actionButtonForwardNex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4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2" name="camera.wav"/>
          </p:stSnd>
        </p:sndAc>
      </p:transition>
    </mc:Choice>
    <mc:Fallback xmlns="">
      <p:transition spd="slow">
        <p:split/>
        <p:sndAc>
          <p:stSnd>
            <p:snd r:embed="rId3" name="camera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形态特征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多年生草本植物。株高</a:t>
            </a:r>
            <a:r>
              <a:rPr lang="en-US" altLang="zh-CN" dirty="0" smtClean="0"/>
              <a:t>20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200cm</a:t>
            </a:r>
            <a:r>
              <a:rPr lang="zh-CN" altLang="en-US" dirty="0" smtClean="0"/>
              <a:t>，通常</a:t>
            </a:r>
            <a:r>
              <a:rPr lang="en-US" altLang="zh-CN" dirty="0" smtClean="0"/>
              <a:t>30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90㎝</a:t>
            </a:r>
            <a:r>
              <a:rPr lang="zh-CN" altLang="en-US" dirty="0" smtClean="0"/>
              <a:t>。茎色嫩绿或褐色，除悬崖菊外多为直立分枝，基部半木质化。单叶互生，卵圆至长圆形，边缘有缺刻及锯齿。头状花序顶生或腋生，一朵或数朵簇生。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02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2" name="camera.wav"/>
          </p:stSnd>
        </p:sndAc>
      </p:transition>
    </mc:Choice>
    <mc:Fallback xmlns="">
      <p:transition spd="slow">
        <p:split/>
        <p:sndAc>
          <p:stSnd>
            <p:snd r:embed="rId3" name="camera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文化价值 </a:t>
            </a:r>
            <a:endParaRPr lang="zh-CN" altLang="en-US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菊花历来被视为孤标亮节、高雅傲霜的象征，代表着名士的斯文与友情。菊花因其在深秋不畏秋寒开放，深受中国古代文人的喜欢，多有诗文加以赞美，如东晋大诗人陶渊明著有“采菊东篱下，悠然见南山”的名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544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/>
        <p:sndAc>
          <p:stSnd>
            <p:snd r:embed="rId2" name="camera.wav"/>
          </p:stSnd>
        </p:sndAc>
      </p:transition>
    </mc:Choice>
    <mc:Fallback xmlns="">
      <p:transition spd="slow">
        <p:split/>
        <p:sndAc>
          <p:stSnd>
            <p:snd r:embed="rId3" name="camera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283</Words>
  <Application>Microsoft Office PowerPoint</Application>
  <PresentationFormat>全屏显示(4:3)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PowerPoint 演示文稿</vt:lpstr>
      <vt:lpstr>别名</vt:lpstr>
      <vt:lpstr>分类</vt:lpstr>
      <vt:lpstr>产地与习性</vt:lpstr>
      <vt:lpstr>形态特征</vt:lpstr>
      <vt:lpstr>文化价值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菊花简介</dc:title>
  <dc:creator>user</dc:creator>
  <cp:lastModifiedBy>86133</cp:lastModifiedBy>
  <cp:revision>14</cp:revision>
  <dcterms:created xsi:type="dcterms:W3CDTF">2013-08-30T06:38:12Z</dcterms:created>
  <dcterms:modified xsi:type="dcterms:W3CDTF">2021-05-21T03:01:56Z</dcterms:modified>
</cp:coreProperties>
</file>