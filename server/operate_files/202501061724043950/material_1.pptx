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2" name="chimes.wav"/>
          </p:stSnd>
        </p:sndAc>
      </p:transition>
    </mc:Choice>
    <mc:Fallback>
      <p:transition spd="slow">
        <p:fade/>
        <p:sndAc>
          <p:stSnd>
            <p:snd r:embed="rId12" name="chimes.wav"/>
          </p:stSnd>
        </p:sndAc>
      </p:transition>
    </mc:Fallback>
  </mc:AlternateConten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1" Type="http://schemas.openxmlformats.org/officeDocument/2006/relationships/slideLayout" Target="../slideLayouts/slideLayout2.xml"/><Relationship Id="rId10" Type="http://schemas.openxmlformats.org/officeDocument/2006/relationships/audio" Target="../media/audio1.wav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b="1" dirty="0" smtClean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</a:rPr>
              <a:t>上海迪士尼乐园简介</a:t>
            </a:r>
            <a:endParaRPr lang="zh-CN" altLang="en-US" sz="6000" b="1" dirty="0" smtClean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梦幻乐园</a:t>
            </a:r>
            <a:endParaRPr lang="zh-CN" altLang="en-US" dirty="0" smtClean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景点介绍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>
                <a:hlinkClick r:id="rId1" tooltip="" action="ppaction://hlinksldjump"/>
              </a:rPr>
              <a:t>米奇大街</a:t>
            </a:r>
            <a:endParaRPr lang="en-US" altLang="zh-CN" dirty="0" smtClean="0"/>
          </a:p>
          <a:p>
            <a:r>
              <a:rPr lang="zh-CN" altLang="en-US" dirty="0" smtClean="0">
                <a:hlinkClick r:id="rId2" tooltip="" action="ppaction://hlinksldjump"/>
              </a:rPr>
              <a:t>奇想花园</a:t>
            </a:r>
            <a:endParaRPr lang="en-US" altLang="zh-CN" dirty="0" smtClean="0"/>
          </a:p>
          <a:p>
            <a:r>
              <a:rPr lang="zh-CN" altLang="en-US" dirty="0">
                <a:hlinkClick r:id="rId3" tooltip="" action="ppaction://hlinksldjump"/>
              </a:rPr>
              <a:t>梦幻</a:t>
            </a:r>
            <a:r>
              <a:rPr lang="zh-CN" altLang="en-US" dirty="0" smtClean="0">
                <a:hlinkClick r:id="rId3" tooltip="" action="ppaction://hlinksldjump"/>
              </a:rPr>
              <a:t>世界</a:t>
            </a:r>
            <a:endParaRPr lang="en-US" altLang="zh-CN" dirty="0" smtClean="0"/>
          </a:p>
          <a:p>
            <a:r>
              <a:rPr lang="zh-CN" altLang="en-US" dirty="0">
                <a:hlinkClick r:id="rId4" tooltip="" action="ppaction://hlinksldjump"/>
              </a:rPr>
              <a:t>探险</a:t>
            </a:r>
            <a:r>
              <a:rPr lang="zh-CN" altLang="en-US" dirty="0" smtClean="0">
                <a:hlinkClick r:id="rId4" tooltip="" action="ppaction://hlinksldjump"/>
              </a:rPr>
              <a:t>岛</a:t>
            </a:r>
            <a:endParaRPr lang="en-US" altLang="zh-CN" dirty="0" smtClean="0"/>
          </a:p>
          <a:p>
            <a:r>
              <a:rPr lang="zh-CN" altLang="en-US">
                <a:hlinkClick r:id="rId5" tooltip="" action="ppaction://hlinksldjump"/>
              </a:rPr>
              <a:t>宝藏湾</a:t>
            </a:r>
            <a:endParaRPr lang="en-US" altLang="zh-CN" dirty="0" smtClean="0"/>
          </a:p>
          <a:p>
            <a:r>
              <a:rPr lang="zh-CN" altLang="en-US" dirty="0" smtClean="0">
                <a:hlinkClick r:id="rId6" tooltip="" action="ppaction://hlinksldjump"/>
              </a:rPr>
              <a:t>明日世界</a:t>
            </a:r>
            <a:endParaRPr lang="en-US" altLang="zh-CN" dirty="0" smtClean="0"/>
          </a:p>
          <a:p>
            <a:r>
              <a:rPr lang="zh-CN" altLang="en-US" dirty="0">
                <a:hlinkClick r:id="rId7" tooltip="" action="ppaction://hlinksldjump"/>
              </a:rPr>
              <a:t>迪士</a:t>
            </a:r>
            <a:r>
              <a:rPr lang="zh-CN" altLang="en-US" dirty="0" smtClean="0">
                <a:hlinkClick r:id="rId7" tooltip="" action="ppaction://hlinksldjump"/>
              </a:rPr>
              <a:t>尼小镇</a:t>
            </a:r>
            <a:endParaRPr lang="en-US" altLang="zh-CN" dirty="0" smtClean="0"/>
          </a:p>
          <a:p>
            <a:r>
              <a:rPr lang="zh-CN" altLang="en-US" dirty="0">
                <a:hlinkClick r:id="rId8" tooltip="" action="ppaction://hlinksldjump"/>
              </a:rPr>
              <a:t>星愿公园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  <p:pic>
        <p:nvPicPr>
          <p:cNvPr id="5" name="图片 4" descr="WPS演示7-069素材文件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3710" y="1772920"/>
            <a:ext cx="4127500" cy="30988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0" name="chimes.wav"/>
          </p:stSnd>
        </p:sndAc>
      </p:transition>
    </mc:Choice>
    <mc:Fallback>
      <p:transition spd="slow">
        <p:fade/>
        <p:sndAc>
          <p:stSnd>
            <p:snd r:embed="rId10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米奇大街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“米奇大街”</a:t>
            </a:r>
            <a:r>
              <a:rPr lang="zh-CN" altLang="zh-CN" dirty="0"/>
              <a:t>是上海迪士尼乐园的六大主题园区之一，是以米奇和其他迪士尼角色为主题设计的迎宾大道，分布着商店和餐馆，两侧的路灯为上海市花白玉兰的造型。“米奇大街”园区设有“蒸汽船米奇喷泉”，为喷气船造型，寓意“一帆风顺”。喷泉中运用了比华特早期原版动画更为现代的米奇造型，位于上海迪士尼乐园入口处，指引游客进入“米奇大街”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奇想花园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dirty="0"/>
              <a:t>上海迪士尼乐园的“奇想花园”有七座花园，分别是“十二朋友园”、“音悦园”、“浪漫园”、“碧林园”、“妙羽园”、“幻想曲园”和“童话城堡园”，各自呈现了亲情、友情与欢乐的主题。“奇想花园”通过小桥步道，将各个主题园连接在一起，可供亲朋好友聚会。</a:t>
            </a:r>
            <a:endParaRPr lang="zh-CN" altLang="zh-CN" dirty="0"/>
          </a:p>
          <a:p>
            <a:r>
              <a:rPr lang="zh-CN" altLang="zh-CN" dirty="0"/>
              <a:t>奇想花园的游客体验项目包括：故事家雕塑、“米奇童话专列”日间主题巡游、十二朋友园、幻想曲旋转木马、小飞象和漫月轩。园区内的观景阶梯可欣赏城堡舞台表演与夜光幻影秀。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梦幻世界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zh-CN" dirty="0"/>
              <a:t>梦幻世界是上海迪士尼乐园七大主题区之一，内有“七个小矮人矿山车” 、“小飞侠天空奇遇” 、小熊维尼探索“百亩森林”、爱丽丝“仙境迷宫”等游乐项目。</a:t>
            </a:r>
            <a:endParaRPr lang="zh-CN" altLang="zh-CN" dirty="0"/>
          </a:p>
          <a:p>
            <a:r>
              <a:rPr lang="zh-CN" altLang="zh-CN" dirty="0"/>
              <a:t>梦幻世界内的奇幻童话城堡，是上海迪士尼乐园中的最高建筑。不同于其他迪士尼城堡为一位公主而建，“奇幻童话城堡” 为迪士尼传统中的每一位公主而建。在城堡的中央，圆形大厅的四周装饰着“四季公主马赛克壁画”。游客可在城堡背后的露台上，俯瞰整个梦幻世界园区。城堡内还设有点餐服务餐厅、“缤纷变幻沙龙”及其他购物和娱乐设施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探险岛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“探险岛”位于上海迪士尼乐园的东南角，紧邻米奇大街。“探险岛”的历史从传说和迪士尼的想象中而来，以美洲安第斯山脉作为探访古文明的起点，源起于数千年前“亚柏栎”在这座岛屿上建立的文明。“探险岛”内的雷鸣山是一座可以参观的假山，内设古桥、亚柏栎人的部落中心、河流瀑布等景观，游客可乘坐筏艇驶入雷鸣山深处的山洞探险。 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00"/>
                            </p:stCondLst>
                            <p:childTnLst>
                              <p:par>
                                <p:cTn id="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0"/>
                            </p:stCondLst>
                            <p:childTnLst>
                              <p:par>
                                <p:cTn id="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00"/>
                            </p:stCondLst>
                            <p:childTnLst>
                              <p:par>
                                <p:cTn id="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00"/>
                            </p:stCondLst>
                            <p:childTnLst>
                              <p:par>
                                <p:cTn id="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宝藏湾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上海迪士尼乐园“宝藏湾”，是全球迪士尼乐园中第一个以海盗为主题的园区，由“加勒比海盗——沉落宝藏之战”、“船奇戏水滩”、“史洛比希堡”等板块组成。“沉落宝藏之战”的外观被模拟成一座加勒比海岸的“堡垒”，游客可以乘船漂流历险。</a:t>
            </a:r>
            <a:r>
              <a:rPr lang="en-US" altLang="zh-CN" dirty="0"/>
              <a:t>  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00"/>
                            </p:stCondLst>
                            <p:childTnLst>
                              <p:par>
                                <p:cTn id="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0"/>
                            </p:stCondLst>
                            <p:childTnLst>
                              <p:par>
                                <p:cTn id="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00"/>
                            </p:stCondLst>
                            <p:childTnLst>
                              <p:par>
                                <p:cTn id="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00"/>
                            </p:stCondLst>
                            <p:childTnLst>
                              <p:par>
                                <p:cTn id="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00"/>
                            </p:stCondLst>
                            <p:childTnLst>
                              <p:par>
                                <p:cTn id="1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00"/>
                            </p:stCondLst>
                            <p:childTnLst>
                              <p:par>
                                <p:cTn id="1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00"/>
                            </p:stCondLst>
                            <p:childTnLst>
                              <p:par>
                                <p:cTn id="1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00"/>
                            </p:stCondLst>
                            <p:childTnLst>
                              <p:par>
                                <p:cTn id="1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0"/>
                            </p:stCondLst>
                            <p:childTnLst>
                              <p:par>
                                <p:cTn id="1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0"/>
                            </p:stCondLst>
                            <p:childTnLst>
                              <p:par>
                                <p:cTn id="1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00"/>
                            </p:stCondLst>
                            <p:childTnLst>
                              <p:par>
                                <p:cTn id="1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00"/>
                            </p:stCondLst>
                            <p:childTnLst>
                              <p:par>
                                <p:cTn id="1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1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00"/>
                            </p:stCondLst>
                            <p:childTnLst>
                              <p:par>
                                <p:cTn id="1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00"/>
                            </p:stCondLst>
                            <p:childTnLst>
                              <p:par>
                                <p:cTn id="1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00"/>
                            </p:stCondLst>
                            <p:childTnLst>
                              <p:par>
                                <p:cTn id="1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00"/>
                            </p:stCondLst>
                            <p:childTnLst>
                              <p:par>
                                <p:cTn id="1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00"/>
                            </p:stCondLst>
                            <p:childTnLst>
                              <p:par>
                                <p:cTn id="1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明日世界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上海迪士尼乐园的“明日世界”园区，主要体现人类、自然与科技的结合，包含“巴斯光年星际营救”、“创极速光轮”、“喷气背包飞行器”、“太空幸会史迪奇”、“星球大战远征基地”等五大游乐设施。园区还设有美食、演出、商店等服务项目，如“星露台餐厅”、“旋味”觅食、“大白超酷活力秀”、“</a:t>
            </a:r>
            <a:r>
              <a:rPr lang="en-US" altLang="zh-CN" dirty="0"/>
              <a:t>E</a:t>
            </a:r>
            <a:r>
              <a:rPr lang="zh-CN" altLang="zh-CN" dirty="0"/>
              <a:t>空间聚乐部”、“创能补给站”、“晶品”、“星际贸易港”、“银河帝国贸易站”等。</a:t>
            </a:r>
            <a:endParaRPr lang="zh-CN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00"/>
                            </p:stCondLst>
                            <p:childTnLst>
                              <p:par>
                                <p:cTn id="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0"/>
                            </p:stCondLst>
                            <p:childTnLst>
                              <p:par>
                                <p:cTn id="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00"/>
                            </p:stCondLst>
                            <p:childTnLst>
                              <p:par>
                                <p:cTn id="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00"/>
                            </p:stCondLst>
                            <p:childTnLst>
                              <p:par>
                                <p:cTn id="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00"/>
                            </p:stCondLst>
                            <p:childTnLst>
                              <p:par>
                                <p:cTn id="1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00"/>
                            </p:stCondLst>
                            <p:childTnLst>
                              <p:par>
                                <p:cTn id="1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00"/>
                            </p:stCondLst>
                            <p:childTnLst>
                              <p:par>
                                <p:cTn id="1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00"/>
                            </p:stCondLst>
                            <p:childTnLst>
                              <p:par>
                                <p:cTn id="1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0"/>
                            </p:stCondLst>
                            <p:childTnLst>
                              <p:par>
                                <p:cTn id="1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0"/>
                            </p:stCondLst>
                            <p:childTnLst>
                              <p:par>
                                <p:cTn id="1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00"/>
                            </p:stCondLst>
                            <p:childTnLst>
                              <p:par>
                                <p:cTn id="1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00"/>
                            </p:stCondLst>
                            <p:childTnLst>
                              <p:par>
                                <p:cTn id="1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1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00"/>
                            </p:stCondLst>
                            <p:childTnLst>
                              <p:par>
                                <p:cTn id="1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00"/>
                            </p:stCondLst>
                            <p:childTnLst>
                              <p:par>
                                <p:cTn id="1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00"/>
                            </p:stCondLst>
                            <p:childTnLst>
                              <p:par>
                                <p:cTn id="1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00"/>
                            </p:stCondLst>
                            <p:childTnLst>
                              <p:par>
                                <p:cTn id="1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00"/>
                            </p:stCondLst>
                            <p:childTnLst>
                              <p:par>
                                <p:cTn id="1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迪士尼小镇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zh-CN" dirty="0"/>
              <a:t>迪士尼小镇坐落于上海迪士尼乐园外沿，各区域采用古典装饰风格，濒临星愿湖畔，餐厅老板、店主到音乐家和表演者等人为小镇的“居民”。</a:t>
            </a:r>
            <a:endParaRPr lang="zh-CN" altLang="zh-CN" dirty="0"/>
          </a:p>
          <a:p>
            <a:r>
              <a:rPr lang="zh-CN" altLang="zh-CN" dirty="0"/>
              <a:t>迪士尼小镇除了有小镇市集、迪士尼世界商店、乐高玩具店等商店外，还有从迪士尼经典电影《欢乐满人间》中衍生而来的“甜蜜满勺”糖果店。在餐饮服务区“百食香街”上，还有涵盖东南亚不同饮食风味的数家餐厅。在“百老汇广场”和“百老汇大道”交汇处坐落了一座华特迪士尼大剧院，普通话版本的百老汇音乐剧《狮子王》和普通话版百老汇音乐剧《美女与野兽》在此献演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00"/>
                            </p:stCondLst>
                            <p:childTnLst>
                              <p:par>
                                <p:cTn id="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0"/>
                            </p:stCondLst>
                            <p:childTnLst>
                              <p:par>
                                <p:cTn id="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00"/>
                            </p:stCondLst>
                            <p:childTnLst>
                              <p:par>
                                <p:cTn id="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00"/>
                            </p:stCondLst>
                            <p:childTnLst>
                              <p:par>
                                <p:cTn id="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00"/>
                            </p:stCondLst>
                            <p:childTnLst>
                              <p:par>
                                <p:cTn id="1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00"/>
                            </p:stCondLst>
                            <p:childTnLst>
                              <p:par>
                                <p:cTn id="1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00"/>
                            </p:stCondLst>
                            <p:childTnLst>
                              <p:par>
                                <p:cTn id="1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00"/>
                            </p:stCondLst>
                            <p:childTnLst>
                              <p:par>
                                <p:cTn id="1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0"/>
                            </p:stCondLst>
                            <p:childTnLst>
                              <p:par>
                                <p:cTn id="1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0"/>
                            </p:stCondLst>
                            <p:childTnLst>
                              <p:par>
                                <p:cTn id="1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00"/>
                            </p:stCondLst>
                            <p:childTnLst>
                              <p:par>
                                <p:cTn id="1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00"/>
                            </p:stCondLst>
                            <p:childTnLst>
                              <p:par>
                                <p:cTn id="1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1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00"/>
                            </p:stCondLst>
                            <p:childTnLst>
                              <p:par>
                                <p:cTn id="1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00"/>
                            </p:stCondLst>
                            <p:childTnLst>
                              <p:par>
                                <p:cTn id="1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00"/>
                            </p:stCondLst>
                            <p:childTnLst>
                              <p:par>
                                <p:cTn id="1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00"/>
                            </p:stCondLst>
                            <p:childTnLst>
                              <p:par>
                                <p:cTn id="1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00"/>
                            </p:stCondLst>
                            <p:childTnLst>
                              <p:par>
                                <p:cTn id="1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2000"/>
                            </p:stCondLst>
                            <p:childTnLst>
                              <p:par>
                                <p:cTn id="1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4000"/>
                            </p:stCondLst>
                            <p:childTnLst>
                              <p:par>
                                <p:cTn id="1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6000"/>
                            </p:stCondLst>
                            <p:childTnLst>
                              <p:par>
                                <p:cTn id="1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8000"/>
                            </p:stCondLst>
                            <p:childTnLst>
                              <p:par>
                                <p:cTn id="2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0000"/>
                            </p:stCondLst>
                            <p:childTnLst>
                              <p:par>
                                <p:cTn id="2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2000"/>
                            </p:stCondLst>
                            <p:childTnLst>
                              <p:par>
                                <p:cTn id="2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4000"/>
                            </p:stCondLst>
                            <p:childTnLst>
                              <p:par>
                                <p:cTn id="2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86000"/>
                            </p:stCondLst>
                            <p:childTnLst>
                              <p:par>
                                <p:cTn id="2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8000"/>
                            </p:stCondLst>
                            <p:childTnLst>
                              <p:par>
                                <p:cTn id="2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0000"/>
                            </p:stCondLst>
                            <p:childTnLst>
                              <p:par>
                                <p:cTn id="2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2000"/>
                            </p:stCondLst>
                            <p:childTnLst>
                              <p:par>
                                <p:cTn id="2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96000"/>
                            </p:stCondLst>
                            <p:childTnLst>
                              <p:par>
                                <p:cTn id="2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98000"/>
                            </p:stCondLst>
                            <p:childTnLst>
                              <p:par>
                                <p:cTn id="2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00"/>
                            </p:stCondLst>
                            <p:childTnLst>
                              <p:par>
                                <p:cTn id="2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2000"/>
                            </p:stCondLst>
                            <p:childTnLst>
                              <p:par>
                                <p:cTn id="2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4000"/>
                            </p:stCondLst>
                            <p:childTnLst>
                              <p:par>
                                <p:cTn id="2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6000"/>
                            </p:stCondLst>
                            <p:childTnLst>
                              <p:par>
                                <p:cTn id="2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8000"/>
                            </p:stCondLst>
                            <p:childTnLst>
                              <p:par>
                                <p:cTn id="2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10000"/>
                            </p:stCondLst>
                            <p:childTnLst>
                              <p:par>
                                <p:cTn id="2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12000"/>
                            </p:stCondLst>
                            <p:childTnLst>
                              <p:par>
                                <p:cTn id="2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2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16000"/>
                            </p:stCondLst>
                            <p:childTnLst>
                              <p:par>
                                <p:cTn id="2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3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22000"/>
                            </p:stCondLst>
                            <p:childTnLst>
                              <p:par>
                                <p:cTn id="3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24000"/>
                            </p:stCondLst>
                            <p:childTnLst>
                              <p:par>
                                <p:cTn id="3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26000"/>
                            </p:stCondLst>
                            <p:childTnLst>
                              <p:par>
                                <p:cTn id="3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28000"/>
                            </p:stCondLst>
                            <p:childTnLst>
                              <p:par>
                                <p:cTn id="3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30000"/>
                            </p:stCondLst>
                            <p:childTnLst>
                              <p:par>
                                <p:cTn id="3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32000"/>
                            </p:stCondLst>
                            <p:childTnLst>
                              <p:par>
                                <p:cTn id="3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134000"/>
                            </p:stCondLst>
                            <p:childTnLst>
                              <p:par>
                                <p:cTn id="3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36000"/>
                            </p:stCondLst>
                            <p:childTnLst>
                              <p:par>
                                <p:cTn id="3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38000"/>
                            </p:stCondLst>
                            <p:childTnLst>
                              <p:par>
                                <p:cTn id="3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40000"/>
                            </p:stCondLst>
                            <p:childTnLst>
                              <p:par>
                                <p:cTn id="3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42000"/>
                            </p:stCondLst>
                            <p:childTnLst>
                              <p:par>
                                <p:cTn id="3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44000"/>
                            </p:stCondLst>
                            <p:childTnLst>
                              <p:par>
                                <p:cTn id="3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46000"/>
                            </p:stCondLst>
                            <p:childTnLst>
                              <p:par>
                                <p:cTn id="3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48000"/>
                            </p:stCondLst>
                            <p:childTnLst>
                              <p:par>
                                <p:cTn id="3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50000"/>
                            </p:stCondLst>
                            <p:childTnLst>
                              <p:par>
                                <p:cTn id="3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52000"/>
                            </p:stCondLst>
                            <p:childTnLst>
                              <p:par>
                                <p:cTn id="3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54000"/>
                            </p:stCondLst>
                            <p:childTnLst>
                              <p:par>
                                <p:cTn id="3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156000"/>
                            </p:stCondLst>
                            <p:childTnLst>
                              <p:par>
                                <p:cTn id="3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58000"/>
                            </p:stCondLst>
                            <p:childTnLst>
                              <p:par>
                                <p:cTn id="4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60000"/>
                            </p:stCondLst>
                            <p:childTnLst>
                              <p:par>
                                <p:cTn id="4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162000"/>
                            </p:stCondLst>
                            <p:childTnLst>
                              <p:par>
                                <p:cTn id="4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164000"/>
                            </p:stCondLst>
                            <p:childTnLst>
                              <p:par>
                                <p:cTn id="4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66000"/>
                            </p:stCondLst>
                            <p:childTnLst>
                              <p:par>
                                <p:cTn id="4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168000"/>
                            </p:stCondLst>
                            <p:childTnLst>
                              <p:par>
                                <p:cTn id="4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70000"/>
                            </p:stCondLst>
                            <p:childTnLst>
                              <p:par>
                                <p:cTn id="4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172000"/>
                            </p:stCondLst>
                            <p:childTnLst>
                              <p:par>
                                <p:cTn id="4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174000"/>
                            </p:stCondLst>
                            <p:childTnLst>
                              <p:par>
                                <p:cTn id="4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176000"/>
                            </p:stCondLst>
                            <p:childTnLst>
                              <p:par>
                                <p:cTn id="4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78000"/>
                            </p:stCondLst>
                            <p:childTnLst>
                              <p:par>
                                <p:cTn id="4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4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182000"/>
                            </p:stCondLst>
                            <p:childTnLst>
                              <p:par>
                                <p:cTn id="4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184000"/>
                            </p:stCondLst>
                            <p:childTnLst>
                              <p:par>
                                <p:cTn id="4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86000"/>
                            </p:stCondLst>
                            <p:childTnLst>
                              <p:par>
                                <p:cTn id="4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188000"/>
                            </p:stCondLst>
                            <p:childTnLst>
                              <p:par>
                                <p:cTn id="4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190000"/>
                            </p:stCondLst>
                            <p:childTnLst>
                              <p:par>
                                <p:cTn id="4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92000"/>
                            </p:stCondLst>
                            <p:childTnLst>
                              <p:par>
                                <p:cTn id="4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94000"/>
                            </p:stCondLst>
                            <p:childTnLst>
                              <p:par>
                                <p:cTn id="4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196000"/>
                            </p:stCondLst>
                            <p:childTnLst>
                              <p:par>
                                <p:cTn id="4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198000"/>
                            </p:stCondLst>
                            <p:childTnLst>
                              <p:par>
                                <p:cTn id="5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200000"/>
                            </p:stCondLst>
                            <p:childTnLst>
                              <p:par>
                                <p:cTn id="5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202000"/>
                            </p:stCondLst>
                            <p:childTnLst>
                              <p:par>
                                <p:cTn id="5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204000"/>
                            </p:stCondLst>
                            <p:childTnLst>
                              <p:par>
                                <p:cTn id="5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206000"/>
                            </p:stCondLst>
                            <p:childTnLst>
                              <p:par>
                                <p:cTn id="5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208000"/>
                            </p:stCondLst>
                            <p:childTnLst>
                              <p:par>
                                <p:cTn id="5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10000"/>
                            </p:stCondLst>
                            <p:childTnLst>
                              <p:par>
                                <p:cTn id="5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12000"/>
                            </p:stCondLst>
                            <p:childTnLst>
                              <p:par>
                                <p:cTn id="5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14000"/>
                            </p:stCondLst>
                            <p:childTnLst>
                              <p:par>
                                <p:cTn id="5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星愿公园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上海迪士尼度假区内的星愿公园，毗邻“迪士尼小镇”，有绿地和湖泊，占地约</a:t>
            </a:r>
            <a:r>
              <a:rPr lang="en-US" altLang="zh-CN" dirty="0"/>
              <a:t>40</a:t>
            </a:r>
            <a:r>
              <a:rPr lang="zh-CN" altLang="zh-CN" dirty="0"/>
              <a:t>公顷，包括“星愿湖”、长约</a:t>
            </a:r>
            <a:r>
              <a:rPr lang="en-US" altLang="zh-CN" dirty="0"/>
              <a:t>2.5</a:t>
            </a:r>
            <a:r>
              <a:rPr lang="zh-CN" altLang="zh-CN" dirty="0"/>
              <a:t>公里的环湖步道、以及点缀其中的花园，可供游客欣赏自然风光以及落日美景。</a:t>
            </a:r>
            <a:endParaRPr lang="zh-CN" altLang="zh-CN" dirty="0"/>
          </a:p>
          <a:p>
            <a:r>
              <a:rPr lang="zh-CN" altLang="zh-CN" dirty="0"/>
              <a:t>星愿湖”的灵感来自迪士尼动画电影《木偶奇遇记》经典台词“</a:t>
            </a:r>
            <a:r>
              <a:rPr lang="en-US" altLang="zh-CN" dirty="0"/>
              <a:t>When you wish upon a star</a:t>
            </a:r>
            <a:r>
              <a:rPr lang="zh-CN" altLang="zh-CN" dirty="0"/>
              <a:t>”（当你向星星许愿），同时融入了童话城堡夜间烟火表演倒映湖面的情境；中文名翻译成“星愿”，同样表达了中国传统文化“梦想成真”的美好祝愿。</a:t>
            </a:r>
            <a:endParaRPr lang="zh-CN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上海迪士尼乐园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pageCurlDouble" invX="1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00"/>
                            </p:stCondLst>
                            <p:childTnLst>
                              <p:par>
                                <p:cTn id="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00"/>
                            </p:stCondLst>
                            <p:childTnLst>
                              <p:par>
                                <p:cTn id="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0"/>
                            </p:stCondLst>
                            <p:childTnLst>
                              <p:par>
                                <p:cTn id="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00"/>
                            </p:stCondLst>
                            <p:childTnLst>
                              <p:par>
                                <p:cTn id="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00"/>
                            </p:stCondLst>
                            <p:childTnLst>
                              <p:par>
                                <p:cTn id="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00"/>
                            </p:stCondLst>
                            <p:childTnLst>
                              <p:par>
                                <p:cTn id="1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00"/>
                            </p:stCondLst>
                            <p:childTnLst>
                              <p:par>
                                <p:cTn id="1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00"/>
                            </p:stCondLst>
                            <p:childTnLst>
                              <p:par>
                                <p:cTn id="1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00"/>
                            </p:stCondLst>
                            <p:childTnLst>
                              <p:par>
                                <p:cTn id="1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0"/>
                            </p:stCondLst>
                            <p:childTnLst>
                              <p:par>
                                <p:cTn id="1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0"/>
                            </p:stCondLst>
                            <p:childTnLst>
                              <p:par>
                                <p:cTn id="1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00"/>
                            </p:stCondLst>
                            <p:childTnLst>
                              <p:par>
                                <p:cTn id="1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00"/>
                            </p:stCondLst>
                            <p:childTnLst>
                              <p:par>
                                <p:cTn id="1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1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00"/>
                            </p:stCondLst>
                            <p:childTnLst>
                              <p:par>
                                <p:cTn id="1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00"/>
                            </p:stCondLst>
                            <p:childTnLst>
                              <p:par>
                                <p:cTn id="1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00"/>
                            </p:stCondLst>
                            <p:childTnLst>
                              <p:par>
                                <p:cTn id="1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00"/>
                            </p:stCondLst>
                            <p:childTnLst>
                              <p:par>
                                <p:cTn id="1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00"/>
                            </p:stCondLst>
                            <p:childTnLst>
                              <p:par>
                                <p:cTn id="1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2000"/>
                            </p:stCondLst>
                            <p:childTnLst>
                              <p:par>
                                <p:cTn id="1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4000"/>
                            </p:stCondLst>
                            <p:childTnLst>
                              <p:par>
                                <p:cTn id="1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6000"/>
                            </p:stCondLst>
                            <p:childTnLst>
                              <p:par>
                                <p:cTn id="1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8000"/>
                            </p:stCondLst>
                            <p:childTnLst>
                              <p:par>
                                <p:cTn id="2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0000"/>
                            </p:stCondLst>
                            <p:childTnLst>
                              <p:par>
                                <p:cTn id="2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2000"/>
                            </p:stCondLst>
                            <p:childTnLst>
                              <p:par>
                                <p:cTn id="2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4000"/>
                            </p:stCondLst>
                            <p:childTnLst>
                              <p:par>
                                <p:cTn id="2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86000"/>
                            </p:stCondLst>
                            <p:childTnLst>
                              <p:par>
                                <p:cTn id="2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8000"/>
                            </p:stCondLst>
                            <p:childTnLst>
                              <p:par>
                                <p:cTn id="2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0000"/>
                            </p:stCondLst>
                            <p:childTnLst>
                              <p:par>
                                <p:cTn id="2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2000"/>
                            </p:stCondLst>
                            <p:childTnLst>
                              <p:par>
                                <p:cTn id="2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96000"/>
                            </p:stCondLst>
                            <p:childTnLst>
                              <p:par>
                                <p:cTn id="2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98000"/>
                            </p:stCondLst>
                            <p:childTnLst>
                              <p:par>
                                <p:cTn id="2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00"/>
                            </p:stCondLst>
                            <p:childTnLst>
                              <p:par>
                                <p:cTn id="2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2000"/>
                            </p:stCondLst>
                            <p:childTnLst>
                              <p:par>
                                <p:cTn id="2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4000"/>
                            </p:stCondLst>
                            <p:childTnLst>
                              <p:par>
                                <p:cTn id="2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6000"/>
                            </p:stCondLst>
                            <p:childTnLst>
                              <p:par>
                                <p:cTn id="2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8000"/>
                            </p:stCondLst>
                            <p:childTnLst>
                              <p:par>
                                <p:cTn id="2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10000"/>
                            </p:stCondLst>
                            <p:childTnLst>
                              <p:par>
                                <p:cTn id="2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12000"/>
                            </p:stCondLst>
                            <p:childTnLst>
                              <p:par>
                                <p:cTn id="2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2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16000"/>
                            </p:stCondLst>
                            <p:childTnLst>
                              <p:par>
                                <p:cTn id="2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3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22000"/>
                            </p:stCondLst>
                            <p:childTnLst>
                              <p:par>
                                <p:cTn id="3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24000"/>
                            </p:stCondLst>
                            <p:childTnLst>
                              <p:par>
                                <p:cTn id="3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26000"/>
                            </p:stCondLst>
                            <p:childTnLst>
                              <p:par>
                                <p:cTn id="3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28000"/>
                            </p:stCondLst>
                            <p:childTnLst>
                              <p:par>
                                <p:cTn id="3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30000"/>
                            </p:stCondLst>
                            <p:childTnLst>
                              <p:par>
                                <p:cTn id="3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32000"/>
                            </p:stCondLst>
                            <p:childTnLst>
                              <p:par>
                                <p:cTn id="3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134000"/>
                            </p:stCondLst>
                            <p:childTnLst>
                              <p:par>
                                <p:cTn id="3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36000"/>
                            </p:stCondLst>
                            <p:childTnLst>
                              <p:par>
                                <p:cTn id="3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38000"/>
                            </p:stCondLst>
                            <p:childTnLst>
                              <p:par>
                                <p:cTn id="3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40000"/>
                            </p:stCondLst>
                            <p:childTnLst>
                              <p:par>
                                <p:cTn id="3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42000"/>
                            </p:stCondLst>
                            <p:childTnLst>
                              <p:par>
                                <p:cTn id="3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44000"/>
                            </p:stCondLst>
                            <p:childTnLst>
                              <p:par>
                                <p:cTn id="3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46000"/>
                            </p:stCondLst>
                            <p:childTnLst>
                              <p:par>
                                <p:cTn id="3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48000"/>
                            </p:stCondLst>
                            <p:childTnLst>
                              <p:par>
                                <p:cTn id="3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50000"/>
                            </p:stCondLst>
                            <p:childTnLst>
                              <p:par>
                                <p:cTn id="3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52000"/>
                            </p:stCondLst>
                            <p:childTnLst>
                              <p:par>
                                <p:cTn id="3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54000"/>
                            </p:stCondLst>
                            <p:childTnLst>
                              <p:par>
                                <p:cTn id="3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156000"/>
                            </p:stCondLst>
                            <p:childTnLst>
                              <p:par>
                                <p:cTn id="3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58000"/>
                            </p:stCondLst>
                            <p:childTnLst>
                              <p:par>
                                <p:cTn id="4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60000"/>
                            </p:stCondLst>
                            <p:childTnLst>
                              <p:par>
                                <p:cTn id="4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162000"/>
                            </p:stCondLst>
                            <p:childTnLst>
                              <p:par>
                                <p:cTn id="4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164000"/>
                            </p:stCondLst>
                            <p:childTnLst>
                              <p:par>
                                <p:cTn id="4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66000"/>
                            </p:stCondLst>
                            <p:childTnLst>
                              <p:par>
                                <p:cTn id="4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168000"/>
                            </p:stCondLst>
                            <p:childTnLst>
                              <p:par>
                                <p:cTn id="4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70000"/>
                            </p:stCondLst>
                            <p:childTnLst>
                              <p:par>
                                <p:cTn id="4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172000"/>
                            </p:stCondLst>
                            <p:childTnLst>
                              <p:par>
                                <p:cTn id="4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174000"/>
                            </p:stCondLst>
                            <p:childTnLst>
                              <p:par>
                                <p:cTn id="4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176000"/>
                            </p:stCondLst>
                            <p:childTnLst>
                              <p:par>
                                <p:cTn id="4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78000"/>
                            </p:stCondLst>
                            <p:childTnLst>
                              <p:par>
                                <p:cTn id="4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4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182000"/>
                            </p:stCondLst>
                            <p:childTnLst>
                              <p:par>
                                <p:cTn id="4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184000"/>
                            </p:stCondLst>
                            <p:childTnLst>
                              <p:par>
                                <p:cTn id="4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86000"/>
                            </p:stCondLst>
                            <p:childTnLst>
                              <p:par>
                                <p:cTn id="4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188000"/>
                            </p:stCondLst>
                            <p:childTnLst>
                              <p:par>
                                <p:cTn id="4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190000"/>
                            </p:stCondLst>
                            <p:childTnLst>
                              <p:par>
                                <p:cTn id="4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92000"/>
                            </p:stCondLst>
                            <p:childTnLst>
                              <p:par>
                                <p:cTn id="4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94000"/>
                            </p:stCondLst>
                            <p:childTnLst>
                              <p:par>
                                <p:cTn id="4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196000"/>
                            </p:stCondLst>
                            <p:childTnLst>
                              <p:par>
                                <p:cTn id="4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198000"/>
                            </p:stCondLst>
                            <p:childTnLst>
                              <p:par>
                                <p:cTn id="5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200000"/>
                            </p:stCondLst>
                            <p:childTnLst>
                              <p:par>
                                <p:cTn id="5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202000"/>
                            </p:stCondLst>
                            <p:childTnLst>
                              <p:par>
                                <p:cTn id="5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204000"/>
                            </p:stCondLst>
                            <p:childTnLst>
                              <p:par>
                                <p:cTn id="5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206000"/>
                            </p:stCondLst>
                            <p:childTnLst>
                              <p:par>
                                <p:cTn id="5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208000"/>
                            </p:stCondLst>
                            <p:childTnLst>
                              <p:par>
                                <p:cTn id="5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10000"/>
                            </p:stCondLst>
                            <p:childTnLst>
                              <p:par>
                                <p:cTn id="5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12000"/>
                            </p:stCondLst>
                            <p:childTnLst>
                              <p:par>
                                <p:cTn id="5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14000"/>
                            </p:stCondLst>
                            <p:childTnLst>
                              <p:par>
                                <p:cTn id="5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216000"/>
                            </p:stCondLst>
                            <p:childTnLst>
                              <p:par>
                                <p:cTn id="5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218000"/>
                            </p:stCondLst>
                            <p:childTnLst>
                              <p:par>
                                <p:cTn id="5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220000"/>
                            </p:stCondLst>
                            <p:childTnLst>
                              <p:par>
                                <p:cTn id="5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222000"/>
                            </p:stCondLst>
                            <p:childTnLst>
                              <p:par>
                                <p:cTn id="5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224000"/>
                            </p:stCondLst>
                            <p:childTnLst>
                              <p:par>
                                <p:cTn id="5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226000"/>
                            </p:stCondLst>
                            <p:childTnLst>
                              <p:par>
                                <p:cTn id="5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228000"/>
                            </p:stCondLst>
                            <p:childTnLst>
                              <p:par>
                                <p:cTn id="5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30000"/>
                            </p:stCondLst>
                            <p:childTnLst>
                              <p:par>
                                <p:cTn id="5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232000"/>
                            </p:stCondLst>
                            <p:childTnLst>
                              <p:par>
                                <p:cTn id="5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234000"/>
                            </p:stCondLst>
                            <p:childTnLst>
                              <p:par>
                                <p:cTn id="5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236000"/>
                            </p:stCondLst>
                            <p:childTnLst>
                              <p:par>
                                <p:cTn id="5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238000"/>
                            </p:stCondLst>
                            <p:childTnLst>
                              <p:par>
                                <p:cTn id="6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240000"/>
                            </p:stCondLst>
                            <p:childTnLst>
                              <p:par>
                                <p:cTn id="6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242000"/>
                            </p:stCondLst>
                            <p:childTnLst>
                              <p:par>
                                <p:cTn id="6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244000"/>
                            </p:stCondLst>
                            <p:childTnLst>
                              <p:par>
                                <p:cTn id="6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246000"/>
                            </p:stCondLst>
                            <p:childTnLst>
                              <p:par>
                                <p:cTn id="6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248000"/>
                            </p:stCondLst>
                            <p:childTnLst>
                              <p:par>
                                <p:cTn id="6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250000"/>
                            </p:stCondLst>
                            <p:childTnLst>
                              <p:par>
                                <p:cTn id="6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252000"/>
                            </p:stCondLst>
                            <p:childTnLst>
                              <p:par>
                                <p:cTn id="6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fill="hold">
                            <p:stCondLst>
                              <p:cond delay="254000"/>
                            </p:stCondLst>
                            <p:childTnLst>
                              <p:par>
                                <p:cTn id="6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>
                            <p:stCondLst>
                              <p:cond delay="256000"/>
                            </p:stCondLst>
                            <p:childTnLst>
                              <p:par>
                                <p:cTn id="6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258000"/>
                            </p:stCondLst>
                            <p:childTnLst>
                              <p:par>
                                <p:cTn id="6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>
                            <p:stCondLst>
                              <p:cond delay="260000"/>
                            </p:stCondLst>
                            <p:childTnLst>
                              <p:par>
                                <p:cTn id="6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9" fill="hold">
                            <p:stCondLst>
                              <p:cond delay="262000"/>
                            </p:stCondLst>
                            <p:childTnLst>
                              <p:par>
                                <p:cTn id="6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4" fill="hold">
                            <p:stCondLst>
                              <p:cond delay="264000"/>
                            </p:stCondLst>
                            <p:childTnLst>
                              <p:par>
                                <p:cTn id="6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fill="hold">
                            <p:stCondLst>
                              <p:cond delay="266000"/>
                            </p:stCondLst>
                            <p:childTnLst>
                              <p:par>
                                <p:cTn id="6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fill="hold">
                            <p:stCondLst>
                              <p:cond delay="268000"/>
                            </p:stCondLst>
                            <p:childTnLst>
                              <p:par>
                                <p:cTn id="6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fill="hold">
                            <p:stCondLst>
                              <p:cond delay="270000"/>
                            </p:stCondLst>
                            <p:childTnLst>
                              <p:par>
                                <p:cTn id="6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272000"/>
                            </p:stCondLst>
                            <p:childTnLst>
                              <p:par>
                                <p:cTn id="6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fill="hold">
                            <p:stCondLst>
                              <p:cond delay="274000"/>
                            </p:stCondLst>
                            <p:childTnLst>
                              <p:par>
                                <p:cTn id="6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276000"/>
                            </p:stCondLst>
                            <p:childTnLst>
                              <p:par>
                                <p:cTn id="6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9" fill="hold">
                            <p:stCondLst>
                              <p:cond delay="278000"/>
                            </p:stCondLst>
                            <p:childTnLst>
                              <p:par>
                                <p:cTn id="7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>
                            <p:stCondLst>
                              <p:cond delay="280000"/>
                            </p:stCondLst>
                            <p:childTnLst>
                              <p:par>
                                <p:cTn id="7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282000"/>
                            </p:stCondLst>
                            <p:childTnLst>
                              <p:par>
                                <p:cTn id="7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4" fill="hold">
                            <p:stCondLst>
                              <p:cond delay="284000"/>
                            </p:stCondLst>
                            <p:childTnLst>
                              <p:par>
                                <p:cTn id="7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9" fill="hold">
                            <p:stCondLst>
                              <p:cond delay="286000"/>
                            </p:stCondLst>
                            <p:childTnLst>
                              <p:par>
                                <p:cTn id="7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288000"/>
                            </p:stCondLst>
                            <p:childTnLst>
                              <p:par>
                                <p:cTn id="7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290000"/>
                            </p:stCondLst>
                            <p:childTnLst>
                              <p:par>
                                <p:cTn id="7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292000"/>
                            </p:stCondLst>
                            <p:childTnLst>
                              <p:par>
                                <p:cTn id="7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294000"/>
                            </p:stCondLst>
                            <p:childTnLst>
                              <p:par>
                                <p:cTn id="7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>
                            <p:stCondLst>
                              <p:cond delay="296000"/>
                            </p:stCondLst>
                            <p:childTnLst>
                              <p:par>
                                <p:cTn id="7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fill="hold">
                            <p:stCondLst>
                              <p:cond delay="298000"/>
                            </p:stCondLst>
                            <p:childTnLst>
                              <p:par>
                                <p:cTn id="7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300000"/>
                            </p:stCondLst>
                            <p:childTnLst>
                              <p:par>
                                <p:cTn id="7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9" fill="hold">
                            <p:stCondLst>
                              <p:cond delay="302000"/>
                            </p:stCondLst>
                            <p:childTnLst>
                              <p:par>
                                <p:cTn id="7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304000"/>
                            </p:stCondLst>
                            <p:childTnLst>
                              <p:par>
                                <p:cTn id="7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9" fill="hold">
                            <p:stCondLst>
                              <p:cond delay="306000"/>
                            </p:stCondLst>
                            <p:childTnLst>
                              <p:par>
                                <p:cTn id="7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4" fill="hold">
                            <p:stCondLst>
                              <p:cond delay="308000"/>
                            </p:stCondLst>
                            <p:childTnLst>
                              <p:par>
                                <p:cTn id="7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9" fill="hold">
                            <p:stCondLst>
                              <p:cond delay="310000"/>
                            </p:stCondLst>
                            <p:childTnLst>
                              <p:par>
                                <p:cTn id="7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4" fill="hold">
                            <p:stCondLst>
                              <p:cond delay="312000"/>
                            </p:stCondLst>
                            <p:childTnLst>
                              <p:par>
                                <p:cTn id="7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9" fill="hold">
                            <p:stCondLst>
                              <p:cond delay="314000"/>
                            </p:stCondLst>
                            <p:childTnLst>
                              <p:par>
                                <p:cTn id="7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316000"/>
                            </p:stCondLst>
                            <p:childTnLst>
                              <p:par>
                                <p:cTn id="7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9" fill="hold">
                            <p:stCondLst>
                              <p:cond delay="318000"/>
                            </p:stCondLst>
                            <p:childTnLst>
                              <p:par>
                                <p:cTn id="8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4" fill="hold">
                            <p:stCondLst>
                              <p:cond delay="320000"/>
                            </p:stCondLst>
                            <p:childTnLst>
                              <p:par>
                                <p:cTn id="8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322000"/>
                            </p:stCondLst>
                            <p:childTnLst>
                              <p:par>
                                <p:cTn id="8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4" fill="hold">
                            <p:stCondLst>
                              <p:cond delay="324000"/>
                            </p:stCondLst>
                            <p:childTnLst>
                              <p:par>
                                <p:cTn id="8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326000"/>
                            </p:stCondLst>
                            <p:childTnLst>
                              <p:par>
                                <p:cTn id="8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328000"/>
                            </p:stCondLst>
                            <p:childTnLst>
                              <p:par>
                                <p:cTn id="8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330000"/>
                            </p:stCondLst>
                            <p:childTnLst>
                              <p:par>
                                <p:cTn id="8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332000"/>
                            </p:stCondLst>
                            <p:childTnLst>
                              <p:par>
                                <p:cTn id="8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334000"/>
                            </p:stCondLst>
                            <p:childTnLst>
                              <p:par>
                                <p:cTn id="8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336000"/>
                            </p:stCondLst>
                            <p:childTnLst>
                              <p:par>
                                <p:cTn id="8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338000"/>
                            </p:stCondLst>
                            <p:childTnLst>
                              <p:par>
                                <p:cTn id="8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340000"/>
                            </p:stCondLst>
                            <p:childTnLst>
                              <p:par>
                                <p:cTn id="8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>
                            <p:stCondLst>
                              <p:cond delay="342000"/>
                            </p:stCondLst>
                            <p:childTnLst>
                              <p:par>
                                <p:cTn id="8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344000"/>
                            </p:stCondLst>
                            <p:childTnLst>
                              <p:par>
                                <p:cTn id="8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346000"/>
                            </p:stCondLst>
                            <p:childTnLst>
                              <p:par>
                                <p:cTn id="8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348000"/>
                            </p:stCondLst>
                            <p:childTnLst>
                              <p:par>
                                <p:cTn id="8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9" fill="hold">
                            <p:stCondLst>
                              <p:cond delay="350000"/>
                            </p:stCondLst>
                            <p:childTnLst>
                              <p:par>
                                <p:cTn id="8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352000"/>
                            </p:stCondLst>
                            <p:childTnLst>
                              <p:par>
                                <p:cTn id="8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354000"/>
                            </p:stCondLst>
                            <p:childTnLst>
                              <p:par>
                                <p:cTn id="8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356000"/>
                            </p:stCondLst>
                            <p:childTnLst>
                              <p:par>
                                <p:cTn id="8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358000"/>
                            </p:stCondLst>
                            <p:childTnLst>
                              <p:par>
                                <p:cTn id="9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4" fill="hold">
                            <p:stCondLst>
                              <p:cond delay="360000"/>
                            </p:stCondLst>
                            <p:childTnLst>
                              <p:par>
                                <p:cTn id="9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362000"/>
                            </p:stCondLst>
                            <p:childTnLst>
                              <p:par>
                                <p:cTn id="9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364000"/>
                            </p:stCondLst>
                            <p:childTnLst>
                              <p:par>
                                <p:cTn id="9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9" fill="hold">
                            <p:stCondLst>
                              <p:cond delay="366000"/>
                            </p:stCondLst>
                            <p:childTnLst>
                              <p:par>
                                <p:cTn id="9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368000"/>
                            </p:stCondLst>
                            <p:childTnLst>
                              <p:par>
                                <p:cTn id="9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370000"/>
                            </p:stCondLst>
                            <p:childTnLst>
                              <p:par>
                                <p:cTn id="9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372000"/>
                            </p:stCondLst>
                            <p:childTnLst>
                              <p:par>
                                <p:cTn id="9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9" fill="hold">
                            <p:stCondLst>
                              <p:cond delay="374000"/>
                            </p:stCondLst>
                            <p:childTnLst>
                              <p:par>
                                <p:cTn id="9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376000"/>
                            </p:stCondLst>
                            <p:childTnLst>
                              <p:par>
                                <p:cTn id="9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378000"/>
                            </p:stCondLst>
                            <p:childTnLst>
                              <p:par>
                                <p:cTn id="9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380000"/>
                            </p:stCondLst>
                            <p:childTnLst>
                              <p:par>
                                <p:cTn id="9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fill="hold">
                            <p:stCondLst>
                              <p:cond delay="382000"/>
                            </p:stCondLst>
                            <p:childTnLst>
                              <p:par>
                                <p:cTn id="9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384000"/>
                            </p:stCondLst>
                            <p:childTnLst>
                              <p:par>
                                <p:cTn id="9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386000"/>
                            </p:stCondLst>
                            <p:childTnLst>
                              <p:par>
                                <p:cTn id="9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388000"/>
                            </p:stCondLst>
                            <p:childTnLst>
                              <p:par>
                                <p:cTn id="9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fill="hold">
                            <p:stCondLst>
                              <p:cond delay="390000"/>
                            </p:stCondLst>
                            <p:childTnLst>
                              <p:par>
                                <p:cTn id="9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fill="hold">
                            <p:stCondLst>
                              <p:cond delay="392000"/>
                            </p:stCondLst>
                            <p:childTnLst>
                              <p:par>
                                <p:cTn id="98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394000"/>
                            </p:stCondLst>
                            <p:childTnLst>
                              <p:par>
                                <p:cTn id="99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396000"/>
                            </p:stCondLst>
                            <p:childTnLst>
                              <p:par>
                                <p:cTn id="9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398000"/>
                            </p:stCondLst>
                            <p:childTnLst>
                              <p:par>
                                <p:cTn id="10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400000"/>
                            </p:stCondLst>
                            <p:childTnLst>
                              <p:par>
                                <p:cTn id="100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402000"/>
                            </p:stCondLst>
                            <p:childTnLst>
                              <p:par>
                                <p:cTn id="10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404000"/>
                            </p:stCondLst>
                            <p:childTnLst>
                              <p:par>
                                <p:cTn id="10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406000"/>
                            </p:stCondLst>
                            <p:childTnLst>
                              <p:par>
                                <p:cTn id="102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408000"/>
                            </p:stCondLst>
                            <p:childTnLst>
                              <p:par>
                                <p:cTn id="102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410000"/>
                            </p:stCondLst>
                            <p:childTnLst>
                              <p:par>
                                <p:cTn id="10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412000"/>
                            </p:stCondLst>
                            <p:childTnLst>
                              <p:par>
                                <p:cTn id="103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414000"/>
                            </p:stCondLst>
                            <p:childTnLst>
                              <p:par>
                                <p:cTn id="10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4" fill="hold">
                            <p:stCondLst>
                              <p:cond delay="416000"/>
                            </p:stCondLst>
                            <p:childTnLst>
                              <p:par>
                                <p:cTn id="104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9" fill="hold">
                            <p:stCondLst>
                              <p:cond delay="418000"/>
                            </p:stCondLst>
                            <p:childTnLst>
                              <p:par>
                                <p:cTn id="105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420000"/>
                            </p:stCondLst>
                            <p:childTnLst>
                              <p:par>
                                <p:cTn id="105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fill="hold">
                            <p:stCondLst>
                              <p:cond delay="422000"/>
                            </p:stCondLst>
                            <p:childTnLst>
                              <p:par>
                                <p:cTn id="10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424000"/>
                            </p:stCondLst>
                            <p:childTnLst>
                              <p:par>
                                <p:cTn id="10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fill="hold">
                            <p:stCondLst>
                              <p:cond delay="426000"/>
                            </p:stCondLst>
                            <p:childTnLst>
                              <p:par>
                                <p:cTn id="107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428000"/>
                            </p:stCondLst>
                            <p:childTnLst>
                              <p:par>
                                <p:cTn id="10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9" fill="hold">
                            <p:stCondLst>
                              <p:cond delay="430000"/>
                            </p:stCondLst>
                            <p:childTnLst>
                              <p:par>
                                <p:cTn id="108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ags/tag1.xml><?xml version="1.0" encoding="utf-8"?>
<p:tagLst xmlns:p="http://schemas.openxmlformats.org/presentationml/2006/main">
  <p:tag name="KSO_WPP_MARK_KEY" val="35fd58da-f8f2-4804-ac12-5066dcd2b7e1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1630</Words>
  <Application>WPS 演示</Application>
  <PresentationFormat>全屏显示(4:3)</PresentationFormat>
  <Paragraphs>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楷体</vt:lpstr>
      <vt:lpstr>黑体</vt:lpstr>
      <vt:lpstr>Office 主题</vt:lpstr>
      <vt:lpstr>迪士尼乐园</vt:lpstr>
      <vt:lpstr>景点介绍</vt:lpstr>
      <vt:lpstr>米奇大街</vt:lpstr>
      <vt:lpstr>奇想花园</vt:lpstr>
      <vt:lpstr>梦幻世界</vt:lpstr>
      <vt:lpstr>探险岛</vt:lpstr>
      <vt:lpstr>宝藏湾</vt:lpstr>
      <vt:lpstr>明日世界</vt:lpstr>
      <vt:lpstr>迪士尼小镇</vt:lpstr>
      <vt:lpstr>星愿公园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迪士尼乐园</dc:title>
  <dc:creator>Administrator</dc:creator>
  <cp:lastModifiedBy>86133</cp:lastModifiedBy>
  <cp:revision>24</cp:revision>
  <dcterms:created xsi:type="dcterms:W3CDTF">2022-03-18T11:43:00Z</dcterms:created>
  <dcterms:modified xsi:type="dcterms:W3CDTF">2023-12-18T06:10:04Z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A68A72BE88F84AA9BEA68456CA554F02_12</vt:lpwstr>
  </property>
  <property fmtid="{D5CDD505-2E9C-101B-9397-08002B2CF9AE}" pid="3" name="KSOProductBuildVer">
    <vt:lpwstr>2052-11.1.0.14227</vt:lpwstr>
  </property>
</Properties>
</file>