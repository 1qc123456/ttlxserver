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4" r:id="rId7"/>
    <p:sldId id="265" r:id="rId8"/>
    <p:sldId id="26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anchor="ctr" anchorCtr="0"/>
          <a:p>
            <a:pPr algn="l"/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76275" y="708025"/>
            <a:ext cx="5993765" cy="3645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000">
                <a:solidFill>
                  <a:schemeClr val="tx1"/>
                </a:solidFill>
              </a:rPr>
              <a:t>春节的历史与传说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春节的习俗与活动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春节的食物与象征意义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春节的现代意义与全球影响</a:t>
            </a:r>
            <a:endParaRPr lang="zh-CN" altLang="en-US" sz="40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7460" y="104775"/>
            <a:ext cx="1096010" cy="6410960"/>
          </a:xfrm>
        </p:spPr>
        <p:txBody>
          <a:bodyPr/>
          <a:p>
            <a:r>
              <a:rPr lang="zh-CN" altLang="en-US"/>
              <a:t>春节的历史与传说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12055" y="755015"/>
            <a:ext cx="6279515" cy="5760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508000" fontAlgn="auto">
              <a:lnSpc>
                <a:spcPts val="37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/>
              <a:t>春节，也称为农历新年，是中国及一些亚洲国家最重要的传统节日。它标志着农历新年的开始，通常在每年的1月21日至2月20日之间。春节的起源可以追溯到古代的农业社会，当时人们在冬季结束、春季即将到来时庆祝丰收和祈求新的一年里五谷丰登。随着时间的推移，春节的庆祝方式也在不断演变，从古代的祭祀活动发展到现在的家庭聚会、文化交流等多种形式。春节的传说中，年兽是古代传说中的恶兽，每年除夕夜出来伤人，人们通过放鞭炮、贴春联等方式驱赶年兽。灶神是掌管家庭炉灶的神，每年腊月二十三或二十四，人们会祭拜灶神，希望得到灶神的庇护。这些传说和习俗共同构成了春节丰富多彩的文化内涵。</a:t>
            </a:r>
            <a:r>
              <a:rPr lang="zh-CN" altLang="en-US" sz="2000"/>
              <a:t> 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春节的习俗与活动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10480" y="1602740"/>
            <a:ext cx="6299200" cy="4838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ts val="2400"/>
              </a:lnSpc>
            </a:pPr>
            <a:r>
              <a:rPr lang="zh-CN" altLang="en-US" sz="2000"/>
              <a:t>春节的习俗丰富多彩，体现了中国人民对新年的美好祝愿和对幸福生活的追求。贴春联是春节的重要标志，通常用红纸书写，寄托着人们对新一年的美好愿望。放鞭炮是为了驱赶邪灵和迎接新年的到来，象征着辞旧迎新。拜年是春节期间的重要活动，人们会穿上新衣，互相拜访，给亲朋好友拜年，表达祝福。压岁钱是长辈给晚辈的一种祝福，以保佑他们新的一年平安健康。春节期间，还有许多活动，如舞龙舞狮、庙会、灯会等，这些活动不仅增添了节日的喜庆气氛，也体现了中华民族的传统文化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春节的食物与象征意义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65800" y="1906270"/>
            <a:ext cx="5502910" cy="3960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/>
              <a:t>春节的食物不仅美味，还富含深厚的文化象征意义。饺子是北方春节的传统食物，象征着财富和好运。年糕寓意着年年高升，是南方春节的传统食物。汤圆象征着团圆和美满，是元宵节的传统食物，但也经常在春节期间食用。八宝饭是一种甜糯米饭，里面含有多种干果和豆沙，象征着丰收和吉祥。这些食物不仅是春节餐桌上的美味佳肴，也是人们对新一年美好生活的期盼和祝福。</a:t>
            </a:r>
            <a:endParaRPr lang="zh-CN" altLang="en-US" sz="2000"/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/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" y="1906905"/>
            <a:ext cx="4993640" cy="42887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bg1"/>
                </a:solidFill>
              </a:rPr>
              <a:t>春节的现代意义与全球影响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998345"/>
            <a:ext cx="1039622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chemeClr val="bg1"/>
                </a:solidFill>
              </a:rPr>
              <a:t>在现代社会，春节不仅是传统节日，也是文化交流和家庭团聚的重要时刻。随着全球化的发展，春节已经成为全球华人共同庆祝的节日，影响力遍及世界各地。春节的现代意义在于它不仅是一个庆祝丰收和祈求好运的节日，更是一个促进家庭团聚、增进亲情、传承文化的重要时刻。在全球范围内，越来越多的非华人也开始参与春节的庆祝活动，这不仅展示了中国文化的魅力，也促进了不同文化之间的交流和理解。</a:t>
            </a:r>
            <a:endParaRPr lang="zh-CN" altLang="en-US" sz="2000">
              <a:solidFill>
                <a:schemeClr val="bg1"/>
              </a:solidFill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MDc1NGYxZTE5YjIxODQ2YjU3NGJkMjYwN2YzNDUwN2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WPS 演示</Application>
  <PresentationFormat>宽屏</PresentationFormat>
  <Paragraphs>23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春节的历史与传说</vt:lpstr>
      <vt:lpstr>春节的习俗与活动</vt:lpstr>
      <vt:lpstr>春节的食物与象征意义</vt:lpstr>
      <vt:lpstr>春节的现代意义与全球影响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171</cp:revision>
  <dcterms:created xsi:type="dcterms:W3CDTF">2019-06-19T02:08:00Z</dcterms:created>
  <dcterms:modified xsi:type="dcterms:W3CDTF">2024-11-12T03:47:33Z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13057B9A248948E0AA8F8C43BEA789C4_11</vt:lpwstr>
  </property>
</Properties>
</file>