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90" y="-8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030511B-2A8B-48AE-A125-7D1BEBC2EB66}" type="datetimeFigureOut">
              <a:rPr lang="zh-CN" altLang="en-US" smtClean="0"/>
              <a:t>2013-8-31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6CE1188D-9CDC-4AA3-97F4-68E81EE899C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030511B-2A8B-48AE-A125-7D1BEBC2EB66}" type="datetimeFigureOut">
              <a:rPr lang="zh-CN" altLang="en-US" smtClean="0"/>
              <a:t>2013-8-31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CE1188D-9CDC-4AA3-97F4-68E81EE899C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4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030511B-2A8B-48AE-A125-7D1BEBC2EB66}" type="datetimeFigureOut">
              <a:rPr lang="zh-CN" altLang="en-US" smtClean="0"/>
              <a:t>2013-8-31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6CE1188D-9CDC-4AA3-97F4-68E81EE899C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131840" y="764704"/>
            <a:ext cx="5525612" cy="2868168"/>
          </a:xfrm>
          <a:noFill/>
          <a:ln>
            <a:noFill/>
          </a:ln>
        </p:spPr>
        <p:txBody>
          <a:bodyPr/>
          <a:lstStyle/>
          <a:p>
            <a:r>
              <a:rPr lang="zh-CN" altLang="en-US" b="0" dirty="0" smtClean="0">
                <a:ln w="500">
                  <a:noFill/>
                </a:ln>
                <a:solidFill>
                  <a:schemeClr val="tx1"/>
                </a:solidFill>
                <a:effectLst/>
              </a:rPr>
              <a:t>五个世界上最小的国家</a:t>
            </a:r>
            <a:endParaRPr lang="zh-CN" altLang="en-US" dirty="0">
              <a:ln w="500">
                <a:noFill/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049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第一名：梵蒂冈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 smtClean="0"/>
              <a:t>面积：</a:t>
            </a:r>
            <a:r>
              <a:rPr lang="en-US" altLang="zh-CN" dirty="0" smtClean="0"/>
              <a:t>0.44</a:t>
            </a:r>
            <a:r>
              <a:rPr lang="zh-CN" altLang="en-US" dirty="0" smtClean="0"/>
              <a:t>平方公里。不足颐和园面积的</a:t>
            </a:r>
            <a:r>
              <a:rPr lang="en-US" altLang="zh-CN" dirty="0" smtClean="0"/>
              <a:t>1/6 </a:t>
            </a:r>
            <a:r>
              <a:rPr lang="zh-CN" altLang="en-US" dirty="0" smtClean="0"/>
              <a:t>。</a:t>
            </a:r>
          </a:p>
          <a:p>
            <a:pPr>
              <a:lnSpc>
                <a:spcPct val="90000"/>
              </a:lnSpc>
            </a:pPr>
            <a:r>
              <a:rPr lang="zh-CN" altLang="en-US" dirty="0" smtClean="0"/>
              <a:t>人口：</a:t>
            </a:r>
            <a:r>
              <a:rPr lang="en-US" altLang="zh-CN" dirty="0" smtClean="0"/>
              <a:t>783</a:t>
            </a:r>
            <a:r>
              <a:rPr lang="zh-CN" altLang="en-US" dirty="0" smtClean="0"/>
              <a:t>人。约为北京人口</a:t>
            </a:r>
            <a:r>
              <a:rPr lang="en-US" altLang="zh-CN" dirty="0" smtClean="0"/>
              <a:t>1/19000</a:t>
            </a:r>
            <a:r>
              <a:rPr lang="zh-CN" altLang="en-US" dirty="0" smtClean="0"/>
              <a:t>。</a:t>
            </a:r>
          </a:p>
          <a:p>
            <a:pPr>
              <a:lnSpc>
                <a:spcPct val="90000"/>
              </a:lnSpc>
            </a:pPr>
            <a:r>
              <a:rPr lang="zh-CN" altLang="en-US" dirty="0" smtClean="0"/>
              <a:t>位置：意大利罗马西北高地。</a:t>
            </a:r>
          </a:p>
          <a:p>
            <a:pPr>
              <a:lnSpc>
                <a:spcPct val="90000"/>
              </a:lnSpc>
            </a:pPr>
            <a:r>
              <a:rPr lang="zh-CN" altLang="en-US" dirty="0" smtClean="0"/>
              <a:t>简介：以梵蒂冈城墙为界，包括圣彼得广场、圣彼得大教堂、教皇宫等。主要人口为意大利人，信奉天主教。首都梵蒂冈城。</a:t>
            </a:r>
          </a:p>
        </p:txBody>
      </p:sp>
    </p:spTree>
    <p:extLst>
      <p:ext uri="{BB962C8B-B14F-4D97-AF65-F5344CB8AC3E}">
        <p14:creationId xmlns:p14="http://schemas.microsoft.com/office/powerpoint/2010/main" val="668061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第二名：摩纳哥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面积：</a:t>
            </a:r>
            <a:r>
              <a:rPr lang="en-US" altLang="zh-CN" dirty="0" smtClean="0"/>
              <a:t>1.96</a:t>
            </a:r>
            <a:r>
              <a:rPr lang="zh-CN" altLang="en-US" dirty="0" smtClean="0"/>
              <a:t>平方公里，北京市区面积的</a:t>
            </a:r>
            <a:r>
              <a:rPr lang="en-US" altLang="zh-CN" dirty="0" smtClean="0"/>
              <a:t>1/375</a:t>
            </a:r>
            <a:r>
              <a:rPr lang="zh-CN" altLang="en-US" dirty="0" smtClean="0"/>
              <a:t>。</a:t>
            </a:r>
          </a:p>
          <a:p>
            <a:r>
              <a:rPr lang="zh-CN" altLang="en-US" dirty="0" smtClean="0"/>
              <a:t>人口：</a:t>
            </a:r>
            <a:r>
              <a:rPr lang="en-US" altLang="zh-CN" dirty="0" smtClean="0"/>
              <a:t>35657</a:t>
            </a:r>
            <a:r>
              <a:rPr lang="zh-CN" altLang="en-US" dirty="0" smtClean="0"/>
              <a:t>人，约为北京人口</a:t>
            </a:r>
            <a:r>
              <a:rPr lang="en-US" altLang="zh-CN" dirty="0" smtClean="0"/>
              <a:t>1/420</a:t>
            </a:r>
            <a:r>
              <a:rPr lang="zh-CN" altLang="en-US" dirty="0" smtClean="0"/>
              <a:t>。</a:t>
            </a:r>
          </a:p>
          <a:p>
            <a:r>
              <a:rPr lang="zh-CN" altLang="en-US" dirty="0" smtClean="0"/>
              <a:t>位置：地中海地区</a:t>
            </a:r>
          </a:p>
          <a:p>
            <a:r>
              <a:rPr lang="zh-CN" altLang="en-US" dirty="0" smtClean="0"/>
              <a:t>简介：位于欧洲西南部，三面被法国包围，南面濒临地中海。边境线长</a:t>
            </a:r>
            <a:r>
              <a:rPr lang="en-US" altLang="zh-CN" dirty="0" smtClean="0"/>
              <a:t>4.5</a:t>
            </a:r>
            <a:r>
              <a:rPr lang="zh-CN" altLang="en-US" dirty="0" smtClean="0"/>
              <a:t>公里，海岸线长</a:t>
            </a:r>
            <a:r>
              <a:rPr lang="en-US" altLang="zh-CN" dirty="0" smtClean="0"/>
              <a:t>5.16</a:t>
            </a:r>
            <a:r>
              <a:rPr lang="zh-CN" altLang="en-US" dirty="0" smtClean="0"/>
              <a:t>公里。地形狭长，东西长约</a:t>
            </a:r>
            <a:r>
              <a:rPr lang="en-US" altLang="zh-CN" dirty="0" smtClean="0"/>
              <a:t>3</a:t>
            </a:r>
            <a:r>
              <a:rPr lang="zh-CN" altLang="en-US" dirty="0" smtClean="0"/>
              <a:t>公里，南北最窄处仅</a:t>
            </a:r>
            <a:r>
              <a:rPr lang="en-US" altLang="zh-CN" dirty="0" smtClean="0"/>
              <a:t>200</a:t>
            </a:r>
            <a:r>
              <a:rPr lang="zh-CN" altLang="en-US" dirty="0" smtClean="0"/>
              <a:t>米。境内多丘陵，平均海拔不足</a:t>
            </a:r>
            <a:r>
              <a:rPr lang="en-US" altLang="zh-CN" dirty="0" smtClean="0"/>
              <a:t>500</a:t>
            </a:r>
            <a:r>
              <a:rPr lang="zh-CN" altLang="en-US" dirty="0" smtClean="0"/>
              <a:t>米。属亚热带地中海式气候，夏季干燥凉爽，冬季潮湿温暖。年均气温为</a:t>
            </a:r>
            <a:r>
              <a:rPr lang="en-US" altLang="zh-CN" dirty="0" smtClean="0"/>
              <a:t>16℃</a:t>
            </a:r>
            <a:r>
              <a:rPr lang="zh-CN" altLang="en-US" dirty="0" smtClean="0"/>
              <a:t>，年均降水量为</a:t>
            </a:r>
            <a:r>
              <a:rPr lang="en-US" altLang="zh-CN" dirty="0" smtClean="0"/>
              <a:t>500</a:t>
            </a:r>
            <a:r>
              <a:rPr lang="zh-CN" altLang="en-US" dirty="0" smtClean="0"/>
              <a:t>－</a:t>
            </a:r>
            <a:r>
              <a:rPr lang="en-US" altLang="zh-CN" dirty="0" smtClean="0"/>
              <a:t>600</a:t>
            </a:r>
            <a:r>
              <a:rPr lang="zh-CN" altLang="en-US" dirty="0" smtClean="0"/>
              <a:t>毫米。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7712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第三名：瑙鲁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 smtClean="0"/>
              <a:t>面积：</a:t>
            </a:r>
            <a:r>
              <a:rPr lang="en-US" altLang="zh-CN" dirty="0" smtClean="0"/>
              <a:t>21</a:t>
            </a:r>
            <a:r>
              <a:rPr lang="zh-CN" altLang="en-US" dirty="0" smtClean="0"/>
              <a:t>平方公里，北京面积</a:t>
            </a:r>
            <a:r>
              <a:rPr lang="en-US" altLang="zh-CN" dirty="0" smtClean="0"/>
              <a:t>1/35</a:t>
            </a:r>
            <a:r>
              <a:rPr lang="zh-CN" altLang="en-US" dirty="0" smtClean="0"/>
              <a:t>。</a:t>
            </a:r>
          </a:p>
          <a:p>
            <a:pPr>
              <a:lnSpc>
                <a:spcPct val="90000"/>
              </a:lnSpc>
            </a:pPr>
            <a:r>
              <a:rPr lang="zh-CN" altLang="en-US" dirty="0" smtClean="0"/>
              <a:t>人口：</a:t>
            </a:r>
            <a:r>
              <a:rPr lang="en-US" altLang="zh-CN" dirty="0" smtClean="0"/>
              <a:t>13005</a:t>
            </a:r>
            <a:r>
              <a:rPr lang="zh-CN" altLang="en-US" dirty="0" smtClean="0"/>
              <a:t>人，约等于北京人口</a:t>
            </a:r>
            <a:r>
              <a:rPr lang="en-US" altLang="zh-CN" dirty="0" smtClean="0"/>
              <a:t>1/1148</a:t>
            </a:r>
            <a:r>
              <a:rPr lang="zh-CN" altLang="en-US" dirty="0" smtClean="0"/>
              <a:t>。</a:t>
            </a:r>
          </a:p>
          <a:p>
            <a:pPr>
              <a:lnSpc>
                <a:spcPct val="90000"/>
              </a:lnSpc>
            </a:pPr>
            <a:r>
              <a:rPr lang="zh-CN" altLang="en-US" dirty="0" smtClean="0"/>
              <a:t>位置：太平洋西部。</a:t>
            </a:r>
          </a:p>
          <a:p>
            <a:pPr>
              <a:lnSpc>
                <a:spcPct val="90000"/>
              </a:lnSpc>
            </a:pPr>
            <a:r>
              <a:rPr lang="zh-CN" altLang="en-US" dirty="0" smtClean="0"/>
              <a:t>简介：全境为一椭圆形珊瑚岛。海岸线</a:t>
            </a:r>
            <a:r>
              <a:rPr lang="en-US" altLang="zh-CN" dirty="0" smtClean="0"/>
              <a:t>30</a:t>
            </a:r>
            <a:r>
              <a:rPr lang="zh-CN" altLang="en-US" dirty="0" smtClean="0"/>
              <a:t>公里。环岛有</a:t>
            </a:r>
            <a:r>
              <a:rPr lang="en-US" altLang="zh-CN" dirty="0" smtClean="0"/>
              <a:t>30</a:t>
            </a:r>
            <a:r>
              <a:rPr lang="zh-CN" altLang="en-US" dirty="0" smtClean="0"/>
              <a:t>米高，</a:t>
            </a:r>
            <a:r>
              <a:rPr lang="en-US" altLang="zh-CN" dirty="0" smtClean="0"/>
              <a:t>150-300</a:t>
            </a:r>
            <a:r>
              <a:rPr lang="zh-CN" altLang="en-US" dirty="0" smtClean="0"/>
              <a:t>米宽的沃土带。有一布阿达咸湖。</a:t>
            </a:r>
            <a:r>
              <a:rPr lang="en-US" altLang="zh-CN" dirty="0" smtClean="0"/>
              <a:t>70%</a:t>
            </a:r>
            <a:r>
              <a:rPr lang="zh-CN" altLang="en-US" dirty="0" smtClean="0"/>
              <a:t>的土地均为磷酸盐矿覆盖。热带雨林气候，气温</a:t>
            </a:r>
            <a:r>
              <a:rPr lang="en-US" altLang="zh-CN" dirty="0" smtClean="0"/>
              <a:t>24-33</a:t>
            </a:r>
            <a:r>
              <a:rPr lang="zh-CN" altLang="en-US" dirty="0" smtClean="0"/>
              <a:t>摄氏度。年平均降水</a:t>
            </a:r>
            <a:r>
              <a:rPr lang="en-US" altLang="zh-CN" dirty="0" smtClean="0"/>
              <a:t>2000</a:t>
            </a:r>
            <a:r>
              <a:rPr lang="zh-CN" altLang="en-US" dirty="0" smtClean="0"/>
              <a:t>毫米。 </a:t>
            </a:r>
          </a:p>
        </p:txBody>
      </p:sp>
    </p:spTree>
    <p:extLst>
      <p:ext uri="{BB962C8B-B14F-4D97-AF65-F5344CB8AC3E}">
        <p14:creationId xmlns:p14="http://schemas.microsoft.com/office/powerpoint/2010/main" val="1599584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第四名：图瓦卢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面积：</a:t>
            </a:r>
            <a:r>
              <a:rPr lang="en-US" altLang="zh-CN" dirty="0" smtClean="0"/>
              <a:t>26</a:t>
            </a:r>
            <a:r>
              <a:rPr lang="zh-CN" altLang="en-US" dirty="0" smtClean="0"/>
              <a:t>平方公里，小于北京市区面积的</a:t>
            </a:r>
            <a:r>
              <a:rPr lang="en-US" altLang="zh-CN" dirty="0" smtClean="0"/>
              <a:t>1/28</a:t>
            </a:r>
            <a:r>
              <a:rPr lang="zh-CN" altLang="en-US" dirty="0" smtClean="0"/>
              <a:t>。</a:t>
            </a:r>
          </a:p>
          <a:p>
            <a:r>
              <a:rPr lang="zh-CN" altLang="en-US" dirty="0" smtClean="0"/>
              <a:t>人口：</a:t>
            </a:r>
            <a:r>
              <a:rPr lang="en-US" altLang="zh-CN" dirty="0" smtClean="0"/>
              <a:t>10441</a:t>
            </a:r>
            <a:r>
              <a:rPr lang="zh-CN" altLang="en-US" dirty="0" smtClean="0"/>
              <a:t>人，约等于北京人口</a:t>
            </a:r>
            <a:r>
              <a:rPr lang="en-US" altLang="zh-CN" dirty="0" smtClean="0"/>
              <a:t>1/1500</a:t>
            </a:r>
            <a:r>
              <a:rPr lang="zh-CN" altLang="en-US" dirty="0" smtClean="0"/>
              <a:t>。</a:t>
            </a:r>
          </a:p>
          <a:p>
            <a:r>
              <a:rPr lang="zh-CN" altLang="en-US" dirty="0" smtClean="0"/>
              <a:t>位置：位处南太平洋，国际日期变更线西侧，由</a:t>
            </a:r>
            <a:r>
              <a:rPr lang="en-US" altLang="zh-CN" dirty="0" smtClean="0"/>
              <a:t>9</a:t>
            </a:r>
            <a:r>
              <a:rPr lang="zh-CN" altLang="en-US" dirty="0" smtClean="0"/>
              <a:t>个环形小珊瑚岛群组成。</a:t>
            </a:r>
          </a:p>
          <a:p>
            <a:r>
              <a:rPr lang="zh-CN" altLang="en-US" dirty="0" smtClean="0"/>
              <a:t>简介：资源匮乏，土地贫瘠，农业落后，几乎无工业。家族是生产、生活的基本单位。集体劳动所得在家族内平分。买卖主要是以物易物。农产品有椰子、香蕉、芋头、木瓜、家禽、家畜、水产等。渔业资源丰富，但开发极差。 </a:t>
            </a:r>
          </a:p>
        </p:txBody>
      </p:sp>
    </p:spTree>
    <p:extLst>
      <p:ext uri="{BB962C8B-B14F-4D97-AF65-F5344CB8AC3E}">
        <p14:creationId xmlns:p14="http://schemas.microsoft.com/office/powerpoint/2010/main" val="989641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第五名：圣马力诺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zh-CN" altLang="en-US" dirty="0" smtClean="0"/>
              <a:t>面积：</a:t>
            </a:r>
            <a:r>
              <a:rPr lang="en-US" altLang="zh-CN" dirty="0" smtClean="0"/>
              <a:t>61</a:t>
            </a:r>
            <a:r>
              <a:rPr lang="zh-CN" altLang="en-US" dirty="0" smtClean="0"/>
              <a:t>平方公里，小于北京市区面积的</a:t>
            </a:r>
            <a:r>
              <a:rPr lang="en-US" altLang="zh-CN" dirty="0" smtClean="0"/>
              <a:t>1/10</a:t>
            </a:r>
            <a:r>
              <a:rPr lang="zh-CN" altLang="en-US" dirty="0" smtClean="0"/>
              <a:t>。</a:t>
            </a:r>
          </a:p>
          <a:p>
            <a:pPr>
              <a:lnSpc>
                <a:spcPct val="80000"/>
              </a:lnSpc>
            </a:pPr>
            <a:r>
              <a:rPr lang="zh-CN" altLang="en-US" dirty="0" smtClean="0"/>
              <a:t>人口：</a:t>
            </a:r>
            <a:r>
              <a:rPr lang="en-US" altLang="zh-CN" dirty="0" smtClean="0"/>
              <a:t>28117</a:t>
            </a:r>
            <a:r>
              <a:rPr lang="zh-CN" altLang="en-US" dirty="0" smtClean="0"/>
              <a:t>人，约为北京人口</a:t>
            </a:r>
            <a:r>
              <a:rPr lang="en-US" altLang="zh-CN" dirty="0" smtClean="0"/>
              <a:t>1/500 </a:t>
            </a:r>
          </a:p>
          <a:p>
            <a:pPr>
              <a:lnSpc>
                <a:spcPct val="80000"/>
              </a:lnSpc>
            </a:pPr>
            <a:r>
              <a:rPr lang="zh-CN" altLang="en-US" dirty="0" smtClean="0"/>
              <a:t>位置：意大利中部以北的亚得利亚海岸。</a:t>
            </a:r>
          </a:p>
          <a:p>
            <a:pPr>
              <a:lnSpc>
                <a:spcPct val="80000"/>
              </a:lnSpc>
            </a:pPr>
            <a:r>
              <a:rPr lang="zh-CN" altLang="en-US" dirty="0" smtClean="0"/>
              <a:t>简介：四周与意大利接壤。境内起伏多山，位于中部最高的蒂塔诺山，海拔</a:t>
            </a:r>
            <a:r>
              <a:rPr lang="en-US" altLang="zh-CN" dirty="0" smtClean="0"/>
              <a:t>755.24</a:t>
            </a:r>
            <a:r>
              <a:rPr lang="zh-CN" altLang="en-US" dirty="0" smtClean="0"/>
              <a:t>米。属亚热带地中海式气候。年平均气温</a:t>
            </a:r>
            <a:r>
              <a:rPr lang="en-US" altLang="zh-CN" dirty="0" smtClean="0"/>
              <a:t>16℃</a:t>
            </a:r>
            <a:r>
              <a:rPr lang="zh-CN" altLang="en-US" dirty="0" smtClean="0"/>
              <a:t>，冬季最低气温</a:t>
            </a:r>
            <a:r>
              <a:rPr lang="en-US" altLang="zh-CN" dirty="0" smtClean="0"/>
              <a:t>-2℃</a:t>
            </a:r>
            <a:r>
              <a:rPr lang="zh-CN" altLang="en-US" dirty="0" smtClean="0"/>
              <a:t>，夏季最高气温</a:t>
            </a:r>
            <a:r>
              <a:rPr lang="en-US" altLang="zh-CN" dirty="0" smtClean="0"/>
              <a:t>30℃</a:t>
            </a:r>
            <a:r>
              <a:rPr lang="zh-CN" altLang="en-US" dirty="0" smtClean="0"/>
              <a:t>。年均降水量</a:t>
            </a:r>
            <a:r>
              <a:rPr lang="en-US" altLang="zh-CN" dirty="0" smtClean="0"/>
              <a:t>880</a:t>
            </a:r>
            <a:r>
              <a:rPr lang="zh-CN" altLang="en-US" dirty="0" smtClean="0"/>
              <a:t>毫米。</a:t>
            </a:r>
            <a:r>
              <a:rPr lang="en-US" altLang="zh-CN" dirty="0" smtClean="0"/>
              <a:t>1243</a:t>
            </a:r>
            <a:r>
              <a:rPr lang="zh-CN" altLang="en-US" dirty="0" smtClean="0"/>
              <a:t>年确立了两个执政官联合执政的制度，成为当今世界上最古老的共和国。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12236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5</TotalTime>
  <Words>475</Words>
  <Application>Microsoft Office PowerPoint</Application>
  <PresentationFormat>全屏显示(4:3)</PresentationFormat>
  <Paragraphs>26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华丽</vt:lpstr>
      <vt:lpstr>五个世界上最小的国家</vt:lpstr>
      <vt:lpstr>第一名：梵蒂冈</vt:lpstr>
      <vt:lpstr>第二名：摩纳哥</vt:lpstr>
      <vt:lpstr>第三名：瑙鲁</vt:lpstr>
      <vt:lpstr>第四名：图瓦卢</vt:lpstr>
      <vt:lpstr>第五名：圣马力诺</vt:lpstr>
    </vt:vector>
  </TitlesOfParts>
  <Company>user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五个世界上最小的国家</dc:title>
  <dc:creator>user</dc:creator>
  <cp:lastModifiedBy>微软用户</cp:lastModifiedBy>
  <cp:revision>3</cp:revision>
  <dcterms:created xsi:type="dcterms:W3CDTF">2013-08-30T06:35:58Z</dcterms:created>
  <dcterms:modified xsi:type="dcterms:W3CDTF">2013-08-31T14:19:04Z</dcterms:modified>
</cp:coreProperties>
</file>