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6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E7ABF-EF46-4250-8786-CE8D9B31BFB1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984C8-7FE0-49A7-83C0-AF2BBA434D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954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49F4-C6BE-4417-83D5-F8A6CC057584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1F4-D25C-4F23-9466-DDDCDCCD781E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2F58-6D08-4C5D-88BC-B472D581AE1E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7AB-1D4B-4C15-A37A-EBEFC6A0F75E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87DB3-B582-488E-86A7-877640B68666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4F9F-7C52-43D8-9D08-0017A972BB7A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774D-828B-4D74-B120-A7B5D4578927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B07C-BF83-4CF6-BA06-631CD0FF8469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DAD07-EE10-4CD9-821E-9DE718819168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1A889-94AD-47C0-850F-1A3BD5729105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75A1-BD46-4E33-9B7F-A48B45847625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FC617D7-8D49-40BD-B0C8-ECC56D473A81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7200" dirty="0" smtClean="0"/>
              <a:t>全民健身</a:t>
            </a:r>
            <a:endParaRPr lang="zh-CN" altLang="en-US" sz="720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  <p:sp>
        <p:nvSpPr>
          <p:cNvPr id="8" name="动作按钮: 前进或下一项 7">
            <a:hlinkClick r:id="" action="ppaction://hlinkshowjump?jump=nextslide" highlightClick="1"/>
          </p:cNvPr>
          <p:cNvSpPr/>
          <p:nvPr/>
        </p:nvSpPr>
        <p:spPr>
          <a:xfrm>
            <a:off x="7668344" y="5517232"/>
            <a:ext cx="720080" cy="64807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359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Program Files (x86)\Microsoft Office\MEDIA\CAGCAT10\j0149407.wm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64704"/>
            <a:ext cx="4354912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占位符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生命在于运动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72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31</TotalTime>
  <Words>8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波形</vt:lpstr>
      <vt:lpstr>全民健身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4</cp:revision>
  <dcterms:created xsi:type="dcterms:W3CDTF">2019-10-16T09:21:13Z</dcterms:created>
  <dcterms:modified xsi:type="dcterms:W3CDTF">2021-05-07T02:44:11Z</dcterms:modified>
</cp:coreProperties>
</file>