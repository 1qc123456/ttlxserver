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258" r:id="rId2"/>
    <p:sldId id="256" r:id="rId3"/>
    <p:sldId id="257" r:id="rId4"/>
    <p:sldId id="259" r:id="rId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22" d="100"/>
          <a:sy n="122" d="100"/>
        </p:scale>
        <p:origin x="-1362" y="-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B5A5DA4-1848-4602-B6C7-893C66BB4BB9}" type="datetimeFigureOut">
              <a:rPr lang="zh-CN" altLang="en-US" smtClean="0"/>
              <a:t>2021-01-28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EEA545D-2C06-4EFF-9B2C-C90505A08E59}" type="slidenum">
              <a:rPr lang="zh-CN" altLang="en-US" smtClean="0"/>
              <a:t>‹#›</a:t>
            </a:fld>
            <a:endParaRPr lang="zh-CN" altLang="en-US"/>
          </a:p>
        </p:txBody>
      </p:sp>
    </p:spTree>
    <p:extLst>
      <p:ext uri="{BB962C8B-B14F-4D97-AF65-F5344CB8AC3E}">
        <p14:creationId xmlns:p14="http://schemas.microsoft.com/office/powerpoint/2010/main" val="17855347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奥运冠军邹市明</a:t>
            </a:r>
            <a:endParaRPr lang="zh-CN" altLang="en-US" dirty="0"/>
          </a:p>
        </p:txBody>
      </p:sp>
      <p:sp>
        <p:nvSpPr>
          <p:cNvPr id="4" name="灯片编号占位符 3"/>
          <p:cNvSpPr>
            <a:spLocks noGrp="1"/>
          </p:cNvSpPr>
          <p:nvPr>
            <p:ph type="sldNum" sz="quarter" idx="10"/>
          </p:nvPr>
        </p:nvSpPr>
        <p:spPr/>
        <p:txBody>
          <a:bodyPr/>
          <a:lstStyle/>
          <a:p>
            <a:fld id="{AEEA545D-2C06-4EFF-9B2C-C90505A08E59}" type="slidenum">
              <a:rPr lang="zh-CN" altLang="en-US" smtClean="0"/>
              <a:t>4</a:t>
            </a:fld>
            <a:endParaRPr lang="zh-CN" altLang="en-US"/>
          </a:p>
        </p:txBody>
      </p:sp>
    </p:spTree>
    <p:extLst>
      <p:ext uri="{BB962C8B-B14F-4D97-AF65-F5344CB8AC3E}">
        <p14:creationId xmlns:p14="http://schemas.microsoft.com/office/powerpoint/2010/main" val="12177533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530820CF-B880-4189-942D-D702A7CBA730}" type="datetimeFigureOut">
              <a:rPr lang="zh-CN" altLang="en-US" smtClean="0"/>
              <a:t>2021-01-28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t>2021-01-28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7" name="Title 6"/>
          <p:cNvSpPr>
            <a:spLocks noGrp="1"/>
          </p:cNvSpPr>
          <p:nvPr>
            <p:ph type="title"/>
          </p:nvPr>
        </p:nvSpPr>
        <p:spPr/>
        <p:txBody>
          <a:bodyPr/>
          <a:lstStyle/>
          <a:p>
            <a:r>
              <a:rPr lang="zh-CN" altLang="en-US" smtClean="0"/>
              <a:t>单击此处编辑母版标题样式</a:t>
            </a:r>
            <a:endParaRPr lang="en-US"/>
          </a:p>
        </p:txBody>
      </p:sp>
    </p:spTree>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530820CF-B880-4189-942D-D702A7CBA730}" type="datetimeFigureOut">
              <a:rPr lang="zh-CN" altLang="en-US" smtClean="0"/>
              <a:t>2021-01-28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5" name="Date Placeholder 4"/>
          <p:cNvSpPr>
            <a:spLocks noGrp="1"/>
          </p:cNvSpPr>
          <p:nvPr>
            <p:ph type="dt" sz="half" idx="10"/>
          </p:nvPr>
        </p:nvSpPr>
        <p:spPr/>
        <p:txBody>
          <a:bodyPr/>
          <a:lstStyle/>
          <a:p>
            <a:fld id="{530820CF-B880-4189-942D-D702A7CBA730}" type="datetimeFigureOut">
              <a:rPr lang="zh-CN" altLang="en-US" smtClean="0"/>
              <a:t>2021-01-28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9" name="Content Placeholder 8"/>
          <p:cNvSpPr>
            <a:spLocks noGrp="1"/>
          </p:cNvSpPr>
          <p:nvPr>
            <p:ph sz="quarter" idx="13"/>
          </p:nvPr>
        </p:nvSpPr>
        <p:spPr>
          <a:xfrm>
            <a:off x="676655" y="2679192"/>
            <a:ext cx="3822192" cy="34472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Tree>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530820CF-B880-4189-942D-D702A7CBA730}" type="datetimeFigureOut">
              <a:rPr lang="zh-CN" altLang="en-US" smtClean="0"/>
              <a:t>2021-01-28</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fld id="{530820CF-B880-4189-942D-D702A7CBA730}" type="datetimeFigureOut">
              <a:rPr lang="zh-CN" altLang="en-US" smtClean="0"/>
              <a:t>2021-01-28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530820CF-B880-4189-942D-D702A7CBA730}" type="datetimeFigureOut">
              <a:rPr lang="zh-CN" altLang="en-US" smtClean="0"/>
              <a:t>2021-01-28</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530820CF-B880-4189-942D-D702A7CBA730}" type="datetimeFigureOut">
              <a:rPr lang="zh-CN" altLang="en-US" smtClean="0"/>
              <a:t>2021-01-28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530820CF-B880-4189-942D-D702A7CBA730}" type="datetimeFigureOut">
              <a:rPr lang="zh-CN" altLang="en-US" smtClean="0"/>
              <a:t>2021-01-28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t>2021-01-28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t>2021-01-28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530820CF-B880-4189-942D-D702A7CBA730}" type="datetimeFigureOut">
              <a:rPr lang="zh-CN" altLang="en-US" smtClean="0"/>
              <a:t>2021-01-28</a:t>
            </a:fld>
            <a:endParaRPr lang="zh-CN" alt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zh-CN" altLang="en-US"/>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0C913308-F349-4B6D-A68A-DD1791B4A57B}" type="slidenum">
              <a:rPr lang="zh-CN" altLang="en-US" smtClean="0"/>
              <a:t>‹#›</a:t>
            </a:fld>
            <a:endParaRPr lang="zh-CN" alt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normAutofit/>
          </a:bodyPr>
          <a:lstStyle/>
          <a:p>
            <a:r>
              <a:rPr lang="zh-CN" altLang="en-US" sz="6600" dirty="0">
                <a:solidFill>
                  <a:srgbClr val="FF0000"/>
                </a:solidFill>
                <a:latin typeface="隶书" panose="02010509060101010101" pitchFamily="49" charset="-122"/>
                <a:ea typeface="隶书" panose="02010509060101010101" pitchFamily="49" charset="-122"/>
              </a:rPr>
              <a:t>拳击</a:t>
            </a:r>
          </a:p>
        </p:txBody>
      </p:sp>
      <p:sp>
        <p:nvSpPr>
          <p:cNvPr id="5" name="副标题 4"/>
          <p:cNvSpPr>
            <a:spLocks noGrp="1"/>
          </p:cNvSpPr>
          <p:nvPr>
            <p:ph type="subTitle" idx="1"/>
          </p:nvPr>
        </p:nvSpPr>
        <p:spPr/>
        <p:txBody>
          <a:bodyPr/>
          <a:lstStyle/>
          <a:p>
            <a:endParaRPr lang="zh-CN" altLang="en-US" dirty="0"/>
          </a:p>
        </p:txBody>
      </p:sp>
    </p:spTree>
    <p:extLst>
      <p:ext uri="{BB962C8B-B14F-4D97-AF65-F5344CB8AC3E}">
        <p14:creationId xmlns:p14="http://schemas.microsoft.com/office/powerpoint/2010/main" val="1846056323"/>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拳击（英文：</a:t>
            </a:r>
            <a:r>
              <a:rPr lang="en-US" altLang="zh-CN" dirty="0" smtClean="0"/>
              <a:t>boxing</a:t>
            </a:r>
            <a:r>
              <a:rPr lang="zh-CN" altLang="en-US" dirty="0" smtClean="0"/>
              <a:t>，</a:t>
            </a:r>
            <a:r>
              <a:rPr lang="zh-CN" altLang="en-US" dirty="0"/>
              <a:t>法文：</a:t>
            </a:r>
            <a:r>
              <a:rPr lang="en-US" altLang="zh-CN" dirty="0" err="1"/>
              <a:t>Boxe</a:t>
            </a:r>
            <a:r>
              <a:rPr lang="zh-CN" altLang="en-US" dirty="0"/>
              <a:t>）是戴拳击手套进行格斗的运动项目。它既有业余的（也称奥运拳击），也有职业性质的比赛。比赛的目标是要比对方获得更多的分以战胜对方或者将对方打倒而结束比赛。与此同时比赛者要力图避开对方的打击。</a:t>
            </a:r>
          </a:p>
        </p:txBody>
      </p:sp>
    </p:spTree>
    <p:extLst>
      <p:ext uri="{BB962C8B-B14F-4D97-AF65-F5344CB8AC3E}">
        <p14:creationId xmlns:p14="http://schemas.microsoft.com/office/powerpoint/2010/main" val="2332505952"/>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拳击被称为“勇敢者的运动”。早在古希腊和罗马时代就有许多有关拳击的记载。在古代奥运中，拳击运动就已经是比赛项目之一。到第三届在圣路易斯举行的现代夏季奥运会，男子拳击正式被列入比赛项目。</a:t>
            </a:r>
          </a:p>
        </p:txBody>
      </p:sp>
    </p:spTree>
    <p:extLst>
      <p:ext uri="{BB962C8B-B14F-4D97-AF65-F5344CB8AC3E}">
        <p14:creationId xmlns:p14="http://schemas.microsoft.com/office/powerpoint/2010/main" val="3644035829"/>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p:cNvPicPr>
          <p:nvPr/>
        </p:nvPicPr>
        <p:blipFill>
          <a:blip r:embed="rId3">
            <a:extLst>
              <a:ext uri="{28A0092B-C50C-407E-A947-70E740481C1C}">
                <a14:useLocalDpi xmlns:a14="http://schemas.microsoft.com/office/drawing/2010/main" val="0"/>
              </a:ext>
            </a:extLst>
          </a:blip>
          <a:stretch>
            <a:fillRect/>
          </a:stretch>
        </p:blipFill>
        <p:spPr>
          <a:xfrm>
            <a:off x="2983763" y="2292528"/>
            <a:ext cx="4320000" cy="3240000"/>
          </a:xfrm>
          <a:prstGeom prst="rect">
            <a:avLst/>
          </a:prstGeom>
        </p:spPr>
      </p:pic>
    </p:spTree>
    <p:extLst>
      <p:ext uri="{BB962C8B-B14F-4D97-AF65-F5344CB8AC3E}">
        <p14:creationId xmlns:p14="http://schemas.microsoft.com/office/powerpoint/2010/main" val="2231025477"/>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anim calcmode="lin" valueType="num">
                                      <p:cBhvr>
                                        <p:cTn id="8" dur="2000" fill="hold"/>
                                        <p:tgtEl>
                                          <p:spTgt spid="4"/>
                                        </p:tgtEl>
                                        <p:attrNameLst>
                                          <p:attrName>ppt_w</p:attrName>
                                        </p:attrNameLst>
                                      </p:cBhvr>
                                      <p:tavLst>
                                        <p:tav tm="0" fmla="#ppt_w*sin(2.5*pi*$)">
                                          <p:val>
                                            <p:fltVal val="0"/>
                                          </p:val>
                                        </p:tav>
                                        <p:tav tm="100000">
                                          <p:val>
                                            <p:fltVal val="1"/>
                                          </p:val>
                                        </p:tav>
                                      </p:tavLst>
                                    </p:anim>
                                    <p:anim calcmode="lin" valueType="num">
                                      <p:cBhvr>
                                        <p:cTn id="9" dur="20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23</TotalTime>
  <Words>133</Words>
  <Application>Microsoft Office PowerPoint</Application>
  <PresentationFormat>全屏显示(4:3)</PresentationFormat>
  <Paragraphs>5</Paragraphs>
  <Slides>4</Slides>
  <Notes>1</Notes>
  <HiddenSlides>0</HiddenSlides>
  <MMClips>0</MMClips>
  <ScaleCrop>false</ScaleCrop>
  <HeadingPairs>
    <vt:vector size="4" baseType="variant">
      <vt:variant>
        <vt:lpstr>主题</vt:lpstr>
      </vt:variant>
      <vt:variant>
        <vt:i4>1</vt:i4>
      </vt:variant>
      <vt:variant>
        <vt:lpstr>幻灯片标题</vt:lpstr>
      </vt:variant>
      <vt:variant>
        <vt:i4>4</vt:i4>
      </vt:variant>
    </vt:vector>
  </HeadingPairs>
  <TitlesOfParts>
    <vt:vector size="5" baseType="lpstr">
      <vt:lpstr>波形</vt:lpstr>
      <vt:lpstr>拳击</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拳击</dc:title>
  <dc:creator>Administrator</dc:creator>
  <cp:lastModifiedBy>lipp</cp:lastModifiedBy>
  <cp:revision>12</cp:revision>
  <dcterms:created xsi:type="dcterms:W3CDTF">2020-04-13T02:23:09Z</dcterms:created>
  <dcterms:modified xsi:type="dcterms:W3CDTF">2021-01-28T07:49:29Z</dcterms:modified>
</cp:coreProperties>
</file>