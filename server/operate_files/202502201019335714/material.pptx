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kiosk/>
    <p:sldAll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6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2684145" y="914400"/>
            <a:ext cx="7070725" cy="2570480"/>
          </a:xfrm>
        </p:spPr>
        <p:txBody>
          <a:bodyPr/>
          <a:p>
            <a:r>
              <a:rPr lang="zh-CN" altLang="zh-CN"/>
              <a:t>哪吒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COMMONDATA" val="eyJoZGlkIjoiNzFlMGY3OGRmZGU1YjQ0MmVmN2U4Yjg3M2ZkYWM1ZjIifQ=="/>
  <p:tag name="commondata" val="eyJoZGlkIjoiMDc1NGYxZTE5YjIxODQ2YjU3NGJkMjYwN2YzNDUwN2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WPS 演示</Application>
  <PresentationFormat>宽屏</PresentationFormat>
  <Paragraphs>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哪吒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HF</cp:lastModifiedBy>
  <cp:revision>158</cp:revision>
  <dcterms:created xsi:type="dcterms:W3CDTF">2019-06-19T02:08:00Z</dcterms:created>
  <dcterms:modified xsi:type="dcterms:W3CDTF">2025-02-20T02:34:18Z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6CB40278D7FB4B44A617689A9D0DD0EB_11</vt:lpwstr>
  </property>
</Properties>
</file>