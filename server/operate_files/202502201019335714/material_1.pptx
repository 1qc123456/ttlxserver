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9144000" cy="5720080" type="screen16x1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srgbClr val="0070C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DB6E43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801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7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2451" y="1143000"/>
            <a:ext cx="493309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762720"/>
            <a:ext cx="7349400" cy="214402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969803"/>
            <a:ext cx="7349400" cy="122815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spc="200"/>
            </a:lvl1pPr>
            <a:lvl2pPr marL="381635" indent="0" algn="ctr">
              <a:buNone/>
              <a:defRPr sz="1670"/>
            </a:lvl2pPr>
            <a:lvl3pPr marL="762635" indent="0" algn="ctr">
              <a:buNone/>
              <a:defRPr sz="1500"/>
            </a:lvl3pPr>
            <a:lvl4pPr marL="1144270" indent="0" algn="ctr">
              <a:buNone/>
              <a:defRPr sz="1335"/>
            </a:lvl4pPr>
            <a:lvl5pPr marL="1525270" indent="0" algn="ctr">
              <a:buNone/>
              <a:defRPr sz="1335"/>
            </a:lvl5pPr>
            <a:lvl6pPr marL="1906905" indent="0" algn="ctr">
              <a:buNone/>
              <a:defRPr sz="1335"/>
            </a:lvl6pPr>
            <a:lvl7pPr marL="2287905" indent="0" algn="ctr">
              <a:buNone/>
              <a:defRPr sz="1335"/>
            </a:lvl7pPr>
            <a:lvl8pPr marL="2669540" indent="0" algn="ctr">
              <a:buNone/>
              <a:defRPr sz="1335"/>
            </a:lvl8pPr>
            <a:lvl9pPr marL="3051175" indent="0" algn="ctr">
              <a:buNone/>
              <a:defRPr sz="13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是魔是仙我说的算！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7" name="wind.wav"/>
          </p:stSnd>
        </p:sndAc>
      </p:transition>
    </mc:Choice>
    <mc:Fallback>
      <p:transition spd="slow" advClick="0" advTm="2000">
        <p:wipe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243174"/>
            <a:ext cx="8226900" cy="396974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7" name="wind.wav"/>
          </p:stSnd>
        </p:sndAc>
      </p:transition>
    </mc:Choice>
    <mc:Fallback>
      <p:transition spd="slow" advClick="0" advTm="2000">
        <p:wipe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210030"/>
            <a:ext cx="5826600" cy="63960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7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849634"/>
            <a:ext cx="5826600" cy="72368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81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2pPr>
            <a:lvl3pPr marL="762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3pPr>
            <a:lvl4pPr marL="1144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4pPr>
            <a:lvl5pPr marL="1525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5pPr>
            <a:lvl6pPr marL="1906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6pPr>
            <a:lvl7pPr marL="2287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7pPr>
            <a:lvl8pPr marL="266954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8pPr>
            <a:lvl9pPr marL="305117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7" name="wind.wav"/>
          </p:stSnd>
        </p:sndAc>
      </p:transition>
    </mc:Choice>
    <mc:Fallback>
      <p:transition spd="slow" advClick="0" advTm="2000">
        <p:wipe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252182"/>
            <a:ext cx="3882600" cy="396073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252182"/>
            <a:ext cx="3882600" cy="396073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8" name="wind.wav"/>
          </p:stSnd>
        </p:sndAc>
      </p:transition>
    </mc:Choice>
    <mc:Fallback>
      <p:transition spd="slow" advClick="0" advTm="2000">
        <p:wipe/>
        <p:sndAc>
          <p:stSnd>
            <p:snd r:embed="rId8" name="wind.wav"/>
          </p:stSnd>
        </p:sndAc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192125"/>
            <a:ext cx="4006800" cy="3183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546460"/>
            <a:ext cx="4006800" cy="366646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185894"/>
            <a:ext cx="4006800" cy="3183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546460"/>
            <a:ext cx="4006800" cy="366646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10" name="wind.wav"/>
          </p:stSnd>
        </p:sndAc>
      </p:transition>
    </mc:Choice>
    <mc:Fallback>
      <p:transition spd="slow" advClick="0" advTm="2000">
        <p:wipe/>
        <p:sndAc>
          <p:stSnd>
            <p:snd r:embed="rId10" name="wind.wav"/>
          </p:stSnd>
        </p:sndAc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479"/>
            <a:ext cx="8226900" cy="58855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6" name="wind.wav"/>
          </p:stSnd>
        </p:sndAc>
      </p:transition>
    </mc:Choice>
    <mc:Fallback>
      <p:transition spd="slow" advClick="0" advTm="2000">
        <p:wipe/>
        <p:sndAc>
          <p:stSnd>
            <p:snd r:embed="rId6" name="wind.wav"/>
          </p:stSnd>
        </p:sndAc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5" name="wind.wav"/>
          </p:stSnd>
        </p:sndAc>
      </p:transition>
    </mc:Choice>
    <mc:Fallback>
      <p:transition spd="slow" advClick="0" advTm="2000">
        <p:wipe/>
        <p:sndAc>
          <p:stSnd>
            <p:snd r:embed="rId5" name="wind.wav"/>
          </p:stSnd>
        </p:sndAc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297225"/>
            <a:ext cx="3924808" cy="38436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297225"/>
            <a:ext cx="3920400" cy="38436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是魔是仙我说的算！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8" name="wind.wav"/>
          </p:stSnd>
        </p:sndAc>
      </p:transition>
    </mc:Choice>
    <mc:Fallback>
      <p:transition spd="slow" advClick="0" advTm="2000">
        <p:wipe/>
        <p:sndAc>
          <p:stSnd>
            <p:snd r:embed="rId8" name="wind.wav"/>
          </p:stSnd>
        </p:sndAc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762720"/>
            <a:ext cx="783000" cy="419496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3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762720"/>
            <a:ext cx="6876900" cy="4194960"/>
          </a:xfrm>
        </p:spPr>
        <p:txBody>
          <a:bodyPr vert="eaVert" lIns="46800" tIns="46800" rIns="46800" bIns="46800"/>
          <a:lstStyle>
            <a:lvl1pPr marL="190500" indent="-190500">
              <a:spcAft>
                <a:spcPts val="1000"/>
              </a:spcAft>
              <a:defRPr spc="300"/>
            </a:lvl1pPr>
            <a:lvl2pPr marL="572135" indent="-190500">
              <a:defRPr spc="300"/>
            </a:lvl2pPr>
            <a:lvl3pPr marL="953135" indent="-190500">
              <a:defRPr spc="300"/>
            </a:lvl3pPr>
            <a:lvl4pPr marL="1334770" indent="-190500">
              <a:defRPr spc="300"/>
            </a:lvl4pPr>
            <a:lvl5pPr marL="1716405" indent="-1905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7" name="wind.wav"/>
          </p:stSnd>
        </p:sndAc>
      </p:transition>
    </mc:Choice>
    <mc:Fallback>
      <p:transition spd="slow" advClick="0" advTm="2000">
        <p:wipe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645609"/>
            <a:ext cx="8229600" cy="457331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6" name="wind.wav"/>
          </p:stSnd>
        </p:sndAc>
      </p:transition>
    </mc:Choice>
    <mc:Fallback>
      <p:transition spd="slow" advClick="0" advTm="2000">
        <p:wipe/>
        <p:sndAc>
          <p:stSnd>
            <p:snd r:embed="rId6" name="wind.wav"/>
          </p:stSnd>
        </p:sndAc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071956"/>
            <a:ext cx="7349400" cy="84980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969803"/>
            <a:ext cx="7349400" cy="39337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0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7" name="wind.wav"/>
          </p:stSnd>
        </p:sndAc>
      </p:transition>
    </mc:Choice>
    <mc:Fallback>
      <p:transition spd="slow" advClick="0" advTm="2000">
        <p:wipe/>
        <p:sndAc>
          <p:stSnd>
            <p:snd r:embed="rId7" name="wind.wav"/>
          </p:stSnd>
        </p:sndAc>
      </p:transition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是魔是仙我说的算！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2" name="wind.wav"/>
          </p:stSnd>
        </p:sndAc>
      </p:transition>
    </mc:Choice>
    <mc:Fallback>
      <p:transition spd="slow" advClick="0" advTm="2000">
        <p:wipe/>
        <p:sndAc>
          <p:stSnd>
            <p:snd r:embed="rId2" name="wind.wav"/>
          </p:stSnd>
        </p:sndAc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>
            <a:alphaModFix amt="7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507479"/>
            <a:ext cx="8226900" cy="58855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243174"/>
            <a:ext cx="8226900" cy="396974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5266972"/>
            <a:ext cx="2025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5266972"/>
            <a:ext cx="2970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是魔是仙我说的算！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5266972"/>
            <a:ext cx="2025000" cy="26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20" name="wind.wav"/>
          </p:stSnd>
        </p:sndAc>
      </p:transition>
    </mc:Choice>
    <mc:Fallback>
      <p:transition spd="slow" advClick="0" advTm="2000">
        <p:wipe/>
        <p:sndAc>
          <p:stSnd>
            <p:snd r:embed="rId20" name="wind.wav"/>
          </p:stSnd>
        </p:sndAc>
      </p:transition>
    </mc:Fallback>
  </mc:AlternateContent>
  <p:hf hdr="0"/>
  <p:txStyles>
    <p:titleStyle>
      <a:lvl1pPr algn="l" defTabSz="762635" rtl="0" eaLnBrk="1" fontAlgn="auto" latinLnBrk="0" hangingPunct="1">
        <a:lnSpc>
          <a:spcPct val="100000"/>
        </a:lnSpc>
        <a:spcBef>
          <a:spcPct val="0"/>
        </a:spcBef>
        <a:buNone/>
        <a:defRPr sz="300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90500" indent="-190500" algn="l" defTabSz="7626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5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72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42390" algn="l"/>
          <a:tab pos="1342390" algn="l"/>
          <a:tab pos="1342390" algn="l"/>
          <a:tab pos="1342390" algn="l"/>
        </a:tabLst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53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34770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1640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9740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9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60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4167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7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9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tags" Target="../tags/tag66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652832" y="1445737"/>
            <a:ext cx="3977283" cy="1445895"/>
          </a:xfrm>
        </p:spPr>
        <p:txBody>
          <a:bodyPr/>
          <a:p>
            <a:pPr algn="l"/>
            <a:r>
              <a:rPr lang="zh-CN" altLang="zh-CN" sz="6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哪吒</a:t>
            </a:r>
            <a:endParaRPr lang="zh-CN" altLang="zh-CN" sz="6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 algn="r"/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我命由我，不由天！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4" name="wind.wav"/>
          </p:stSnd>
        </p:sndAc>
      </p:transition>
    </mc:Choice>
    <mc:Fallback>
      <p:transition spd="slow" advClick="0" advTm="2000">
        <p:wipe/>
        <p:sndAc>
          <p:stSnd>
            <p:snd r:embed="rId4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素材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3605" y="575628"/>
            <a:ext cx="2256790" cy="45688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2025-3-1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是魔是仙我说的算！</a:t>
            </a:r>
            <a:endParaRPr lang="zh-CN" altLang="en-US"/>
          </a:p>
        </p:txBody>
      </p:sp>
      <p:sp>
        <p:nvSpPr>
          <p:cNvPr id="8" name="左箭头 7">
            <a:hlinkClick r:id="" action="ppaction://hlinkshowjump?jump=previousslide"/>
          </p:cNvPr>
          <p:cNvSpPr/>
          <p:nvPr/>
        </p:nvSpPr>
        <p:spPr>
          <a:xfrm>
            <a:off x="283845" y="160020"/>
            <a:ext cx="874395" cy="540000"/>
          </a:xfrm>
          <a:prstGeom prst="leftArrow">
            <a:avLst/>
          </a:prstGeom>
          <a:solidFill>
            <a:srgbClr val="DB6E43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wipe/>
        <p:sndAc>
          <p:stSnd>
            <p:snd r:embed="rId3" name="wind.wav"/>
          </p:stSnd>
        </p:sndAc>
      </p:transition>
    </mc:Choice>
    <mc:Fallback>
      <p:transition spd="slow" advClick="0" advTm="2000">
        <p:wipe/>
        <p:sndAc>
          <p:stSnd>
            <p:snd r:embed="rId3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哪吒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2025-02-20T02:19:25Z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6CB40278D7FB4B44A617689A9D0DD0EB_11</vt:lpwstr>
  </property>
</Properties>
</file>