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image" Target="../media/image1.jpeg"/><Relationship Id="rId2" Type="http://schemas.openxmlformats.org/officeDocument/2006/relationships/tags" Target="../tags/tag6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7" b="34447"/>
          <a:stretch>
            <a:fillRect/>
          </a:stretch>
        </p:blipFill>
        <p:spPr>
          <a:xfrm>
            <a:off x="1" y="-2"/>
            <a:ext cx="9143999" cy="4542287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5637213"/>
            <a:ext cx="9144000" cy="1220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5400000" flipV="1">
            <a:off x="3140273" y="-1146968"/>
            <a:ext cx="2863453" cy="1219200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7" name="直角三角形 6"/>
          <p:cNvSpPr/>
          <p:nvPr>
            <p:custDataLst>
              <p:tags r:id="rId6"/>
            </p:custDataLst>
          </p:nvPr>
        </p:nvSpPr>
        <p:spPr>
          <a:xfrm>
            <a:off x="0" y="3621088"/>
            <a:ext cx="9144000" cy="3236912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8" name="直角三角形 7"/>
          <p:cNvSpPr/>
          <p:nvPr>
            <p:custDataLst>
              <p:tags r:id="rId7"/>
            </p:custDataLst>
          </p:nvPr>
        </p:nvSpPr>
        <p:spPr>
          <a:xfrm flipH="1">
            <a:off x="0" y="3048000"/>
            <a:ext cx="9144000" cy="3813175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5000625" y="4614350"/>
            <a:ext cx="4076700" cy="1053581"/>
          </a:xfrm>
          <a:noFill/>
        </p:spPr>
        <p:txBody>
          <a:bodyPr anchor="b">
            <a:normAutofit/>
          </a:bodyPr>
          <a:lstStyle>
            <a:lvl1pPr algn="r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000625" y="5739996"/>
            <a:ext cx="4076700" cy="5040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马尔代夫</a:t>
            </a: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马尔代夫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3879850"/>
            <a:ext cx="3744516" cy="2978150"/>
          </a:xfrm>
          <a:custGeom>
            <a:avLst/>
            <a:gdLst>
              <a:gd name="T0" fmla="*/ 0 w 2348"/>
              <a:gd name="T1" fmla="*/ 0 h 1407"/>
              <a:gd name="T2" fmla="*/ 2348 w 2348"/>
              <a:gd name="T3" fmla="*/ 1407 h 1407"/>
              <a:gd name="T4" fmla="*/ 0 w 2348"/>
              <a:gd name="T5" fmla="*/ 1407 h 1407"/>
              <a:gd name="T6" fmla="*/ 0 w 2348"/>
              <a:gd name="T7" fmla="*/ 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34" tIns="45717" rIns="91434" bIns="45717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>
              <a:defRPr/>
            </a:pPr>
            <a:endParaRPr lang="zh-CN" altLang="en-US" sz="1350"/>
          </a:p>
        </p:txBody>
      </p:sp>
      <p:sp>
        <p:nvSpPr>
          <p:cNvPr id="6" name="Freeform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22885" y="4400550"/>
            <a:ext cx="7021115" cy="2457450"/>
          </a:xfrm>
          <a:custGeom>
            <a:avLst/>
            <a:gdLst>
              <a:gd name="T0" fmla="*/ 4403 w 4403"/>
              <a:gd name="T1" fmla="*/ 0 h 1161"/>
              <a:gd name="T2" fmla="*/ 4403 w 4403"/>
              <a:gd name="T3" fmla="*/ 1161 h 1161"/>
              <a:gd name="T4" fmla="*/ 0 w 4403"/>
              <a:gd name="T5" fmla="*/ 1161 h 1161"/>
              <a:gd name="T6" fmla="*/ 4403 w 4403"/>
              <a:gd name="T7" fmla="*/ 0 h 1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03" h="1161">
                <a:moveTo>
                  <a:pt x="4403" y="0"/>
                </a:moveTo>
                <a:lnTo>
                  <a:pt x="4403" y="1161"/>
                </a:lnTo>
                <a:lnTo>
                  <a:pt x="0" y="1161"/>
                </a:lnTo>
                <a:lnTo>
                  <a:pt x="4403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34" tIns="45717" rIns="91434" bIns="45717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>
              <a:defRPr/>
            </a:pPr>
            <a:endParaRPr lang="zh-CN" altLang="en-US" sz="1350"/>
          </a:p>
        </p:txBody>
      </p:sp>
      <p:sp>
        <p:nvSpPr>
          <p:cNvPr id="7" name="直接连接符 11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440656" y="2790825"/>
            <a:ext cx="3914775" cy="1588"/>
          </a:xfrm>
          <a:prstGeom prst="line">
            <a:avLst/>
          </a:prstGeom>
          <a:noFill/>
          <a:ln w="6350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>
              <a:defRPr/>
            </a:pPr>
            <a:endParaRPr lang="zh-CN" altLang="en-US" sz="1425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56801" y="3503613"/>
            <a:ext cx="4098630" cy="1058408"/>
          </a:xfrm>
        </p:spPr>
        <p:txBody>
          <a:bodyPr rIns="63500">
            <a:noAutofit/>
          </a:bodyPr>
          <a:lstStyle>
            <a:lvl1pPr algn="r">
              <a:defRPr sz="36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256801" y="2856230"/>
            <a:ext cx="4098630" cy="586804"/>
          </a:xfrm>
        </p:spPr>
        <p:txBody>
          <a:bodyPr tIns="38100" rIns="76200" bIns="38100" anchor="ctr">
            <a:noAutofit/>
          </a:bodyPr>
          <a:lstStyle>
            <a:lvl1pPr marL="0" indent="0" algn="r" eaLnBrk="1" fontAlgn="base" latinLnBrk="0" hangingPunct="1"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编辑文本</a:t>
            </a:r>
            <a:endParaRPr lang="zh-CN" altLang="en-US" noProof="1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256831" y="2383625"/>
            <a:ext cx="4098600" cy="356400"/>
          </a:xfrm>
        </p:spPr>
        <p:txBody>
          <a:bodyPr anchor="b"/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 noProof="1"/>
              <a:t>编辑文本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4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5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7DC10-9F80-47CA-9BB0-03FC4730FA4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马尔代夫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马尔代夫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马尔代夫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马尔代夫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马尔代夫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马尔代夫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马尔代夫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2326F-068C-4081-A9BE-717E8CE3C581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7" b="34447"/>
          <a:stretch>
            <a:fillRect/>
          </a:stretch>
        </p:blipFill>
        <p:spPr>
          <a:xfrm>
            <a:off x="1" y="-2"/>
            <a:ext cx="9143999" cy="4542287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5637213"/>
            <a:ext cx="9144000" cy="1220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5400000" flipV="1">
            <a:off x="3140273" y="-1146968"/>
            <a:ext cx="2863453" cy="1219200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7" name="直角三角形 6"/>
          <p:cNvSpPr/>
          <p:nvPr>
            <p:custDataLst>
              <p:tags r:id="rId6"/>
            </p:custDataLst>
          </p:nvPr>
        </p:nvSpPr>
        <p:spPr>
          <a:xfrm>
            <a:off x="0" y="3621088"/>
            <a:ext cx="9144000" cy="3236912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8" name="直角三角形 7"/>
          <p:cNvSpPr/>
          <p:nvPr>
            <p:custDataLst>
              <p:tags r:id="rId7"/>
            </p:custDataLst>
          </p:nvPr>
        </p:nvSpPr>
        <p:spPr>
          <a:xfrm flipH="1">
            <a:off x="0" y="3044825"/>
            <a:ext cx="9144000" cy="3813175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5572125" y="4290060"/>
            <a:ext cx="3319463" cy="1175385"/>
          </a:xfrm>
        </p:spPr>
        <p:txBody>
          <a:bodyPr rIns="25400" rtlCol="0" anchor="b">
            <a:no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4950" b="1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5572124" y="5540698"/>
            <a:ext cx="3319358" cy="691347"/>
          </a:xfrm>
        </p:spPr>
        <p:txBody>
          <a:bodyPr>
            <a:normAutofit/>
          </a:bodyPr>
          <a:lstStyle>
            <a:lvl1pPr marL="0" indent="0" algn="r">
              <a:buNone/>
              <a:defRPr sz="2400"/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 noProof="1"/>
              <a:t>编辑文本</a:t>
            </a:r>
            <a:endParaRPr lang="zh-CN" altLang="en-US" noProof="1"/>
          </a:p>
        </p:txBody>
      </p:sp>
      <p:sp>
        <p:nvSpPr>
          <p:cNvPr id="9" name="日期占位符 2"/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38A87-77AC-48C7-9F0B-A360E0E070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马尔代夫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马尔代夫</a:t>
            </a:r>
            <a:endParaRPr lang="zh-CN" altLang="en-US"/>
          </a:p>
        </p:txBody>
      </p:sp>
      <p:pic>
        <p:nvPicPr>
          <p:cNvPr id="8" name="图片 7" descr="WPS演示012素材文件"/>
          <p:cNvPicPr/>
          <p:nvPr/>
        </p:nvPicPr>
        <p:blipFill>
          <a:blip r:embed="rId1"/>
          <a:stretch>
            <a:fillRect/>
          </a:stretch>
        </p:blipFill>
        <p:spPr>
          <a:xfrm>
            <a:off x="2051685" y="2060575"/>
            <a:ext cx="5400000" cy="36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 smtClean="0"/>
              <a:t>旅游攻略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马尔代夫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ID" val="_1*i*5"/>
  <p:tag name="KSO_WM_UNIT_LAYERLEVEL" val="1"/>
  <p:tag name="KSO_WM_TAG_VERSION" val="1.0"/>
  <p:tag name="KSO_WM_BEAUTIFY_FLAG" val="#wm#"/>
  <p:tag name="KSO_WM_UNIT_TYPE" val="i"/>
  <p:tag name="KSO_WM_UNIT_INDEX" val="5"/>
  <p:tag name="KSO_WM_UNIT_DIAGRAM_ISNUMVISUAL" val="0"/>
  <p:tag name="KSO_WM_UNIT_DIAGRAM_ISREFERUNIT" val="0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TYPE" val="i"/>
  <p:tag name="KSO_WM_UNIT_INDEX" val="1"/>
  <p:tag name="KSO_WM_UNIT_ID" val="_3*i*1"/>
  <p:tag name="KSO_WM_UNIT_LAYERLEVEL" val="1"/>
  <p:tag name="KSO_WM_TAG_VERSION" val="1.0"/>
  <p:tag name="KSO_WM_BEAUTIFY_FLAG" val="#wm#"/>
  <p:tag name="KSO_WM_UNIT_DIAGRAM_ISNUMVISUAL" val="0"/>
  <p:tag name="KSO_WM_UNIT_DIAGRAM_ISREFERUNIT" val="0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ID" val="_1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ID" val="_1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ID" val="_1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ID" val="_11*i*5"/>
  <p:tag name="KSO_WM_UNIT_LAYERLEVEL" val="1"/>
  <p:tag name="KSO_WM_TAG_VERSION" val="1.0"/>
  <p:tag name="KSO_WM_BEAUTIFY_FLAG" val="#wm#"/>
  <p:tag name="KSO_WM_UNIT_TYPE" val="i"/>
  <p:tag name="KSO_WM_UNIT_INDEX" val="5"/>
  <p:tag name="KSO_WM_UNIT_DIAGRAM_ISNUMVISUAL" val="0"/>
  <p:tag name="KSO_WM_UNIT_DIAGRAM_ISREFERUNIT" val="0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5"/>
</p:tagLst>
</file>

<file path=ppt/tags/tag7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5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0947_1"/>
  <p:tag name="KSO_WM_TEMPLATE_CATEGORY" val="custom"/>
  <p:tag name="KSO_WM_TEMPLATE_INDEX" val="20196575"/>
  <p:tag name="KSO_WM_TEMPLATE_SUBCATEGORY" val="0"/>
  <p:tag name="KSO_WM_TEMPLATE_THUMBS_INDEX" val="1"/>
</p:tagLst>
</file>

<file path=ppt/tags/tag77.xml><?xml version="1.0" encoding="utf-8"?>
<p:tagLst xmlns:p="http://schemas.openxmlformats.org/presentationml/2006/main">
  <p:tag name="KSO_WPP_MARK_KEY" val="55540db9-c40a-4958-a5dc-bfee9849fb3f"/>
  <p:tag name="COMMONDATA" val="eyJoZGlkIjoiYjEwYmM1YTU3MmVlMWEwZDQyNzdjYzQ4MWU5ZWEzOTQifQ=="/>
</p:tagLst>
</file>

<file path=ppt/theme/theme1.xml><?xml version="1.0" encoding="utf-8"?>
<a:theme xmlns:a="http://schemas.openxmlformats.org/drawingml/2006/main" name="主题一">
  <a:themeElements>
    <a:clrScheme name="自定义 2">
      <a:dk1>
        <a:srgbClr val="466424"/>
      </a:dk1>
      <a:lt1>
        <a:srgbClr val="FFFFFF"/>
      </a:lt1>
      <a:dk2>
        <a:srgbClr val="7A9858"/>
      </a:dk2>
      <a:lt2>
        <a:srgbClr val="FFFFFF"/>
      </a:lt2>
      <a:accent1>
        <a:srgbClr val="3B561D"/>
      </a:accent1>
      <a:accent2>
        <a:srgbClr val="98CC77"/>
      </a:accent2>
      <a:accent3>
        <a:srgbClr val="779989"/>
      </a:accent3>
      <a:accent4>
        <a:srgbClr val="354B1B"/>
      </a:accent4>
      <a:accent5>
        <a:srgbClr val="466424"/>
      </a:accent5>
      <a:accent6>
        <a:srgbClr val="BED7CB"/>
      </a:accent6>
      <a:hlink>
        <a:srgbClr val="98CC77"/>
      </a:hlink>
      <a:folHlink>
        <a:srgbClr val="AABBCB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WPS 演示</Application>
  <PresentationFormat>全屏显示(4:3)</PresentationFormat>
  <Paragraphs>10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Calibri</vt:lpstr>
      <vt:lpstr>主题一</vt:lpstr>
      <vt:lpstr>PowerPoint 演示文稿</vt:lpstr>
      <vt:lpstr>PowerPoint 演示文稿</vt:lpstr>
      <vt:lpstr>旅游攻略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zy</cp:lastModifiedBy>
  <cp:revision>8</cp:revision>
  <dcterms:created xsi:type="dcterms:W3CDTF">2019-10-09T05:45:00Z</dcterms:created>
  <dcterms:modified xsi:type="dcterms:W3CDTF">2023-10-20T07:03:32Z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1C462010DE944DC8B3EA057B1D86447A_12</vt:lpwstr>
  </property>
  <property fmtid="{D5CDD505-2E9C-101B-9397-08002B2CF9AE}" pid="3" name="KSOProductBuildVer">
    <vt:lpwstr>2052-11.1.0.14227</vt:lpwstr>
  </property>
</Properties>
</file>