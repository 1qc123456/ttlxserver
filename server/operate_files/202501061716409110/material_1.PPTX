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3"/>
    <p:sldId id="257" r:id="rId4"/>
    <p:sldId id="258" r:id="rId5"/>
  </p:sldIdLst>
  <p:sldSz cx="9144000" cy="6858000" type="screen4x3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22" d="100"/>
          <a:sy n="122" d="100"/>
        </p:scale>
        <p:origin x="-1362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6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DFA300-A383-46A5-A6D5-2CA2B281CC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E9BA4F-D4A4-46A0-B605-1883F3CE9F3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image" Target="../media/image1.png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 bwMode="auto"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1143001" y="2032001"/>
            <a:ext cx="6858000" cy="1396630"/>
          </a:xfrm>
        </p:spPr>
        <p:txBody>
          <a:bodyPr rIns="25400" anchor="b">
            <a:noAutofit/>
          </a:bodyPr>
          <a:lstStyle>
            <a:lvl1pPr algn="ctr">
              <a:defRPr sz="4800" spc="600">
                <a:solidFill>
                  <a:schemeClr val="bg1"/>
                </a:solidFill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1143001" y="3587404"/>
            <a:ext cx="6858000" cy="1021031"/>
          </a:xfrm>
        </p:spPr>
        <p:txBody>
          <a:bodyPr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200" normalizeH="0" baseline="0">
                <a:solidFill>
                  <a:schemeClr val="bg1"/>
                </a:solidFill>
                <a:uFillTx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D964290C-C3BD-404F-B957-AFE7B381703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buFontTx/>
              <a:buNone/>
              <a:defRPr noProof="0" dirty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 smtClean="0"/>
              <a:t>北京古城</a:t>
            </a:r>
            <a:endParaRPr lang="zh-CN" altLang="en-US"/>
          </a:p>
        </p:txBody>
      </p:sp>
      <p:sp>
        <p:nvSpPr>
          <p:cNvPr id="6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6420EF-D4AB-4EDA-BAEF-53B46B51E6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502412" y="952508"/>
            <a:ext cx="8139178" cy="5388907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186AD93F-792E-4CE6-BE0F-99CC4895B44D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 smtClean="0"/>
              <a:t>北京古城</a:t>
            </a: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F06420EF-D4AB-4EDA-BAEF-53B46B51E69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六边形 9"/>
          <p:cNvSpPr/>
          <p:nvPr>
            <p:custDataLst>
              <p:tags r:id="rId7"/>
            </p:custDataLst>
          </p:nvPr>
        </p:nvSpPr>
        <p:spPr>
          <a:xfrm>
            <a:off x="118462" y="443234"/>
            <a:ext cx="383949" cy="441964"/>
          </a:xfrm>
          <a:prstGeom prst="hexagon">
            <a:avLst/>
          </a:prstGeom>
          <a:solidFill>
            <a:schemeClr val="accent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sz="2400" noProof="1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image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3780" r="3660"/>
          <a:stretch>
            <a:fillRect/>
          </a:stretch>
        </p:blipFill>
        <p:spPr>
          <a:xfrm rot="5400000">
            <a:off x="-1006316" y="1336675"/>
            <a:ext cx="5153501" cy="4185285"/>
          </a:xfrm>
          <a:prstGeom prst="rect">
            <a:avLst/>
          </a:prstGeom>
        </p:spPr>
      </p:pic>
      <p:sp>
        <p:nvSpPr>
          <p:cNvPr id="5" name="六边形 4"/>
          <p:cNvSpPr/>
          <p:nvPr>
            <p:custDataLst>
              <p:tags r:id="rId4"/>
            </p:custDataLst>
          </p:nvPr>
        </p:nvSpPr>
        <p:spPr>
          <a:xfrm>
            <a:off x="2711054" y="2924175"/>
            <a:ext cx="879872" cy="1009650"/>
          </a:xfrm>
          <a:prstGeom prst="hexagon">
            <a:avLst/>
          </a:prstGeom>
          <a:solidFill>
            <a:schemeClr val="accent2"/>
          </a:solidFill>
          <a:ln>
            <a:solidFill>
              <a:schemeClr val="accent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24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3923929" y="2673627"/>
            <a:ext cx="3455876" cy="816646"/>
          </a:xfrm>
        </p:spPr>
        <p:txBody>
          <a:bodyPr rIns="63500" anchor="b">
            <a:noAutofit/>
          </a:bodyPr>
          <a:lstStyle>
            <a:lvl1pPr>
              <a:defRPr sz="3000" u="none" strike="noStrike" kern="1200" cap="none" spc="3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6"/>
            </p:custDataLst>
          </p:nvPr>
        </p:nvSpPr>
        <p:spPr>
          <a:xfrm>
            <a:off x="3923928" y="3571479"/>
            <a:ext cx="3455876" cy="682469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>
                <a:sym typeface="+mn-ea"/>
              </a:rPr>
              <a:t>单击此处</a:t>
            </a:r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600FD4D7-7442-44E9-A8D3-08E5FA0F96B0}" type="datetime1">
              <a:rPr lang="zh-CN" altLang="en-US" smtClean="0"/>
            </a:fld>
            <a:endParaRPr lang="zh-CN" altLang="en-US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 smtClean="0"/>
              <a:t>北京古城</a:t>
            </a:r>
            <a:endParaRPr lang="zh-CN" altLang="en-US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F06420EF-D4AB-4EDA-BAEF-53B46B51E6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79158" y="952508"/>
            <a:ext cx="3962432" cy="5388907"/>
          </a:xfrm>
        </p:spPr>
        <p:txBody>
          <a:bodyPr>
            <a:noAutofit/>
          </a:bodyPr>
          <a:lstStyle>
            <a:lvl1pPr>
              <a:defRPr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</a:t>
            </a:r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8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AA8B6349-258A-4B51-A7B0-5A710F5A903A}" type="datetime1">
              <a:rPr lang="zh-CN" altLang="en-US" smtClean="0"/>
            </a:fld>
            <a:endParaRPr lang="zh-CN" altLang="en-US"/>
          </a:p>
        </p:txBody>
      </p:sp>
      <p:sp>
        <p:nvSpPr>
          <p:cNvPr id="9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 smtClean="0"/>
              <a:t>北京古城</a:t>
            </a:r>
            <a:endParaRPr lang="zh-CN" altLang="en-US"/>
          </a:p>
        </p:txBody>
      </p:sp>
      <p:sp>
        <p:nvSpPr>
          <p:cNvPr id="10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6420EF-D4AB-4EDA-BAEF-53B46B51E6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502448" y="952508"/>
            <a:ext cx="396243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>
                <a:sym typeface="+mn-ea"/>
              </a:rPr>
              <a:t>单击此处</a:t>
            </a:r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02444" y="1406525"/>
            <a:ext cx="3962400" cy="4934752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4676813" y="952508"/>
            <a:ext cx="3962432" cy="381003"/>
          </a:xfrm>
        </p:spPr>
        <p:txBody>
          <a:bodyPr tIns="38100" rIns="76200" bIns="3810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406525"/>
            <a:ext cx="3962432" cy="4934752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D99F5386-3931-44E6-8EEE-FAA36E132194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buFontTx/>
              <a:buNone/>
              <a:defRPr noProof="0" dirty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 smtClean="0"/>
              <a:t>北京古城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6420EF-D4AB-4EDA-BAEF-53B46B51E6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 smtClean="0"/>
            </a:lvl1pPr>
          </a:lstStyle>
          <a:p>
            <a:fld id="{7E8B6379-A613-4C12-BF1A-F57C8D8D3B6B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北京古城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1pPr>
          </a:lstStyle>
          <a:p>
            <a:fld id="{F06420EF-D4AB-4EDA-BAEF-53B46B51E6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74F33EB5-3653-4B91-B002-C62F0E32403E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buFontTx/>
              <a:buNone/>
              <a:defRPr noProof="0" dirty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 smtClean="0"/>
              <a:t>北京古城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6420EF-D4AB-4EDA-BAEF-53B46B51E6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48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单击图标添加图片</a:t>
            </a:r>
            <a:endParaRPr lang="zh-CN" altLang="en-US"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4679194" y="952508"/>
            <a:ext cx="3962432" cy="5388907"/>
          </a:xfrm>
        </p:spPr>
        <p:txBody>
          <a:bodyPr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8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buFontTx/>
              <a:buNone/>
              <a:defRPr noProof="0" dirty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4499225E-C4F3-4188-B0D6-86015D397FA1}" type="datetime1">
              <a:rPr lang="zh-CN" altLang="en-US" smtClean="0"/>
            </a:fld>
            <a:endParaRPr lang="zh-CN" altLang="en-US"/>
          </a:p>
        </p:txBody>
      </p:sp>
      <p:sp>
        <p:nvSpPr>
          <p:cNvPr id="9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buFontTx/>
              <a:buNone/>
              <a:defRPr noProof="0" dirty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 smtClean="0"/>
              <a:t>北京古城</a:t>
            </a:r>
            <a:endParaRPr lang="zh-CN" altLang="en-US"/>
          </a:p>
        </p:txBody>
      </p:sp>
      <p:sp>
        <p:nvSpPr>
          <p:cNvPr id="10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6420EF-D4AB-4EDA-BAEF-53B46B51E6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7928351" y="952508"/>
            <a:ext cx="713238" cy="5388907"/>
          </a:xfrm>
        </p:spPr>
        <p:txBody>
          <a:bodyPr vert="eaVert" rtlCol="0" anchor="ctr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02444" y="952500"/>
            <a:ext cx="7371076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</a:t>
            </a:r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799B144C-A9A5-4AD3-9219-DB1EB645A75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buFontTx/>
              <a:buNone/>
              <a:defRPr noProof="0" dirty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 smtClean="0"/>
              <a:t>北京古城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6420EF-D4AB-4EDA-BAEF-53B46B51E6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502448" y="952508"/>
            <a:ext cx="8139178" cy="5388907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</a:t>
            </a:r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6" name="日期占位符 2"/>
          <p:cNvSpPr>
            <a:spLocks noGrp="1"/>
          </p:cNvSpPr>
          <p:nvPr>
            <p:ph type="dt" sz="half" idx="14"/>
            <p:custDataLst>
              <p:tags r:id="rId3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15"/>
            <p:custDataLst>
              <p:tags r:id="rId4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r>
              <a:rPr lang="zh-CN" altLang="en-US"/>
              <a:t>北京古城</a:t>
            </a:r>
            <a:endParaRPr lang="zh-CN" altLang="en-US"/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16"/>
            <p:custDataLst>
              <p:tags r:id="rId5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604E170-34F3-456A-9539-A9B12C468DB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末尾幻灯片">
    <p:bg bwMode="auto"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628649" y="2473126"/>
            <a:ext cx="7886701" cy="1911747"/>
          </a:xfrm>
        </p:spPr>
        <p:txBody>
          <a:bodyPr rtlCol="0" anchor="ctr">
            <a:no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单击此处编辑标题</a:t>
            </a:r>
            <a:endParaRPr noProof="1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r>
              <a:rPr lang="zh-CN" altLang="en-US"/>
              <a:t>北京古城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buFontTx/>
              <a:buNone/>
              <a:defRPr noProof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D74DE4A-AF88-4CC7-8A46-288F8CD57EC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4.xml"/><Relationship Id="rId16" Type="http://schemas.openxmlformats.org/officeDocument/2006/relationships/tags" Target="../tags/tag63.xml"/><Relationship Id="rId15" Type="http://schemas.openxmlformats.org/officeDocument/2006/relationships/tags" Target="../tags/tag62.xml"/><Relationship Id="rId14" Type="http://schemas.openxmlformats.org/officeDocument/2006/relationships/tags" Target="../tags/tag61.xml"/><Relationship Id="rId13" Type="http://schemas.openxmlformats.org/officeDocument/2006/relationships/tags" Target="../tags/tag60.xml"/><Relationship Id="rId12" Type="http://schemas.openxmlformats.org/officeDocument/2006/relationships/tags" Target="../tags/tag59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2"/>
            </p:custDataLst>
          </p:nvPr>
        </p:nvSpPr>
        <p:spPr bwMode="auto">
          <a:xfrm>
            <a:off x="502444" y="442913"/>
            <a:ext cx="8139113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3"/>
            </p:custDataLst>
          </p:nvPr>
        </p:nvSpPr>
        <p:spPr bwMode="auto">
          <a:xfrm>
            <a:off x="502444" y="952500"/>
            <a:ext cx="8139113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59606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 noProof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2ECCAC34-CB8B-4879-A4E2-FA747F2A132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087291" y="6350000"/>
            <a:ext cx="2969419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 smtClean="0"/>
              <a:t>北京古城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6457950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 noProof="1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F06420EF-D4AB-4EDA-BAEF-53B46B51E69C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1800" b="1" kern="1200" spc="200">
          <a:solidFill>
            <a:srgbClr val="262626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9pPr>
    </p:titleStyle>
    <p:bodyStyle>
      <a:lvl1pPr marL="171450" indent="-17145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200" kern="1200" spc="150">
          <a:solidFill>
            <a:srgbClr val="262626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5143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rgbClr val="262626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8572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rgbClr val="262626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2001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rgbClr val="262626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15430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rgbClr val="262626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 sz="600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中国.北京</a:t>
            </a:r>
            <a:endParaRPr lang="zh-CN" altLang="en-US" sz="600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4" name="副标题 3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 sz="2400">
                <a:latin typeface="楷体" panose="02010609060101010101" pitchFamily="49" charset="-122"/>
                <a:ea typeface="楷体" panose="02010609060101010101" pitchFamily="49" charset="-122"/>
              </a:rPr>
              <a:t>WELCOME TO BEIJING</a:t>
            </a:r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 smtClean="0"/>
              <a:t>北京古城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619672" y="1268760"/>
            <a:ext cx="6504023" cy="2585323"/>
          </a:xfrm>
          <a:prstGeom prst="rect">
            <a:avLst/>
          </a:prstGeom>
        </p:spPr>
        <p:txBody>
          <a:bodyPr wrap="square" numCol="1" spcCol="180000">
            <a:spAutoFit/>
          </a:bodyPr>
          <a:lstStyle/>
          <a:p>
            <a:r>
              <a:rPr lang="zh-CN" altLang="en-US" dirty="0" smtClean="0"/>
              <a:t>京剧舞台艺术在文学、表演、音乐、唱腔、锣鼓、化妆、脸谱等各个方面，通过无数艺人的长期舞台实践，构成了一套互相制约、相得益彰的格律化和规范化的程式。它作为创造舞台形象的艺术手段是十分丰富的，而用法又是十分严格的。不能驾驭这些程式，就无法完成京剧舞台艺术的创造。由于京剧在形成之初，便进入了宫廷，使它的发育成长不同于地方剧种。要求它所要表现的生活领域更宽，所要塑造的人物类型更多，对它的技艺的全面性、完整性也要求得更严，对它创造舞台形象的美学要求也更高。</a:t>
            </a:r>
            <a:endParaRPr lang="zh-CN" altLang="en-US" dirty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 smtClean="0"/>
              <a:t>北京古城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758315" y="188595"/>
            <a:ext cx="636524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60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北京古城的京剧</a:t>
            </a:r>
            <a:endParaRPr lang="zh-CN" altLang="en-US" sz="60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6000">
                <a:latin typeface="等线" panose="02010600030101010101" charset="-122"/>
                <a:ea typeface="等线" panose="02010600030101010101" charset="-122"/>
              </a:rPr>
              <a:t>宗教建筑</a:t>
            </a:r>
            <a:endParaRPr lang="zh-CN" altLang="en-US" sz="600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 smtClean="0"/>
              <a:t>北京古城</a:t>
            </a:r>
            <a:endParaRPr lang="zh-CN" altLang="en-US"/>
          </a:p>
        </p:txBody>
      </p:sp>
      <p:pic>
        <p:nvPicPr>
          <p:cNvPr id="4" name="图片 3" descr="WPS演示053素材文件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7675" y="2060575"/>
            <a:ext cx="3121025" cy="20726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ID" val="_2*i*1"/>
  <p:tag name="KSO_WM_UNIT_LAYERLEVEL" val="1"/>
  <p:tag name="KSO_WM_TAG_VERSION" val="1.0"/>
  <p:tag name="KSO_WM_BEAUTIFY_FLAG" val="#wm#"/>
  <p:tag name="KSO_WM_UNIT_TYPE" val="i"/>
  <p:tag name="KSO_WM_UNIT_INDEX" val="1"/>
  <p:tag name="KSO_WM_UNIT_DIAGRAM_ISNUMVISUAL" val="0"/>
  <p:tag name="KSO_WM_UNIT_DIAGRAM_ISREFERUNIT" val="0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76"/>
</p:tagLst>
</file>

<file path=ppt/tags/tag60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76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TAG_VERSION" val="1.0"/>
  <p:tag name="KSO_WM_BEAUTIFY_FLAG" val="#wm#"/>
  <p:tag name="KSO_WM_COMBINE_RELATE_SLIDE_ID" val="background20181944_1"/>
  <p:tag name="KSO_WM_TEMPLATE_CATEGORY" val="custom"/>
  <p:tag name="KSO_WM_TEMPLATE_INDEX" val="20196576"/>
  <p:tag name="KSO_WM_TEMPLATE_SUBCATEGORY" val="0"/>
  <p:tag name="KSO_WM_TEMPLATE_THUMBS_INDEX" val="1"/>
</p:tagLst>
</file>

<file path=ppt/tags/tag65.xml><?xml version="1.0" encoding="utf-8"?>
<p:tagLst xmlns:p="http://schemas.openxmlformats.org/presentationml/2006/main">
  <p:tag name="KSO_WPP_MARK_KEY" val="1766f480-a1c5-4ded-9d2c-97ee504e8082"/>
  <p:tag name="COMMONDATA" val="eyJoZGlkIjoiM2Q2NDY3ODBmZDEyZTZiNTFiOWYyZGE1YmNkNTA1NzMifQ=="/>
</p:tagLst>
</file>

<file path=ppt/theme/theme1.xml><?xml version="1.0" encoding="utf-8"?>
<a:theme xmlns:a="http://schemas.openxmlformats.org/drawingml/2006/main" name="主题二">
  <a:themeElements>
    <a:clrScheme name="2">
      <a:dk1>
        <a:sysClr val="windowText" lastClr="000000"/>
      </a:dk1>
      <a:lt1>
        <a:sysClr val="window" lastClr="FFFFFF"/>
      </a:lt1>
      <a:dk2>
        <a:srgbClr val="262626"/>
      </a:dk2>
      <a:lt2>
        <a:srgbClr val="EEECE1"/>
      </a:lt2>
      <a:accent1>
        <a:srgbClr val="FFFFFF"/>
      </a:accent1>
      <a:accent2>
        <a:srgbClr val="1B1E1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271</Words>
  <Application>WPS 演示</Application>
  <PresentationFormat>全屏显示(4:3)</PresentationFormat>
  <Paragraphs>16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6" baseType="lpstr">
      <vt:lpstr>Arial</vt:lpstr>
      <vt:lpstr>宋体</vt:lpstr>
      <vt:lpstr>Wingdings</vt:lpstr>
      <vt:lpstr>楷体</vt:lpstr>
      <vt:lpstr>Calibri</vt:lpstr>
      <vt:lpstr>微软雅黑</vt:lpstr>
      <vt:lpstr>Arial Unicode MS</vt:lpstr>
      <vt:lpstr>黑体</vt:lpstr>
      <vt:lpstr>新宋体</vt:lpstr>
      <vt:lpstr>微软雅黑 Light</vt:lpstr>
      <vt:lpstr>仿宋</vt:lpstr>
      <vt:lpstr>等线</vt:lpstr>
      <vt:lpstr>主题二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zy</cp:lastModifiedBy>
  <cp:revision>24</cp:revision>
  <dcterms:created xsi:type="dcterms:W3CDTF">2018-01-22T06:35:00Z</dcterms:created>
  <dcterms:modified xsi:type="dcterms:W3CDTF">2023-10-26T05:44:59Z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D1A76D5C764B4252AE277FDCA81B9F40_12</vt:lpwstr>
  </property>
  <property fmtid="{D5CDD505-2E9C-101B-9397-08002B2CF9AE}" pid="3" name="KSOProductBuildVer">
    <vt:lpwstr>2052-11.1.0.14227</vt:lpwstr>
  </property>
</Properties>
</file>