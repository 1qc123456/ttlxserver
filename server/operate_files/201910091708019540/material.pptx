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57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94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2019-10-09T08:14:53Z</dcterms:created>
  <dcterms:modified xsi:type="dcterms:W3CDTF">2019-10-12T06:11:53Z</dcterms:modified>
</cp:coreProperties>
</file>