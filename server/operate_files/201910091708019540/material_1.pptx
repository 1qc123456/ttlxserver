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wav" ContentType="audio/wav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256" r:id="rId2"/>
    <p:sldId id="258" r:id="rId3"/>
    <p:sldId id="257" r:id="rId4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-84" y="-8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D74E66-1491-41A0-A0EF-50A82E39973B}" type="datetimeFigureOut">
              <a:rPr lang="zh-CN" altLang="en-US" smtClean="0"/>
              <a:t>2021/4/20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10B3DA-A095-4096-A8B8-8C5957A45C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32828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mtClean="0"/>
              <a:t>艺术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10B3DA-A095-4096-A8B8-8C5957A45CD4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55117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日期占位符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BF80EE6-0F17-4857-934D-B277C56A91AE}" type="datetime1">
              <a:rPr lang="zh-CN" altLang="en-US" smtClean="0"/>
              <a:t>2021/4/20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zh-CN" altLang="en-US" smtClean="0"/>
              <a:t>画册</a:t>
            </a:r>
            <a:endParaRPr lang="zh-CN" altLang="en-US"/>
          </a:p>
        </p:txBody>
      </p:sp>
      <p:sp>
        <p:nvSpPr>
          <p:cNvPr id="29" name="灯片编号占位符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2" name="矩形 31"/>
          <p:cNvSpPr/>
          <p:nvPr/>
        </p:nvSpPr>
        <p:spPr>
          <a:xfrm>
            <a:off x="0" y="-1"/>
            <a:ext cx="365760" cy="6854456"/>
          </a:xfrm>
          <a:prstGeom prst="rect">
            <a:avLst/>
          </a:prstGeom>
          <a:solidFill>
            <a:srgbClr val="FFFFFF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39" name="矩形 38"/>
          <p:cNvSpPr/>
          <p:nvPr/>
        </p:nvSpPr>
        <p:spPr>
          <a:xfrm>
            <a:off x="309558" y="680477"/>
            <a:ext cx="45720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0" name="矩形 39"/>
          <p:cNvSpPr/>
          <p:nvPr/>
        </p:nvSpPr>
        <p:spPr>
          <a:xfrm>
            <a:off x="269073" y="680477"/>
            <a:ext cx="2743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1" name="矩形 40"/>
          <p:cNvSpPr/>
          <p:nvPr/>
        </p:nvSpPr>
        <p:spPr>
          <a:xfrm>
            <a:off x="250020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42" name="矩形 41"/>
          <p:cNvSpPr/>
          <p:nvPr/>
        </p:nvSpPr>
        <p:spPr>
          <a:xfrm>
            <a:off x="221768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8" name="标题 7"/>
          <p:cNvSpPr>
            <a:spLocks noGrp="1"/>
          </p:cNvSpPr>
          <p:nvPr>
            <p:ph type="ctrTitle"/>
          </p:nvPr>
        </p:nvSpPr>
        <p:spPr>
          <a:xfrm>
            <a:off x="914400" y="4343400"/>
            <a:ext cx="7772400" cy="1975104"/>
          </a:xfrm>
        </p:spPr>
        <p:txBody>
          <a:bodyPr/>
          <a:lstStyle>
            <a:lvl1pPr marR="9144" algn="l">
              <a:defRPr sz="4000" b="1" cap="all" spc="0" baseline="0">
                <a:effectLst>
                  <a:reflection blurRad="12700" stA="34000" endA="740" endPos="53000" dir="5400000" sy="-100000" algn="bl" rotWithShape="0"/>
                </a:effectLst>
              </a:defRPr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9" name="副标题 8"/>
          <p:cNvSpPr>
            <a:spLocks noGrp="1"/>
          </p:cNvSpPr>
          <p:nvPr>
            <p:ph type="subTitle" idx="1"/>
          </p:nvPr>
        </p:nvSpPr>
        <p:spPr>
          <a:xfrm>
            <a:off x="914400" y="2834640"/>
            <a:ext cx="7772400" cy="1508760"/>
          </a:xfrm>
        </p:spPr>
        <p:txBody>
          <a:bodyPr lIns="100584" tIns="45720" anchor="b"/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zh-CN" altLang="en-US" smtClean="0"/>
              <a:t>单击此处编辑母版副标题样式</a:t>
            </a:r>
            <a:endParaRPr kumimoji="0" lang="en-US"/>
          </a:p>
        </p:txBody>
      </p:sp>
      <p:sp>
        <p:nvSpPr>
          <p:cNvPr id="56" name="矩形 55"/>
          <p:cNvSpPr/>
          <p:nvPr/>
        </p:nvSpPr>
        <p:spPr>
          <a:xfrm>
            <a:off x="255291" y="5047394"/>
            <a:ext cx="73152" cy="169164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5" name="矩形 64"/>
          <p:cNvSpPr/>
          <p:nvPr/>
        </p:nvSpPr>
        <p:spPr>
          <a:xfrm>
            <a:off x="255291" y="4796819"/>
            <a:ext cx="73152" cy="2286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6" name="矩形 65"/>
          <p:cNvSpPr/>
          <p:nvPr/>
        </p:nvSpPr>
        <p:spPr>
          <a:xfrm>
            <a:off x="255291" y="4637685"/>
            <a:ext cx="73152" cy="137160"/>
          </a:xfrm>
          <a:prstGeom prst="rect">
            <a:avLst/>
          </a:prstGeom>
          <a:solidFill>
            <a:schemeClr val="bg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7" name="矩形 66"/>
          <p:cNvSpPr/>
          <p:nvPr/>
        </p:nvSpPr>
        <p:spPr>
          <a:xfrm>
            <a:off x="255291" y="4542559"/>
            <a:ext cx="73152" cy="7315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  <p:transition spd="slow">
    <p:randomBar dir="vert"/>
    <p:sndAc>
      <p:stSnd>
        <p:snd r:embed="rId1" name="chimes.wav"/>
      </p:stSnd>
    </p:sndAc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C39BA10-6156-46C2-BB72-DCA6A47E1C65}" type="datetime1">
              <a:rPr lang="zh-CN" altLang="en-US" smtClean="0"/>
              <a:t>2021/4/20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zh-CN" altLang="en-US" smtClean="0"/>
              <a:t>画册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randomBar dir="vert"/>
    <p:sndAc>
      <p:stSnd>
        <p:snd r:embed="rId1" name="chimes.wav"/>
      </p:stSnd>
    </p:sndAc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任意多边形 13"/>
          <p:cNvSpPr>
            <a:spLocks/>
          </p:cNvSpPr>
          <p:nvPr/>
        </p:nvSpPr>
        <p:spPr bwMode="auto">
          <a:xfrm>
            <a:off x="4828952" y="1073888"/>
            <a:ext cx="4322136" cy="5791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3648"/>
              </a:cxn>
              <a:cxn ang="0">
                <a:pos x="720" y="2016"/>
              </a:cxn>
              <a:cxn ang="0">
                <a:pos x="2736" y="0"/>
              </a:cxn>
              <a:cxn ang="0">
                <a:pos x="2736" y="96"/>
              </a:cxn>
              <a:cxn ang="0">
                <a:pos x="744" y="2038"/>
              </a:cxn>
              <a:cxn ang="0">
                <a:pos x="48" y="3648"/>
              </a:cxn>
              <a:cxn ang="0">
                <a:pos x="0" y="3648"/>
              </a:cxn>
            </a:cxnLst>
            <a:rect l="0" t="0" r="0" b="0"/>
            <a:pathLst>
              <a:path w="2736" h="3648">
                <a:moveTo>
                  <a:pt x="0" y="3648"/>
                </a:moveTo>
                <a:lnTo>
                  <a:pt x="720" y="2016"/>
                </a:lnTo>
                <a:lnTo>
                  <a:pt x="2736" y="672"/>
                </a:lnTo>
                <a:lnTo>
                  <a:pt x="2736" y="720"/>
                </a:lnTo>
                <a:lnTo>
                  <a:pt x="744" y="2038"/>
                </a:lnTo>
                <a:lnTo>
                  <a:pt x="48" y="3648"/>
                </a:lnTo>
                <a:lnTo>
                  <a:pt x="48" y="3648"/>
                </a:lnTo>
                <a:close/>
              </a:path>
            </a:pathLst>
          </a:custGeom>
          <a:noFill/>
          <a:ln w="3175" cap="flat" cmpd="sng" algn="ctr">
            <a:solidFill>
              <a:schemeClr val="accent2">
                <a:alpha val="5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5" name="任意多边形 14"/>
          <p:cNvSpPr>
            <a:spLocks/>
          </p:cNvSpPr>
          <p:nvPr/>
        </p:nvSpPr>
        <p:spPr bwMode="auto">
          <a:xfrm>
            <a:off x="373966" y="0"/>
            <a:ext cx="5514536" cy="661533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4080"/>
              </a:cxn>
              <a:cxn ang="0">
                <a:pos x="0" y="4128"/>
              </a:cxn>
              <a:cxn ang="0">
                <a:pos x="3504" y="2640"/>
              </a:cxn>
              <a:cxn ang="0">
                <a:pos x="2880" y="0"/>
              </a:cxn>
              <a:cxn ang="0">
                <a:pos x="2832" y="0"/>
              </a:cxn>
              <a:cxn ang="0">
                <a:pos x="3465" y="2619"/>
              </a:cxn>
              <a:cxn ang="0">
                <a:pos x="0" y="4080"/>
              </a:cxn>
            </a:cxnLst>
            <a:rect l="0" t="0" r="0" b="0"/>
            <a:pathLst>
              <a:path w="3504" h="4128">
                <a:moveTo>
                  <a:pt x="0" y="4080"/>
                </a:moveTo>
                <a:lnTo>
                  <a:pt x="0" y="4128"/>
                </a:lnTo>
                <a:lnTo>
                  <a:pt x="3504" y="2640"/>
                </a:lnTo>
                <a:lnTo>
                  <a:pt x="2880" y="0"/>
                </a:lnTo>
                <a:lnTo>
                  <a:pt x="2832" y="0"/>
                </a:lnTo>
                <a:lnTo>
                  <a:pt x="3465" y="2619"/>
                </a:lnTo>
                <a:lnTo>
                  <a:pt x="0" y="4080"/>
                </a:lnTo>
                <a:close/>
              </a:path>
            </a:pathLst>
          </a:custGeom>
          <a:noFill/>
          <a:ln w="3175" cap="flat" cmpd="sng" algn="ctr">
            <a:solidFill>
              <a:schemeClr val="accent2">
                <a:alpha val="5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3" name="任意多边形 12"/>
          <p:cNvSpPr>
            <a:spLocks/>
          </p:cNvSpPr>
          <p:nvPr/>
        </p:nvSpPr>
        <p:spPr bwMode="auto">
          <a:xfrm rot="5236414">
            <a:off x="4462128" y="1483600"/>
            <a:ext cx="4114800" cy="118872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344"/>
              </a:cxn>
              <a:cxn ang="0">
                <a:pos x="0" y="48"/>
              </a:cxn>
              <a:cxn ang="0">
                <a:pos x="0" y="0"/>
              </a:cxn>
            </a:cxnLst>
            <a:rect l="0" t="0" r="0" b="0"/>
            <a:pathLst>
              <a:path w="3552" h="1344">
                <a:moveTo>
                  <a:pt x="0" y="0"/>
                </a:moveTo>
                <a:lnTo>
                  <a:pt x="3552" y="1344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18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6" name="任意多边形 15"/>
          <p:cNvSpPr>
            <a:spLocks/>
          </p:cNvSpPr>
          <p:nvPr/>
        </p:nvSpPr>
        <p:spPr bwMode="auto">
          <a:xfrm>
            <a:off x="5943600" y="0"/>
            <a:ext cx="2743200" cy="4267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104" y="0"/>
              </a:cxn>
              <a:cxn ang="0">
                <a:pos x="1728" y="0"/>
              </a:cxn>
              <a:cxn ang="0">
                <a:pos x="0" y="2688"/>
              </a:cxn>
              <a:cxn ang="0">
                <a:pos x="1104" y="0"/>
              </a:cxn>
            </a:cxnLst>
            <a:rect l="0" t="0" r="0" b="0"/>
            <a:pathLst>
              <a:path w="1728" h="2688">
                <a:moveTo>
                  <a:pt x="1104" y="0"/>
                </a:moveTo>
                <a:lnTo>
                  <a:pt x="1728" y="0"/>
                </a:lnTo>
                <a:lnTo>
                  <a:pt x="0" y="2688"/>
                </a:lnTo>
                <a:lnTo>
                  <a:pt x="1104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7" name="任意多边形 16"/>
          <p:cNvSpPr>
            <a:spLocks/>
          </p:cNvSpPr>
          <p:nvPr/>
        </p:nvSpPr>
        <p:spPr bwMode="auto">
          <a:xfrm>
            <a:off x="5943600" y="4267200"/>
            <a:ext cx="3200400" cy="11430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2016" y="240"/>
              </a:cxn>
              <a:cxn ang="0">
                <a:pos x="2016" y="720"/>
              </a:cxn>
              <a:cxn ang="0">
                <a:pos x="0" y="0"/>
              </a:cxn>
            </a:cxnLst>
            <a:rect l="0" t="0" r="0" b="0"/>
            <a:pathLst>
              <a:path w="2016" h="720">
                <a:moveTo>
                  <a:pt x="0" y="0"/>
                </a:moveTo>
                <a:lnTo>
                  <a:pt x="2016" y="240"/>
                </a:lnTo>
                <a:lnTo>
                  <a:pt x="2016" y="72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8" name="任意多边形 17"/>
          <p:cNvSpPr>
            <a:spLocks/>
          </p:cNvSpPr>
          <p:nvPr/>
        </p:nvSpPr>
        <p:spPr bwMode="auto">
          <a:xfrm>
            <a:off x="5943600" y="0"/>
            <a:ext cx="1371600" cy="4267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864" y="0"/>
              </a:cxn>
              <a:cxn ang="0">
                <a:pos x="0" y="2688"/>
              </a:cxn>
              <a:cxn ang="0">
                <a:pos x="768" y="0"/>
              </a:cxn>
              <a:cxn ang="0">
                <a:pos x="864" y="0"/>
              </a:cxn>
            </a:cxnLst>
            <a:rect l="0" t="0" r="0" b="0"/>
            <a:pathLst>
              <a:path w="864" h="2688">
                <a:moveTo>
                  <a:pt x="864" y="0"/>
                </a:moveTo>
                <a:lnTo>
                  <a:pt x="0" y="2688"/>
                </a:lnTo>
                <a:lnTo>
                  <a:pt x="768" y="0"/>
                </a:lnTo>
                <a:lnTo>
                  <a:pt x="864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9" name="任意多边形 18"/>
          <p:cNvSpPr>
            <a:spLocks/>
          </p:cNvSpPr>
          <p:nvPr/>
        </p:nvSpPr>
        <p:spPr bwMode="auto">
          <a:xfrm>
            <a:off x="5948363" y="4246563"/>
            <a:ext cx="2090737" cy="2611437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071" y="1645"/>
              </a:cxn>
              <a:cxn ang="0">
                <a:pos x="1317" y="1645"/>
              </a:cxn>
              <a:cxn ang="0">
                <a:pos x="0" y="0"/>
              </a:cxn>
              <a:cxn ang="0">
                <a:pos x="1071" y="1645"/>
              </a:cxn>
            </a:cxnLst>
            <a:rect l="0" t="0" r="0" b="0"/>
            <a:pathLst>
              <a:path w="1317" h="1645">
                <a:moveTo>
                  <a:pt x="1071" y="1645"/>
                </a:moveTo>
                <a:lnTo>
                  <a:pt x="1317" y="1645"/>
                </a:lnTo>
                <a:lnTo>
                  <a:pt x="0" y="0"/>
                </a:lnTo>
                <a:lnTo>
                  <a:pt x="1071" y="1645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0" name="任意多边形 19"/>
          <p:cNvSpPr>
            <a:spLocks/>
          </p:cNvSpPr>
          <p:nvPr/>
        </p:nvSpPr>
        <p:spPr bwMode="auto">
          <a:xfrm>
            <a:off x="5943600" y="4267200"/>
            <a:ext cx="16002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008" y="1632"/>
              </a:cxn>
              <a:cxn ang="0">
                <a:pos x="0" y="0"/>
              </a:cxn>
              <a:cxn ang="0">
                <a:pos x="960" y="1632"/>
              </a:cxn>
              <a:cxn ang="0">
                <a:pos x="1008" y="1632"/>
              </a:cxn>
            </a:cxnLst>
            <a:rect l="0" t="0" r="0" b="0"/>
            <a:pathLst>
              <a:path w="1008" h="1632">
                <a:moveTo>
                  <a:pt x="1008" y="1632"/>
                </a:moveTo>
                <a:lnTo>
                  <a:pt x="0" y="0"/>
                </a:lnTo>
                <a:lnTo>
                  <a:pt x="960" y="1632"/>
                </a:lnTo>
                <a:lnTo>
                  <a:pt x="1008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1" name="任意多边形 20"/>
          <p:cNvSpPr>
            <a:spLocks/>
          </p:cNvSpPr>
          <p:nvPr/>
        </p:nvSpPr>
        <p:spPr bwMode="auto">
          <a:xfrm>
            <a:off x="5943600" y="1371600"/>
            <a:ext cx="3200400" cy="2895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2016" y="0"/>
              </a:cxn>
              <a:cxn ang="0">
                <a:pos x="2016" y="144"/>
              </a:cxn>
              <a:cxn ang="0">
                <a:pos x="0" y="1824"/>
              </a:cxn>
              <a:cxn ang="0">
                <a:pos x="2016" y="0"/>
              </a:cxn>
            </a:cxnLst>
            <a:rect l="0" t="0" r="0" b="0"/>
            <a:pathLst>
              <a:path w="2016" h="1824">
                <a:moveTo>
                  <a:pt x="2016" y="0"/>
                </a:moveTo>
                <a:lnTo>
                  <a:pt x="2016" y="144"/>
                </a:lnTo>
                <a:lnTo>
                  <a:pt x="0" y="1824"/>
                </a:lnTo>
                <a:lnTo>
                  <a:pt x="2016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2" name="任意多边形 21"/>
          <p:cNvSpPr>
            <a:spLocks/>
          </p:cNvSpPr>
          <p:nvPr/>
        </p:nvSpPr>
        <p:spPr bwMode="auto">
          <a:xfrm>
            <a:off x="5943600" y="1752600"/>
            <a:ext cx="3200400" cy="2514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2016" y="0"/>
              </a:cxn>
              <a:cxn ang="0">
                <a:pos x="0" y="1584"/>
              </a:cxn>
              <a:cxn ang="0">
                <a:pos x="2016" y="48"/>
              </a:cxn>
              <a:cxn ang="0">
                <a:pos x="2016" y="0"/>
              </a:cxn>
            </a:cxnLst>
            <a:rect l="0" t="0" r="0" b="0"/>
            <a:pathLst>
              <a:path w="2016" h="1584">
                <a:moveTo>
                  <a:pt x="2016" y="0"/>
                </a:moveTo>
                <a:lnTo>
                  <a:pt x="0" y="1584"/>
                </a:lnTo>
                <a:lnTo>
                  <a:pt x="2016" y="48"/>
                </a:lnTo>
                <a:lnTo>
                  <a:pt x="2016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3" name="任意多边形 22"/>
          <p:cNvSpPr>
            <a:spLocks/>
          </p:cNvSpPr>
          <p:nvPr/>
        </p:nvSpPr>
        <p:spPr bwMode="auto">
          <a:xfrm>
            <a:off x="990600" y="4267200"/>
            <a:ext cx="49530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3120" y="0"/>
              </a:cxn>
              <a:cxn ang="0">
                <a:pos x="1056" y="1632"/>
              </a:cxn>
              <a:cxn ang="0">
                <a:pos x="0" y="1632"/>
              </a:cxn>
            </a:cxnLst>
            <a:rect l="0" t="0" r="0" b="0"/>
            <a:pathLst>
              <a:path w="3120" h="1632">
                <a:moveTo>
                  <a:pt x="0" y="1632"/>
                </a:moveTo>
                <a:lnTo>
                  <a:pt x="3120" y="0"/>
                </a:lnTo>
                <a:lnTo>
                  <a:pt x="1056" y="1632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4" name="任意多边形 23"/>
          <p:cNvSpPr>
            <a:spLocks/>
          </p:cNvSpPr>
          <p:nvPr/>
        </p:nvSpPr>
        <p:spPr bwMode="auto">
          <a:xfrm>
            <a:off x="533400" y="4267200"/>
            <a:ext cx="53340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3360" y="0"/>
              </a:cxn>
              <a:cxn ang="0">
                <a:pos x="144" y="1632"/>
              </a:cxn>
              <a:cxn ang="0">
                <a:pos x="0" y="1632"/>
              </a:cxn>
            </a:cxnLst>
            <a:rect l="0" t="0" r="0" b="0"/>
            <a:pathLst>
              <a:path w="3360" h="1632">
                <a:moveTo>
                  <a:pt x="0" y="1632"/>
                </a:moveTo>
                <a:lnTo>
                  <a:pt x="3360" y="0"/>
                </a:lnTo>
                <a:lnTo>
                  <a:pt x="144" y="1632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5" name="任意多边形 24"/>
          <p:cNvSpPr>
            <a:spLocks/>
          </p:cNvSpPr>
          <p:nvPr/>
        </p:nvSpPr>
        <p:spPr bwMode="auto">
          <a:xfrm>
            <a:off x="366824" y="2438400"/>
            <a:ext cx="5638800" cy="1828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152"/>
              </a:cxn>
              <a:cxn ang="0">
                <a:pos x="0" y="384"/>
              </a:cxn>
              <a:cxn ang="0">
                <a:pos x="0" y="0"/>
              </a:cxn>
            </a:cxnLst>
            <a:rect l="0" t="0" r="0" b="0"/>
            <a:pathLst>
              <a:path w="3552" h="1152">
                <a:moveTo>
                  <a:pt x="0" y="0"/>
                </a:moveTo>
                <a:lnTo>
                  <a:pt x="3504" y="1152"/>
                </a:lnTo>
                <a:lnTo>
                  <a:pt x="0" y="384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6" name="任意多边形 25"/>
          <p:cNvSpPr>
            <a:spLocks/>
          </p:cNvSpPr>
          <p:nvPr/>
        </p:nvSpPr>
        <p:spPr bwMode="auto">
          <a:xfrm>
            <a:off x="366824" y="2133600"/>
            <a:ext cx="5638800" cy="2133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344"/>
              </a:cxn>
              <a:cxn ang="0">
                <a:pos x="0" y="48"/>
              </a:cxn>
              <a:cxn ang="0">
                <a:pos x="0" y="0"/>
              </a:cxn>
            </a:cxnLst>
            <a:rect l="0" t="0" r="0" b="0"/>
            <a:pathLst>
              <a:path w="3552" h="1344">
                <a:moveTo>
                  <a:pt x="0" y="0"/>
                </a:moveTo>
                <a:lnTo>
                  <a:pt x="3552" y="1344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7" name="任意多边形 26"/>
          <p:cNvSpPr>
            <a:spLocks/>
          </p:cNvSpPr>
          <p:nvPr/>
        </p:nvSpPr>
        <p:spPr bwMode="auto">
          <a:xfrm>
            <a:off x="4572000" y="4267200"/>
            <a:ext cx="13716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96" y="1632"/>
              </a:cxn>
              <a:cxn ang="0">
                <a:pos x="864" y="0"/>
              </a:cxn>
              <a:cxn ang="0">
                <a:pos x="0" y="1632"/>
              </a:cxn>
            </a:cxnLst>
            <a:rect l="0" t="0" r="0" b="0"/>
            <a:pathLst>
              <a:path w="864" h="1632">
                <a:moveTo>
                  <a:pt x="0" y="1632"/>
                </a:moveTo>
                <a:lnTo>
                  <a:pt x="96" y="1632"/>
                </a:lnTo>
                <a:lnTo>
                  <a:pt x="864" y="0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18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06902" y="1351672"/>
            <a:ext cx="5718048" cy="977486"/>
          </a:xfrm>
        </p:spPr>
        <p:txBody>
          <a:bodyPr lIns="82296" tIns="45720" bIns="0" anchor="t"/>
          <a:lstStyle>
            <a:lvl1pPr marL="54864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FF271C4-D408-48FB-92E4-EB3AD0E65AEB}" type="datetime1">
              <a:rPr lang="zh-CN" altLang="en-US" smtClean="0"/>
              <a:t>2021/4/20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zh-CN" altLang="en-US" smtClean="0"/>
              <a:t>画册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363160" y="402264"/>
            <a:ext cx="8503920" cy="886265"/>
          </a:xfrm>
          <a:prstGeom prst="rect">
            <a:avLst/>
          </a:prstGeom>
          <a:solidFill>
            <a:schemeClr val="bg2">
              <a:tint val="95000"/>
              <a:satMod val="180000"/>
              <a:alpha val="4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06902" y="512064"/>
            <a:ext cx="8156448" cy="777240"/>
          </a:xfrm>
        </p:spPr>
        <p:txBody>
          <a:bodyPr tIns="64008"/>
          <a:lstStyle>
            <a:lvl1pPr algn="l">
              <a:buNone/>
              <a:defRPr sz="3800" b="0" cap="none" spc="-150" baseline="0"/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8" name="矩形 7"/>
          <p:cNvSpPr/>
          <p:nvPr/>
        </p:nvSpPr>
        <p:spPr>
          <a:xfrm flipH="1">
            <a:off x="371538" y="680477"/>
            <a:ext cx="2743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9" name="矩形 8"/>
          <p:cNvSpPr/>
          <p:nvPr/>
        </p:nvSpPr>
        <p:spPr>
          <a:xfrm flipH="1">
            <a:off x="411109" y="680477"/>
            <a:ext cx="2743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0" name="矩形 9"/>
          <p:cNvSpPr/>
          <p:nvPr/>
        </p:nvSpPr>
        <p:spPr>
          <a:xfrm flipH="1">
            <a:off x="448450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 flipH="1">
            <a:off x="476702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2" name="矩形 11"/>
          <p:cNvSpPr/>
          <p:nvPr/>
        </p:nvSpPr>
        <p:spPr>
          <a:xfrm>
            <a:off x="500478" y="680477"/>
            <a:ext cx="36576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  <p:transition spd="slow">
    <p:randomBar dir="vert"/>
    <p:sndAc>
      <p:stSnd>
        <p:snd r:embed="rId1" name="chimes.wav"/>
      </p:stSnd>
    </p:sndAc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512064"/>
            <a:ext cx="8229600" cy="914400"/>
          </a:xfrm>
        </p:spPr>
        <p:txBody>
          <a:bodyPr/>
          <a:lstStyle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4344" y="17705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344" y="17705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101D3BD-31F9-46A2-BCCB-831146CB0154}" type="datetime1">
              <a:rPr lang="zh-CN" altLang="en-US" smtClean="0"/>
              <a:t>2021/4/20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zh-CN" altLang="en-US" smtClean="0"/>
              <a:t>画册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randomBar dir="vert"/>
    <p:sndAc>
      <p:stSnd>
        <p:snd r:embed="rId1" name="chimes.wav"/>
      </p:stSnd>
    </p:sndAc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/>
          <p:cNvSpPr/>
          <p:nvPr/>
        </p:nvSpPr>
        <p:spPr>
          <a:xfrm>
            <a:off x="0" y="402265"/>
            <a:ext cx="8867080" cy="886265"/>
          </a:xfrm>
          <a:prstGeom prst="rect">
            <a:avLst/>
          </a:prstGeom>
          <a:solidFill>
            <a:schemeClr val="bg2">
              <a:tint val="95000"/>
              <a:satMod val="180000"/>
              <a:alpha val="4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4824" y="512064"/>
            <a:ext cx="7772400" cy="914400"/>
          </a:xfrm>
        </p:spPr>
        <p:txBody>
          <a:bodyPr anchor="t"/>
          <a:lstStyle>
            <a:lvl1pPr>
              <a:defRPr sz="4000"/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809750"/>
            <a:ext cx="4040188" cy="639762"/>
          </a:xfrm>
        </p:spPr>
        <p:txBody>
          <a:bodyPr anchor="ctr"/>
          <a:lstStyle>
            <a:lvl1pPr marL="73152" indent="0" algn="l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4645025" y="1809750"/>
            <a:ext cx="4041775" cy="639762"/>
          </a:xfrm>
        </p:spPr>
        <p:txBody>
          <a:bodyPr anchor="ctr"/>
          <a:lstStyle>
            <a:lvl1pPr marL="73152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2"/>
          </p:nvPr>
        </p:nvSpPr>
        <p:spPr>
          <a:xfrm>
            <a:off x="457200" y="2459037"/>
            <a:ext cx="4040188" cy="39593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459037"/>
            <a:ext cx="4041775" cy="39593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F6EEB86-A1F1-419A-811F-9060F24D5B1E}" type="datetime1">
              <a:rPr lang="zh-CN" altLang="en-US" smtClean="0"/>
              <a:t>2021/4/20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zh-CN" altLang="en-US" smtClean="0"/>
              <a:t>画册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87790" y="680477"/>
            <a:ext cx="45720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7" name="矩形 16"/>
          <p:cNvSpPr/>
          <p:nvPr/>
        </p:nvSpPr>
        <p:spPr>
          <a:xfrm>
            <a:off x="47305" y="680477"/>
            <a:ext cx="2743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8" name="矩形 17"/>
          <p:cNvSpPr/>
          <p:nvPr/>
        </p:nvSpPr>
        <p:spPr>
          <a:xfrm>
            <a:off x="28252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9" name="矩形 18"/>
          <p:cNvSpPr/>
          <p:nvPr/>
        </p:nvSpPr>
        <p:spPr>
          <a:xfrm>
            <a:off x="0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0" name="矩形 19"/>
          <p:cNvSpPr/>
          <p:nvPr/>
        </p:nvSpPr>
        <p:spPr>
          <a:xfrm flipH="1">
            <a:off x="149770" y="680477"/>
            <a:ext cx="2743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1" name="矩形 20"/>
          <p:cNvSpPr/>
          <p:nvPr/>
        </p:nvSpPr>
        <p:spPr>
          <a:xfrm flipH="1">
            <a:off x="189341" y="680477"/>
            <a:ext cx="2743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2" name="矩形 21"/>
          <p:cNvSpPr/>
          <p:nvPr/>
        </p:nvSpPr>
        <p:spPr>
          <a:xfrm flipH="1">
            <a:off x="226682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9" name="矩形 28"/>
          <p:cNvSpPr/>
          <p:nvPr/>
        </p:nvSpPr>
        <p:spPr>
          <a:xfrm flipH="1">
            <a:off x="254934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30" name="矩形 29"/>
          <p:cNvSpPr/>
          <p:nvPr/>
        </p:nvSpPr>
        <p:spPr>
          <a:xfrm>
            <a:off x="278710" y="680477"/>
            <a:ext cx="36576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  <p:transition spd="slow">
    <p:randomBar dir="vert"/>
    <p:sndAc>
      <p:stSnd>
        <p:snd r:embed="rId1" name="chimes.wav"/>
      </p:stSnd>
    </p:sndAc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512064"/>
            <a:ext cx="7772400" cy="914400"/>
          </a:xfrm>
        </p:spPr>
        <p:txBody>
          <a:bodyPr/>
          <a:lstStyle>
            <a:lvl1pPr>
              <a:defRPr sz="4000" cap="none" baseline="0"/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A6E5C37-BA3A-4329-8BDC-DEA98BB6062A}" type="datetime1">
              <a:rPr lang="zh-CN" altLang="en-US" smtClean="0"/>
              <a:t>2021/4/20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zh-CN" altLang="en-US" smtClean="0"/>
              <a:t>画册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randomBar dir="vert"/>
    <p:sndAc>
      <p:stSnd>
        <p:snd r:embed="rId1" name="chimes.wav"/>
      </p:stSnd>
    </p:sndAc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1364B0D-8626-4A3A-B1A1-17B05E6DB6F3}" type="datetime1">
              <a:rPr lang="zh-CN" altLang="en-US" smtClean="0"/>
              <a:t>2021/4/20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zh-CN" altLang="en-US" smtClean="0"/>
              <a:t>画册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randomBar dir="vert"/>
    <p:sndAc>
      <p:stSnd>
        <p:snd r:embed="rId1" name="chimes.wav"/>
      </p:stSnd>
    </p:sndAc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273050"/>
            <a:ext cx="8229600" cy="1162050"/>
          </a:xfrm>
        </p:spPr>
        <p:txBody>
          <a:bodyPr anchor="ctr"/>
          <a:lstStyle>
            <a:lvl1pPr algn="l">
              <a:buNone/>
              <a:defRPr sz="3600" b="0"/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685800" y="1435100"/>
            <a:ext cx="2514600" cy="4572000"/>
          </a:xfrm>
        </p:spPr>
        <p:txBody>
          <a:bodyPr/>
          <a:lstStyle>
            <a:lvl1pPr marL="54864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1"/>
          </p:nvPr>
        </p:nvSpPr>
        <p:spPr>
          <a:xfrm>
            <a:off x="3429000" y="1435100"/>
            <a:ext cx="54864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8929917-BA4F-48F6-B25D-0C043F3ADD58}" type="datetime1">
              <a:rPr lang="zh-CN" altLang="en-US" smtClean="0"/>
              <a:t>2021/4/20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zh-CN" altLang="en-US" smtClean="0"/>
              <a:t>画册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randomBar dir="vert"/>
    <p:sndAc>
      <p:stSnd>
        <p:snd r:embed="rId1" name="chimes.wav"/>
      </p:stSnd>
    </p:sndAc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368032" y="0"/>
            <a:ext cx="8778240" cy="1878037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9" name="直接连接符 8"/>
          <p:cNvCxnSpPr/>
          <p:nvPr/>
        </p:nvCxnSpPr>
        <p:spPr>
          <a:xfrm flipV="1">
            <a:off x="363195" y="1885028"/>
            <a:ext cx="8782622" cy="0"/>
          </a:xfrm>
          <a:prstGeom prst="line">
            <a:avLst/>
          </a:prstGeom>
          <a:noFill/>
          <a:ln w="19050" cap="flat" cmpd="sng" algn="ctr">
            <a:solidFill>
              <a:srgbClr val="FFFFFF">
                <a:alpha val="100000"/>
              </a:srgbClr>
            </a:soli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" name="组合 9"/>
          <p:cNvGrpSpPr/>
          <p:nvPr/>
        </p:nvGrpSpPr>
        <p:grpSpPr>
          <a:xfrm rot="5400000">
            <a:off x="8514581" y="1219200"/>
            <a:ext cx="132763" cy="128466"/>
            <a:chOff x="6668087" y="1297746"/>
            <a:chExt cx="161840" cy="156602"/>
          </a:xfrm>
        </p:grpSpPr>
        <p:cxnSp>
          <p:nvCxnSpPr>
            <p:cNvPr id="15" name="直接连接符 14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 bwMode="grayWhite">
          <a:xfrm>
            <a:off x="914400" y="441251"/>
            <a:ext cx="6858000" cy="701749"/>
          </a:xfrm>
        </p:spPr>
        <p:txBody>
          <a:bodyPr anchor="b"/>
          <a:lstStyle>
            <a:lvl1pPr algn="l">
              <a:buNone/>
              <a:defRPr sz="2100" b="0"/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68032" y="1893781"/>
            <a:ext cx="8778240" cy="4960144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zh-CN" altLang="en-US" smtClean="0"/>
              <a:t>单击图标添加图片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 bwMode="grayWhite">
          <a:xfrm>
            <a:off x="914400" y="1150144"/>
            <a:ext cx="6858000" cy="685800"/>
          </a:xfrm>
        </p:spPr>
        <p:txBody>
          <a:bodyPr/>
          <a:lstStyle>
            <a:lvl1pPr marL="27432" indent="0">
              <a:spcBef>
                <a:spcPts val="0"/>
              </a:spcBef>
              <a:buNone/>
              <a:defRPr sz="14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grpSp>
        <p:nvGrpSpPr>
          <p:cNvPr id="14" name="组合 13"/>
          <p:cNvGrpSpPr/>
          <p:nvPr/>
        </p:nvGrpSpPr>
        <p:grpSpPr>
          <a:xfrm rot="5400000">
            <a:off x="8666981" y="1371600"/>
            <a:ext cx="132763" cy="128466"/>
            <a:chOff x="6668087" y="1297746"/>
            <a:chExt cx="161840" cy="156602"/>
          </a:xfrm>
        </p:grpSpPr>
        <p:cxnSp>
          <p:nvCxnSpPr>
            <p:cNvPr id="11" name="直接连接符 10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组合 17"/>
          <p:cNvGrpSpPr/>
          <p:nvPr/>
        </p:nvGrpSpPr>
        <p:grpSpPr>
          <a:xfrm rot="5400000">
            <a:off x="8320088" y="1474763"/>
            <a:ext cx="132763" cy="128466"/>
            <a:chOff x="6668087" y="1297746"/>
            <a:chExt cx="161840" cy="156602"/>
          </a:xfrm>
        </p:grpSpPr>
        <p:cxnSp>
          <p:nvCxnSpPr>
            <p:cNvPr id="19" name="直接连接符 18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477000" y="55499"/>
            <a:ext cx="2133600" cy="365125"/>
          </a:xfrm>
        </p:spPr>
        <p:txBody>
          <a:bodyPr/>
          <a:lstStyle>
            <a:extLst/>
          </a:lstStyle>
          <a:p>
            <a:fld id="{8EF7EFF8-7932-4043-A1DA-B774621AE681}" type="datetime1">
              <a:rPr lang="zh-CN" altLang="en-US" smtClean="0"/>
              <a:t>2021/4/20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914400" y="55499"/>
            <a:ext cx="5562600" cy="365125"/>
          </a:xfrm>
        </p:spPr>
        <p:txBody>
          <a:bodyPr/>
          <a:lstStyle>
            <a:extLst/>
          </a:lstStyle>
          <a:p>
            <a:r>
              <a:rPr lang="zh-CN" altLang="en-US" smtClean="0"/>
              <a:t>画册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55499"/>
            <a:ext cx="457200" cy="365125"/>
          </a:xfrm>
        </p:spPr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randomBar dir="vert"/>
    <p:sndAc>
      <p:stSnd>
        <p:snd r:embed="rId1" name="chimes.wav"/>
      </p:stSnd>
    </p:sndAc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0B8DBC3-AE8C-46B2-B565-5B75E9600A8F}" type="datetime1">
              <a:rPr lang="zh-CN" altLang="en-US" smtClean="0"/>
              <a:t>2021/4/20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zh-CN" altLang="en-US" smtClean="0"/>
              <a:t>画册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randomBar dir="vert"/>
    <p:sndAc>
      <p:stSnd>
        <p:snd r:embed="rId1" name="chimes.wav"/>
      </p:stSnd>
    </p:sndAc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981200" cy="5851525"/>
          </a:xfrm>
        </p:spPr>
        <p:txBody>
          <a:bodyPr vert="eaVert" anchor="ctr"/>
          <a:lstStyle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58674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7E4D630-C193-467E-B080-378578D2F83B}" type="datetime1">
              <a:rPr lang="zh-CN" altLang="en-US" smtClean="0"/>
              <a:t>2021/4/20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zh-CN" altLang="en-US" smtClean="0"/>
              <a:t>画册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randomBar dir="vert"/>
    <p:sndAc>
      <p:stSnd>
        <p:snd r:embed="rId1" name="chimes.wav"/>
      </p:stSnd>
    </p:sndAc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audio" Target="../media/audio1.wav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-1"/>
            <a:ext cx="365760" cy="6854456"/>
          </a:xfrm>
          <a:prstGeom prst="rect">
            <a:avLst/>
          </a:prstGeom>
          <a:solidFill>
            <a:srgbClr val="FFFFFF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矩形 7"/>
          <p:cNvSpPr/>
          <p:nvPr/>
        </p:nvSpPr>
        <p:spPr>
          <a:xfrm>
            <a:off x="255291" y="5047394"/>
            <a:ext cx="73152" cy="169164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矩形 8"/>
          <p:cNvSpPr/>
          <p:nvPr/>
        </p:nvSpPr>
        <p:spPr>
          <a:xfrm>
            <a:off x="255291" y="4796819"/>
            <a:ext cx="73152" cy="2286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255291" y="4637685"/>
            <a:ext cx="73152" cy="137160"/>
          </a:xfrm>
          <a:prstGeom prst="rect">
            <a:avLst/>
          </a:prstGeom>
          <a:solidFill>
            <a:schemeClr val="bg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>
            <a:off x="255291" y="4542559"/>
            <a:ext cx="73152" cy="7315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2" name="矩形 11"/>
          <p:cNvSpPr/>
          <p:nvPr/>
        </p:nvSpPr>
        <p:spPr>
          <a:xfrm>
            <a:off x="309558" y="680477"/>
            <a:ext cx="45720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5" name="矩形 14"/>
          <p:cNvSpPr/>
          <p:nvPr/>
        </p:nvSpPr>
        <p:spPr>
          <a:xfrm>
            <a:off x="269073" y="680477"/>
            <a:ext cx="27432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6" name="矩形 15"/>
          <p:cNvSpPr/>
          <p:nvPr/>
        </p:nvSpPr>
        <p:spPr>
          <a:xfrm>
            <a:off x="250020" y="680477"/>
            <a:ext cx="9144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7" name="矩形 16"/>
          <p:cNvSpPr/>
          <p:nvPr/>
        </p:nvSpPr>
        <p:spPr>
          <a:xfrm>
            <a:off x="221768" y="680477"/>
            <a:ext cx="9144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2" name="标题占位符 21"/>
          <p:cNvSpPr>
            <a:spLocks noGrp="1"/>
          </p:cNvSpPr>
          <p:nvPr>
            <p:ph type="title"/>
          </p:nvPr>
        </p:nvSpPr>
        <p:spPr>
          <a:xfrm>
            <a:off x="914400" y="512064"/>
            <a:ext cx="7772400" cy="914400"/>
          </a:xfrm>
          <a:prstGeom prst="rect">
            <a:avLst/>
          </a:prstGeom>
        </p:spPr>
        <p:txBody>
          <a:bodyPr vert="horz" anchor="t">
            <a:noAutofit/>
          </a:bodyPr>
          <a:lstStyle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"/>
          </p:nvPr>
        </p:nvSpPr>
        <p:spPr>
          <a:xfrm>
            <a:off x="914400" y="1783560"/>
            <a:ext cx="7772400" cy="4572000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  <a:p>
            <a:pPr lvl="1" eaLnBrk="1" latinLnBrk="0" hangingPunct="1"/>
            <a:r>
              <a:rPr kumimoji="0" lang="zh-CN" altLang="en-US" smtClean="0"/>
              <a:t>第二级</a:t>
            </a:r>
          </a:p>
          <a:p>
            <a:pPr lvl="2" eaLnBrk="1" latinLnBrk="0" hangingPunct="1"/>
            <a:r>
              <a:rPr kumimoji="0" lang="zh-CN" altLang="en-US" smtClean="0"/>
              <a:t>第三级</a:t>
            </a:r>
          </a:p>
          <a:p>
            <a:pPr lvl="3" eaLnBrk="1" latinLnBrk="0" hangingPunct="1"/>
            <a:r>
              <a:rPr kumimoji="0" lang="zh-CN" altLang="en-US" smtClean="0"/>
              <a:t>第四级</a:t>
            </a:r>
          </a:p>
          <a:p>
            <a:pPr lvl="4" eaLnBrk="1" latinLnBrk="0" hangingPunct="1"/>
            <a:r>
              <a:rPr kumimoji="0" lang="zh-CN" altLang="en-US" smtClean="0"/>
              <a:t>第五级</a:t>
            </a:r>
            <a:endParaRPr kumimoji="0" lang="en-US"/>
          </a:p>
        </p:txBody>
      </p:sp>
      <p:sp>
        <p:nvSpPr>
          <p:cNvPr id="14" name="日期占位符 13"/>
          <p:cNvSpPr>
            <a:spLocks noGrp="1"/>
          </p:cNvSpPr>
          <p:nvPr>
            <p:ph type="dt" sz="half" idx="2"/>
          </p:nvPr>
        </p:nvSpPr>
        <p:spPr>
          <a:xfrm>
            <a:off x="64770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fld id="{2FEF6AA7-3FE9-4535-8E19-085133E11F0A}" type="datetime1">
              <a:rPr lang="zh-CN" altLang="en-US" smtClean="0"/>
              <a:t>2021/4/20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>
          <a:xfrm>
            <a:off x="914400" y="6416675"/>
            <a:ext cx="556260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r>
              <a:rPr lang="zh-CN" altLang="en-US" smtClean="0"/>
              <a:t>画册</a:t>
            </a:r>
            <a:endParaRPr lang="zh-CN" altLang="en-US"/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4"/>
          </p:nvPr>
        </p:nvSpPr>
        <p:spPr>
          <a:xfrm>
            <a:off x="8610600" y="6416675"/>
            <a:ext cx="4572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  <a:extLst/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slow">
    <p:randomBar dir="vert"/>
    <p:sndAc>
      <p:stSnd>
        <p:snd r:embed="rId13" name="chimes.wav"/>
      </p:stSnd>
    </p:sndAc>
  </p:transition>
  <p:hf sldNum="0" hdr="0" dt="0"/>
  <p:txStyles>
    <p:titleStyle>
      <a:lvl1pPr algn="l" rtl="0" eaLnBrk="1" latinLnBrk="0" hangingPunct="1">
        <a:spcBef>
          <a:spcPct val="0"/>
        </a:spcBef>
        <a:buNone/>
        <a:defRPr kumimoji="0" sz="4000" kern="1200" spc="-100" baseline="0">
          <a:solidFill>
            <a:schemeClr val="tx2">
              <a:satMod val="200000"/>
            </a:schemeClr>
          </a:solidFill>
          <a:latin typeface="+mj-lt"/>
          <a:ea typeface="+mj-ea"/>
          <a:cs typeface="+mj-cs"/>
        </a:defRPr>
      </a:lvl1pPr>
      <a:extLst/>
    </p:titleStyle>
    <p:bodyStyle>
      <a:lvl1pPr marL="411480" indent="-342900" algn="l" rtl="0" eaLnBrk="1" latinLnBrk="0" hangingPunct="1">
        <a:spcBef>
          <a:spcPts val="700"/>
        </a:spcBef>
        <a:buClr>
          <a:schemeClr val="tx2"/>
        </a:buClr>
        <a:buSzPct val="95000"/>
        <a:buFont typeface="Wingdings"/>
        <a:buChar char="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40664" indent="-285750" algn="l" rtl="0" eaLnBrk="1" latinLnBrk="0" hangingPunct="1">
        <a:spcBef>
          <a:spcPct val="20000"/>
        </a:spcBef>
        <a:buClr>
          <a:schemeClr val="accent2"/>
        </a:buClr>
        <a:buSzPct val="90000"/>
        <a:buFont typeface="Wingdings"/>
        <a:buChar char="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96696" indent="-228600" algn="l" rtl="0" eaLnBrk="1" latinLnBrk="0" hangingPunct="1">
        <a:spcBef>
          <a:spcPct val="20000"/>
        </a:spcBef>
        <a:buClr>
          <a:schemeClr val="accent2"/>
        </a:buClr>
        <a:buFont typeface="Wingdings 2"/>
        <a:buChar char="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61872" indent="-228600" algn="l" rtl="0" eaLnBrk="1" latinLnBrk="0" hangingPunct="1">
        <a:spcBef>
          <a:spcPct val="20000"/>
        </a:spcBef>
        <a:buClr>
          <a:schemeClr val="accent3"/>
        </a:buClr>
        <a:buFont typeface="Wingdings 3"/>
        <a:buChar char="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1481328" indent="-21031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9928" indent="-21031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01952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93976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sz="8000" dirty="0" smtClean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画册</a:t>
            </a:r>
            <a:endParaRPr lang="zh-CN" altLang="en-US" sz="8000" dirty="0">
              <a:solidFill>
                <a:srgbClr val="FF0000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zh-CN" altLang="en-US" sz="4800" dirty="0" smtClean="0">
                <a:latin typeface="隶书" pitchFamily="49" charset="-122"/>
                <a:ea typeface="隶书" pitchFamily="49" charset="-122"/>
              </a:rPr>
              <a:t>丹丹</a:t>
            </a:r>
            <a:endParaRPr lang="zh-CN" altLang="en-US" sz="4800" dirty="0"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画册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1573356"/>
      </p:ext>
    </p:extLst>
  </p:cSld>
  <p:clrMapOvr>
    <a:masterClrMapping/>
  </p:clrMapOvr>
  <p:transition spd="slow">
    <p:randomBar dir="vert"/>
    <p:sndAc>
      <p:stSnd>
        <p:snd r:embed="rId3" name="chimes.wav"/>
      </p:stSnd>
    </p:sndAc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7000" y="1384300"/>
            <a:ext cx="6350000" cy="4089400"/>
          </a:xfrm>
          <a:prstGeom prst="rect">
            <a:avLst/>
          </a:prstGeom>
        </p:spPr>
      </p:pic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画册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0246523"/>
      </p:ext>
    </p:extLst>
  </p:cSld>
  <p:clrMapOvr>
    <a:masterClrMapping/>
  </p:clrMapOvr>
  <p:transition spd="slow">
    <p:randomBar dir="vert"/>
    <p:sndAc>
      <p:stSnd>
        <p:snd r:embed="rId2" name="chim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画册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1949064"/>
      </p:ext>
    </p:extLst>
  </p:cSld>
  <p:clrMapOvr>
    <a:masterClrMapping/>
  </p:clrMapOvr>
  <p:transition spd="slow">
    <p:randomBar dir="vert"/>
    <p:sndAc>
      <p:stSnd>
        <p:snd r:embed="rId2" name="chimes.wav"/>
      </p:stSnd>
    </p:sndAc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穿越">
  <a:themeElements>
    <a:clrScheme name="穿越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穿越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穿越">
      <a:fillStyleLst>
        <a:solidFill>
          <a:schemeClr val="phClr"/>
        </a:solidFill>
        <a:gradFill rotWithShape="1">
          <a:gsLst>
            <a:gs pos="0">
              <a:schemeClr val="phClr">
                <a:tint val="25000"/>
                <a:satMod val="125000"/>
              </a:schemeClr>
            </a:gs>
            <a:gs pos="40000">
              <a:schemeClr val="phClr">
                <a:tint val="55000"/>
                <a:satMod val="130000"/>
              </a:schemeClr>
            </a:gs>
            <a:gs pos="50000">
              <a:schemeClr val="phClr">
                <a:tint val="59000"/>
                <a:satMod val="130000"/>
              </a:schemeClr>
            </a:gs>
            <a:gs pos="65000">
              <a:schemeClr val="phClr">
                <a:tint val="55000"/>
                <a:satMod val="130000"/>
              </a:schemeClr>
            </a:gs>
            <a:gs pos="100000">
              <a:schemeClr val="phClr">
                <a:tint val="20000"/>
                <a:satMod val="12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48000"/>
                <a:satMod val="138000"/>
              </a:schemeClr>
            </a:gs>
            <a:gs pos="25000">
              <a:schemeClr val="phClr">
                <a:tint val="85000"/>
              </a:schemeClr>
            </a:gs>
            <a:gs pos="40000">
              <a:schemeClr val="phClr">
                <a:tint val="92000"/>
              </a:schemeClr>
            </a:gs>
            <a:gs pos="50000">
              <a:schemeClr val="phClr">
                <a:tint val="93000"/>
              </a:schemeClr>
            </a:gs>
            <a:gs pos="60000">
              <a:schemeClr val="phClr">
                <a:tint val="92000"/>
              </a:schemeClr>
            </a:gs>
            <a:gs pos="75000">
              <a:schemeClr val="phClr">
                <a:tint val="83000"/>
                <a:satMod val="108000"/>
              </a:schemeClr>
            </a:gs>
            <a:gs pos="100000">
              <a:schemeClr val="phClr">
                <a:tint val="48000"/>
                <a:satMod val="150000"/>
              </a:schemeClr>
            </a:gs>
          </a:gsLst>
          <a:lin ang="5400000" scaled="0"/>
        </a:gradFill>
      </a:fillStyleLst>
      <a:lnStyleLst>
        <a:ln w="12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</a:effectStyle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>
            <a:bevelT w="0" h="0"/>
            <a:contourClr>
              <a:schemeClr val="phClr">
                <a:tint val="70000"/>
              </a:schemeClr>
            </a:contourClr>
          </a:sp3d>
        </a:effectStyle>
        <a:effectStyle>
          <a:effectLst>
            <a:glow rad="101500">
              <a:schemeClr val="phClr">
                <a:alpha val="42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glow" dir="t">
              <a:rot lat="0" lon="0" rev="4800000"/>
            </a:lightRig>
          </a:scene3d>
          <a:sp3d prstMaterial="powder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bg1">
                <a:shade val="100000"/>
                <a:satMod val="150000"/>
              </a:schemeClr>
            </a:gs>
            <a:gs pos="65000">
              <a:schemeClr val="bg1">
                <a:shade val="90000"/>
                <a:satMod val="375000"/>
              </a:schemeClr>
            </a:gs>
            <a:gs pos="100000">
              <a:schemeClr val="phClr">
                <a:tint val="88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0000"/>
                <a:satMod val="180000"/>
              </a:schemeClr>
              <a:schemeClr val="phClr">
                <a:tint val="90000"/>
                <a:satMod val="20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Metro</Template>
  <TotalTime>7</TotalTime>
  <Words>8</Words>
  <Application>Microsoft Office PowerPoint</Application>
  <PresentationFormat>全屏显示(4:3)</PresentationFormat>
  <Paragraphs>7</Paragraphs>
  <Slides>3</Slides>
  <Notes>1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4" baseType="lpstr">
      <vt:lpstr>穿越</vt:lpstr>
      <vt:lpstr>画册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ZhijieIT</dc:creator>
  <cp:lastModifiedBy>86133</cp:lastModifiedBy>
  <cp:revision>2</cp:revision>
  <dcterms:created xsi:type="dcterms:W3CDTF">2019-10-09T08:14:53Z</dcterms:created>
  <dcterms:modified xsi:type="dcterms:W3CDTF">2021-04-20T06:35:37Z</dcterms:modified>
</cp:coreProperties>
</file>