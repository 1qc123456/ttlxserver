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马拉松（Marathon）长跑是国际上非常普及的长跑比赛项目，全程距离26英里385码，折合为42.195公里（也有说法为42.193公里）。分全程马拉松（Full Marathon）、半程马拉松（Half Marathon）和四分马拉松（Quarter Marathon）三种。以全程马拉松比赛最为普及，一般提及马拉松，即指全程马拉松。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2Q2NDY3ODBmZDEyZTZiNTFiOWYyZGE1YmNkNTA1NzMifQ=="/>
  <p:tag name="commondata" val="eyJoZGlkIjoiMjhjNzFjMjliYTMwZmQyYjMzM2NlZTBmYTgwNzU5YT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WPS 演示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黑体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大风歌</cp:lastModifiedBy>
  <cp:revision>6</cp:revision>
  <dcterms:created xsi:type="dcterms:W3CDTF">2023-10-27T02:51:00Z</dcterms:created>
  <dcterms:modified xsi:type="dcterms:W3CDTF">2024-01-02T12:22:19Z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E04DC097F3D6456D81DA1320A430C6A4_12</vt:lpwstr>
  </property>
  <property fmtid="{D5CDD505-2E9C-101B-9397-08002B2CF9AE}" pid="3" name="KSOProductBuildVer">
    <vt:lpwstr>2052-12.1.0.15712</vt:lpwstr>
  </property>
</Properties>
</file>