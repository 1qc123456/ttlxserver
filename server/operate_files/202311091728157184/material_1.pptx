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全面健身-马拉松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6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光谷马拉松</a:t>
            </a:r>
            <a:endParaRPr lang="zh-CN" altLang="en-US" sz="6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马拉松（Marathon）长跑是国际上非常普及的长跑比赛项目，全程距离26英里385码，折合为42.195公里（也有说法为42.193公里）。分全程马拉松（Full Marathon）、半程马拉松（Half Marathon）和四分马拉松（Quarter Marathon）三种。以全程马拉松比赛最为普及，一般提及马拉松，即指全程马拉松。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全面健身-马拉松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内容占位符 7" descr="素材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2068195"/>
            <a:ext cx="5181600" cy="3865245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01695" y="731520"/>
            <a:ext cx="5669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运动健儿加油</a:t>
            </a:r>
            <a:endParaRPr lang="zh-CN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全面健身-马拉松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tags/tag1.xml><?xml version="1.0" encoding="utf-8"?>
<p:tagLst xmlns:p="http://schemas.openxmlformats.org/presentationml/2006/main">
  <p:tag name="COMMONDATA" val="eyJoZGlkIjoiMjhjNzFjMjliYTMwZmQyYjMzM2NlZTBmYTgwNzU5YTQifQ=="/>
  <p:tag name="KSO_WPP_MARK_KEY" val="175b3b58-e458-438d-a90a-46fd2de06e3d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WPS 演示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光谷马拉松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大风歌</cp:lastModifiedBy>
  <cp:revision>12</cp:revision>
  <dcterms:created xsi:type="dcterms:W3CDTF">2023-10-27T02:51:00Z</dcterms:created>
  <dcterms:modified xsi:type="dcterms:W3CDTF">2023-11-01T01:54:00Z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E04DC097F3D6456D81DA1320A430C6A4_12</vt:lpwstr>
  </property>
  <property fmtid="{D5CDD505-2E9C-101B-9397-08002B2CF9AE}" pid="3" name="KSOProductBuildVer">
    <vt:lpwstr>2052-12.1.0.15336</vt:lpwstr>
  </property>
</Properties>
</file>