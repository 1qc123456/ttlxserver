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Rg st="1" end="2"/>
  </p:showPr>
  <p:clrMru>
    <a:srgbClr val="B9B3A9"/>
    <a:srgbClr val="FFFFFF"/>
    <a:srgbClr val="6D6559"/>
    <a:srgbClr val="978E7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pPr algn="r"/>
            <a:r>
              <a:rPr lang="zh-CN" altLang="zh-CN" sz="6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心之所向 驰之以往</a:t>
            </a:r>
            <a:endParaRPr lang="zh-CN" altLang="zh-CN" sz="6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692785" y="700405"/>
            <a:ext cx="2592000" cy="5040000"/>
          </a:xfrm>
          <a:prstGeom prst="rect">
            <a:avLst/>
          </a:prstGeom>
          <a:noFill/>
          <a:ln w="57150">
            <a:solidFill>
              <a:srgbClr val="978E7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46495" y="1040130"/>
            <a:ext cx="486981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心之所向，素履以往，生如逆旅，一苇以航。无论前路多么坎坷，只要心中有目标，便能披荆斩棘，勇往直前。就像那在黑暗中独自前行的旅人，凭借着对光明的向往，一步步走向远方。即使脚下是泥泞的道路，心中有梦，脚下就有力量。每一次的跌倒，都是成长的印记；每一次的坚持，都是对梦想的追逐。让我们带着初心，向着心中的方向，一路前行，直到抵达梦想的彼岸。</a:t>
            </a:r>
            <a:endParaRPr sz="200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2" name="图片 1" descr="旅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360" y="1300480"/>
            <a:ext cx="3790950" cy="3848100"/>
          </a:xfrm>
          <a:prstGeom prst="rect">
            <a:avLst/>
          </a:prstGeom>
          <a:ln w="38100">
            <a:solidFill>
              <a:srgbClr val="B9B3A9"/>
            </a:solidFill>
          </a:ln>
        </p:spPr>
      </p:pic>
      <p:cxnSp>
        <p:nvCxnSpPr>
          <p:cNvPr id="3" name="直接连接符 2"/>
          <p:cNvCxnSpPr/>
          <p:nvPr/>
        </p:nvCxnSpPr>
        <p:spPr>
          <a:xfrm flipV="1">
            <a:off x="6200775" y="700405"/>
            <a:ext cx="5040000" cy="0"/>
          </a:xfrm>
          <a:prstGeom prst="line">
            <a:avLst/>
          </a:prstGeom>
          <a:ln w="76200">
            <a:solidFill>
              <a:srgbClr val="6D655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u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心之所向 驰之以往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157</cp:revision>
  <dcterms:created xsi:type="dcterms:W3CDTF">2019-06-19T02:08:00Z</dcterms:created>
  <dcterms:modified xsi:type="dcterms:W3CDTF">2025-03-18T07:30:35Z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03AB64A478774C598309DDB9D60AD332_11</vt:lpwstr>
  </property>
</Properties>
</file>