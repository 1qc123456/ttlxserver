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6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</cp:lastModifiedBy>
  <cp:revision>155</cp:revision>
  <dcterms:created xsi:type="dcterms:W3CDTF">2019-06-19T02:08:00Z</dcterms:created>
  <dcterms:modified xsi:type="dcterms:W3CDTF">2025-03-18T06:28:15Z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C58CA4F197FF49B69CD59D663B557F8D_11</vt:lpwstr>
  </property>
</Properties>
</file>