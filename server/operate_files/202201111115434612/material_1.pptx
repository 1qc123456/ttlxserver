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6" r:id="rId3"/>
    <p:sldId id="259" r:id="rId4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8B1EC-8077-4410-BB11-E01341295445}" type="datetimeFigureOut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48EC7-BD1B-4C37-B329-D8300FE3C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99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48EC7-BD1B-4C37-B329-D8300FE3C6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0A53A-9445-474A-BF82-BF4C90E15C1F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BCB61-7D39-4768-A0BE-562D570C4289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80A8-1E0A-47CA-8A0E-A520BF478236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620CD-012E-463D-9CD0-4CA535CD2FFC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F03A0-2E54-43AA-9BAF-4F84112F0955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7220-95B3-4758-95B7-8564B8FF872E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D874B-C072-4E5E-80D2-C42B2716B756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82913-0841-44C9-AAED-42ACFB684AA7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48B98-49A7-4355-AB3F-1679AFE90015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E217-3556-4D79-8AF1-620F315B7AAF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1E77F-0D25-4B69-AA86-D1779E084333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85C34997-E6E2-42E4-A599-10EBCD60E88F}" type="datetime1">
              <a:rPr lang="zh-CN" altLang="en-US" smtClean="0"/>
              <a:t>2022-01-11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zh-CN" altLang="en-US" smtClean="0"/>
              <a:t>稻田里的守望者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ike.com/wikiid/3077522587623551411?from=wiki_content&amp;prd=innerlink" TargetMode="External"/><Relationship Id="rId3" Type="http://schemas.openxmlformats.org/officeDocument/2006/relationships/hyperlink" Target="https://www.baike.com/wikiid/3946012800448860072?from=wiki_content&amp;prd=innerlink" TargetMode="External"/><Relationship Id="rId7" Type="http://schemas.openxmlformats.org/officeDocument/2006/relationships/hyperlink" Target="https://www.baike.com/wikiid/1926785606290185198?from=wiki_content&amp;prd=innerlink" TargetMode="External"/><Relationship Id="rId2" Type="http://schemas.openxmlformats.org/officeDocument/2006/relationships/hyperlink" Target="https://www.baike.com/wikiid/1519484778092109287?from=wiki_content&amp;prd=inner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ike.com/wikiid/7649253012940736901?from=wiki_content&amp;prd=innerlink" TargetMode="External"/><Relationship Id="rId5" Type="http://schemas.openxmlformats.org/officeDocument/2006/relationships/hyperlink" Target="https://www.baike.com/wikiid/4641226686633316867?from=wiki_content&amp;prd=innerlink" TargetMode="External"/><Relationship Id="rId4" Type="http://schemas.openxmlformats.org/officeDocument/2006/relationships/hyperlink" Target="https://www.baike.com/wikiid/7446943256229658234?from=wiki_content&amp;prd=innerlink" TargetMode="External"/><Relationship Id="rId9" Type="http://schemas.openxmlformats.org/officeDocument/2006/relationships/hyperlink" Target="https://www.baike.com/wikiid/4937618450366540418?from=wiki_content&amp;prd=innerlin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袁隆平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dirty="0"/>
              <a:t>中国杂交水稻之父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zh-CN" altLang="en-US" dirty="0" smtClean="0"/>
              <a:t>稻田里的守望者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199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atinLnBrk="1"/>
            <a:r>
              <a:rPr lang="zh-CN" altLang="en-US" dirty="0"/>
              <a:t>袁隆平（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</a:t>
            </a:r>
            <a:r>
              <a:rPr lang="en-US" altLang="zh-CN" dirty="0"/>
              <a:t>-2021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日），男，汉族，无党派人士，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日生于北京，江西省九江市德安县人，中国杂交水稻育种专家，中国研究与发展杂交水稻的开创者，被誉为“世界杂交水稻之父”。国家杂交水稻工程技术研究中心、</a:t>
            </a:r>
            <a:r>
              <a:rPr lang="zh-CN" altLang="en-US" dirty="0">
                <a:hlinkClick r:id="rId2"/>
              </a:rPr>
              <a:t>湖南杂交水稻研究中心</a:t>
            </a:r>
            <a:r>
              <a:rPr lang="zh-CN" altLang="en-US" dirty="0"/>
              <a:t>粜原主任，湖洎南頭省政樤协原副主席，中国工程院院士，美国国家科学院院士，中国发明协会会士，湖南农业大学名誉校长，第六至十二届全国政协常委。</a:t>
            </a:r>
          </a:p>
          <a:p>
            <a:pPr latinLnBrk="1"/>
            <a:r>
              <a:rPr lang="zh-CN" altLang="en-US" dirty="0"/>
              <a:t>是杂交水稻研究领域的开创者和带头人，致力于杂交水稻技术的研究、应用与推广，发明“三系法”</a:t>
            </a:r>
            <a:r>
              <a:rPr lang="zh-CN" altLang="en-US" dirty="0">
                <a:hlinkClick r:id="rId3"/>
              </a:rPr>
              <a:t>籼型杂交水稻</a:t>
            </a:r>
            <a:r>
              <a:rPr lang="zh-CN" altLang="en-US" dirty="0"/>
              <a:t>，成功研究出“两系法”杂交水稻，创建了超级杂交稻技术体系。并提出并实施“种三产四丰产工程”，运用超级杂交稻的技术成果，出版中、英文专著</a:t>
            </a:r>
            <a:r>
              <a:rPr lang="en-US" altLang="zh-CN" dirty="0"/>
              <a:t>6</a:t>
            </a:r>
            <a:r>
              <a:rPr lang="zh-CN" altLang="en-US" dirty="0"/>
              <a:t>部，发表论文</a:t>
            </a:r>
            <a:r>
              <a:rPr lang="en-US" altLang="zh-CN" dirty="0"/>
              <a:t>60</a:t>
            </a:r>
            <a:r>
              <a:rPr lang="zh-CN" altLang="en-US" dirty="0"/>
              <a:t>余篇。</a:t>
            </a:r>
            <a:r>
              <a:rPr lang="en-US" altLang="zh-CN" dirty="0"/>
              <a:t>1953</a:t>
            </a:r>
            <a:r>
              <a:rPr lang="zh-CN" altLang="en-US" dirty="0"/>
              <a:t>年毕业于西南农学院（现西南大学），</a:t>
            </a:r>
            <a:r>
              <a:rPr lang="en-US" altLang="zh-CN" dirty="0"/>
              <a:t>1995</a:t>
            </a:r>
            <a:r>
              <a:rPr lang="zh-CN" altLang="en-US" dirty="0"/>
              <a:t>年被选为中国工程院院士，</a:t>
            </a:r>
            <a:r>
              <a:rPr lang="en-US" altLang="zh-CN" dirty="0"/>
              <a:t>1999</a:t>
            </a:r>
            <a:r>
              <a:rPr lang="zh-CN" altLang="en-US" dirty="0"/>
              <a:t>年</a:t>
            </a:r>
            <a:r>
              <a:rPr lang="zh-CN" altLang="en-US" dirty="0">
                <a:hlinkClick r:id="rId4"/>
              </a:rPr>
              <a:t>中国科学院北京天文台</a:t>
            </a:r>
            <a:r>
              <a:rPr lang="zh-CN" altLang="en-US" dirty="0"/>
              <a:t>施密特</a:t>
            </a:r>
            <a:r>
              <a:rPr lang="en-US" altLang="zh-CN" dirty="0"/>
              <a:t>CCD</a:t>
            </a:r>
            <a:r>
              <a:rPr lang="zh-CN" altLang="en-US" dirty="0"/>
              <a:t>小行星项目组发现的一颗小行星被命名为袁隆平星，</a:t>
            </a:r>
            <a:r>
              <a:rPr lang="en-US" altLang="zh-CN" dirty="0"/>
              <a:t>2000</a:t>
            </a:r>
            <a:r>
              <a:rPr lang="zh-CN" altLang="en-US" dirty="0"/>
              <a:t>年度获得</a:t>
            </a:r>
            <a:r>
              <a:rPr lang="zh-CN" altLang="en-US" dirty="0">
                <a:hlinkClick r:id="rId5"/>
              </a:rPr>
              <a:t>国家最高科学技术奖</a:t>
            </a:r>
            <a:r>
              <a:rPr lang="zh-CN" altLang="en-US" dirty="0"/>
              <a:t>，</a:t>
            </a:r>
            <a:r>
              <a:rPr lang="en-US" altLang="zh-CN" dirty="0"/>
              <a:t>2006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月当选美国国家科学院外籍院士，</a:t>
            </a:r>
            <a:r>
              <a:rPr lang="en-US" altLang="zh-CN" dirty="0"/>
              <a:t>2010</a:t>
            </a:r>
            <a:r>
              <a:rPr lang="zh-CN" altLang="en-US" dirty="0"/>
              <a:t>年荣获澳门科技大学荣誉博士学位，</a:t>
            </a:r>
            <a:r>
              <a:rPr lang="en-US" altLang="zh-CN" dirty="0"/>
              <a:t>2013</a:t>
            </a:r>
            <a:r>
              <a:rPr lang="zh-CN" altLang="en-US" dirty="0"/>
              <a:t>年获得第四届中国消除贫困奖终身成就奖，</a:t>
            </a:r>
            <a:r>
              <a:rPr lang="en-US" altLang="zh-CN" dirty="0"/>
              <a:t>2018</a:t>
            </a:r>
            <a:r>
              <a:rPr lang="zh-CN" altLang="en-US" dirty="0"/>
              <a:t>年当选中国发明协会首届会士。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日，获得“</a:t>
            </a:r>
            <a:r>
              <a:rPr lang="zh-CN" altLang="en-US" dirty="0">
                <a:hlinkClick r:id="rId6"/>
              </a:rPr>
              <a:t>未来科学大奖</a:t>
            </a:r>
            <a:r>
              <a:rPr lang="zh-CN" altLang="en-US" dirty="0"/>
              <a:t>”生命科学奖；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日党中央、国务院授予袁隆平</a:t>
            </a:r>
            <a:r>
              <a:rPr lang="zh-CN" altLang="en-US" dirty="0">
                <a:hlinkClick r:id="rId7"/>
              </a:rPr>
              <a:t>改革先锋</a:t>
            </a:r>
            <a:r>
              <a:rPr lang="zh-CN" altLang="en-US" dirty="0"/>
              <a:t>称号，颁授</a:t>
            </a:r>
            <a:r>
              <a:rPr lang="zh-CN" altLang="en-US" dirty="0">
                <a:hlinkClick r:id="rId8"/>
              </a:rPr>
              <a:t>改革先锋奖章</a:t>
            </a:r>
            <a:r>
              <a:rPr lang="zh-CN" altLang="en-US" dirty="0"/>
              <a:t>，获评杂交水稻研究的开创者。</a:t>
            </a:r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日国家主席习近平签署主席令，授予袁隆平“</a:t>
            </a:r>
            <a:r>
              <a:rPr lang="zh-CN" altLang="en-US" dirty="0">
                <a:hlinkClick r:id="rId9"/>
              </a:rPr>
              <a:t>共和国勋章</a:t>
            </a:r>
            <a:r>
              <a:rPr lang="zh-CN" altLang="en-US" dirty="0"/>
              <a:t>”。</a:t>
            </a:r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日当选</a:t>
            </a:r>
            <a:r>
              <a:rPr lang="en-US" altLang="zh-CN" dirty="0"/>
              <a:t>2020</a:t>
            </a:r>
            <a:r>
              <a:rPr lang="zh-CN" altLang="en-US" dirty="0"/>
              <a:t>中国经济新闻人物。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0" y="1924050"/>
            <a:ext cx="5400000" cy="360000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稻田里的守望者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848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98</TotalTime>
  <Words>358</Words>
  <Application>Microsoft Office PowerPoint</Application>
  <PresentationFormat>全屏显示(4:3)</PresentationFormat>
  <Paragraphs>8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主管人员</vt:lpstr>
      <vt:lpstr>袁隆平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lipp</cp:lastModifiedBy>
  <cp:revision>32</cp:revision>
  <dcterms:created xsi:type="dcterms:W3CDTF">2020-04-13T02:23:09Z</dcterms:created>
  <dcterms:modified xsi:type="dcterms:W3CDTF">2022-01-11T03:14:28Z</dcterms:modified>
</cp:coreProperties>
</file>