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dirty="0">
                <a:solidFill>
                  <a:srgbClr val="00B0F0"/>
                </a:solidFill>
                <a:latin typeface="华文隶书" pitchFamily="2" charset="-122"/>
                <a:ea typeface="华文隶书" pitchFamily="2" charset="-122"/>
              </a:rPr>
              <a:t>游泳</a:t>
            </a:r>
          </a:p>
        </p:txBody>
      </p:sp>
      <p:sp>
        <p:nvSpPr>
          <p:cNvPr id="2" name="动作按钮: 前进或下一项 1">
            <a:hlinkClick r:id="" action="ppaction://hlinkshowjump?jump=nextslide" highlightClick="1"/>
          </p:cNvPr>
          <p:cNvSpPr/>
          <p:nvPr/>
        </p:nvSpPr>
        <p:spPr>
          <a:xfrm>
            <a:off x="8283370" y="6038909"/>
            <a:ext cx="360040" cy="36004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85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游泳</a:t>
            </a:r>
            <a:r>
              <a:rPr lang="en-US" altLang="zh-CN" dirty="0"/>
              <a:t>(Swimming)</a:t>
            </a:r>
            <a:r>
              <a:rPr lang="zh-CN" altLang="en-US" dirty="0"/>
              <a:t>，是人在水的浮力作用下产生向上漂浮，凭借浮力通过肢体有规律的运动，使身体在水中有规律运动的技能。游泳运动可分为竞技游泳和实用游泳，竞技游泳是奥林匹克运动会中的第二大项目，它包括蝶泳、仰 泳（也称背泳）、蛙泳和捷泳（也称爬泳</a:t>
            </a:r>
            <a:r>
              <a:rPr lang="en-US" altLang="zh-CN" dirty="0"/>
              <a:t>/</a:t>
            </a:r>
            <a:r>
              <a:rPr lang="zh-CN" altLang="en-US" dirty="0"/>
              <a:t>自由泳）四种泳姿的竞速项目，以及花样游泳等。</a:t>
            </a:r>
          </a:p>
        </p:txBody>
      </p:sp>
    </p:spTree>
    <p:extLst>
      <p:ext uri="{BB962C8B-B14F-4D97-AF65-F5344CB8AC3E}">
        <p14:creationId xmlns:p14="http://schemas.microsoft.com/office/powerpoint/2010/main" val="23325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着游泳运动的发展，游泳被分为实用游泳和竞技游泳两大类。实用游泳又分为侧泳、潜泳、反蛙泳、踩水、救护等；竞技游泳分为蛙泳、爬泳、仰泳、蝶泳、自由泳。等级为：三级、二级、一级、健将、国际健将。</a:t>
            </a:r>
          </a:p>
        </p:txBody>
      </p:sp>
    </p:spTree>
    <p:extLst>
      <p:ext uri="{BB962C8B-B14F-4D97-AF65-F5344CB8AC3E}">
        <p14:creationId xmlns:p14="http://schemas.microsoft.com/office/powerpoint/2010/main" val="364403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09750"/>
            <a:ext cx="45720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9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</TotalTime>
  <Words>157</Words>
  <Application>Microsoft Office PowerPoint</Application>
  <PresentationFormat>全屏显示(4:3)</PresentationFormat>
  <Paragraphs>3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奥斯汀</vt:lpstr>
      <vt:lpstr>游泳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86133</cp:lastModifiedBy>
  <cp:revision>7</cp:revision>
  <dcterms:created xsi:type="dcterms:W3CDTF">2020-04-13T02:23:09Z</dcterms:created>
  <dcterms:modified xsi:type="dcterms:W3CDTF">2021-04-21T02:27:10Z</dcterms:modified>
</cp:coreProperties>
</file>