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游泳</a:t>
            </a:r>
            <a:r>
              <a:rPr lang="en-US" altLang="zh-CN" dirty="0"/>
              <a:t>(Swimming)</a:t>
            </a:r>
            <a:r>
              <a:rPr lang="zh-CN" altLang="en-US" dirty="0"/>
              <a:t>，是人在水的浮力作用下产生向上漂浮，凭借浮力通过肢体有规律的运动，使身体在水中有规律运动的技能。游泳运动可分为竞技游泳和实用游泳，竞技游泳是奥林匹克运动会中的第二大项目，它包括蝶泳、仰 泳（也称背泳）、蛙泳和捷泳（也称爬泳</a:t>
            </a:r>
            <a:r>
              <a:rPr lang="en-US" altLang="zh-CN" dirty="0"/>
              <a:t>/</a:t>
            </a:r>
            <a:r>
              <a:rPr lang="zh-CN" altLang="en-US" dirty="0"/>
              <a:t>自由泳）四种泳姿的竞速项目，以及花样游泳等。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随着游泳运动的发展，游泳被分为实用游泳和竞技游泳两大类。实用游泳又分为侧泳、潜泳、反蛙泳、踩水、救护等；竞技游泳分为蛙泳、爬泳、仰泳、蝶泳、自由泳。等级为：三级、二级、一级、健将、国际健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03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156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SD</cp:lastModifiedBy>
  <cp:revision>4</cp:revision>
  <dcterms:created xsi:type="dcterms:W3CDTF">2020-04-13T02:23:09Z</dcterms:created>
  <dcterms:modified xsi:type="dcterms:W3CDTF">2020-04-13T05:34:29Z</dcterms:modified>
</cp:coreProperties>
</file>