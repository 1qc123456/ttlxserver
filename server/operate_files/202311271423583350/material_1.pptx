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522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7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image" Target="../media/image2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image" Target="../media/image1.png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9144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>
            <p:custDataLst>
              <p:tags r:id="rId4"/>
            </p:custDataLst>
          </p:nvPr>
        </p:nvCxnSpPr>
        <p:spPr>
          <a:xfrm flipH="1">
            <a:off x="0" y="2298700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5"/>
            </p:custDataLst>
          </p:nvPr>
        </p:nvCxnSpPr>
        <p:spPr>
          <a:xfrm flipH="1" flipV="1">
            <a:off x="7204472" y="2298700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3675460" y="752475"/>
            <a:ext cx="1793081" cy="7556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350" noProof="1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1871700" y="1826578"/>
            <a:ext cx="5400600" cy="949878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1871700" y="2826092"/>
            <a:ext cx="5400600" cy="465746"/>
          </a:xfrm>
        </p:spPr>
        <p:txBody>
          <a:bodyPr anchor="t"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02412" y="952508"/>
            <a:ext cx="8139178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2278856" y="2284413"/>
            <a:ext cx="4586288" cy="7667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pic>
        <p:nvPicPr>
          <p:cNvPr id="5" name="Picture 3" descr="D:\Desktop\素材\素描城市.pn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23888" y="3373606"/>
            <a:ext cx="7886700" cy="1061467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1655676" y="4527773"/>
            <a:ext cx="5832648" cy="106146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832D2733-B305-4D60-8089-6493AFCFDE7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9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9144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H="1">
            <a:off x="0" y="2995613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5"/>
            </p:custDataLst>
          </p:nvPr>
        </p:nvCxnSpPr>
        <p:spPr>
          <a:xfrm flipH="1" flipV="1">
            <a:off x="7204472" y="2995613"/>
            <a:ext cx="1940719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045106" y="2313806"/>
            <a:ext cx="5053789" cy="1448117"/>
          </a:xfrm>
        </p:spPr>
        <p:txBody>
          <a:bodyPr rIns="25400" rtlCol="0" anchor="ctr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4500" b="0" i="0" u="none" strike="noStrike" kern="1200" cap="none" spc="600" normalizeH="0" baseline="0" noProof="1" dirty="0">
                <a:solidFill>
                  <a:schemeClr val="tx2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F416EC6-90A0-4FF7-BF22-87F915FB23B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2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350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p>
            <a:r>
              <a:rPr lang="zh-CN" altLang="en-US" sz="6400">
                <a:latin typeface="楷体" panose="02010609060101010101" charset="-122"/>
                <a:ea typeface="楷体" panose="02010609060101010101" charset="-122"/>
              </a:rPr>
              <a:t>速度与激情</a:t>
            </a:r>
            <a:endParaRPr lang="zh-CN" altLang="en-US" sz="640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zh-CN" altLang="en-US" sz="2000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出品公司：环球影业</a:t>
            </a:r>
            <a:endParaRPr lang="zh-CN" altLang="en-US" sz="2000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3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 build="p"/>
      <p:bldP spid="7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02285" y="443230"/>
            <a:ext cx="8139430" cy="1007745"/>
          </a:xfrm>
        </p:spPr>
        <p:txBody>
          <a:bodyPr/>
          <a:p>
            <a:r>
              <a:rPr lang="zh-CN" altLang="en-US" sz="5000">
                <a:solidFill>
                  <a:srgbClr val="0070C0"/>
                </a:solidFill>
              </a:rPr>
              <a:t>速度与激情专车</a:t>
            </a:r>
            <a:endParaRPr lang="zh-CN" altLang="en-US" sz="5000">
              <a:solidFill>
                <a:srgbClr val="0070C0"/>
              </a:solidFill>
            </a:endParaRPr>
          </a:p>
        </p:txBody>
      </p:sp>
      <p:pic>
        <p:nvPicPr>
          <p:cNvPr id="6" name="图片 5" descr="WPS演示027素材文件"/>
          <p:cNvPicPr/>
          <p:nvPr/>
        </p:nvPicPr>
        <p:blipFill>
          <a:blip r:embed="rId1"/>
          <a:stretch>
            <a:fillRect/>
          </a:stretch>
        </p:blipFill>
        <p:spPr>
          <a:xfrm>
            <a:off x="1620000" y="1620000"/>
            <a:ext cx="5760000" cy="36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COMBINE_RELATE_SLIDE_ID" val="custom925310_1"/>
  <p:tag name="KSO_WM_TEMPLATE_CATEGORY" val="custom"/>
  <p:tag name="KSO_WM_TEMPLATE_INDEX" val="20196579"/>
  <p:tag name="KSO_WM_TEMPLATE_SUBCATEGORY" val="0"/>
  <p:tag name="KSO_WM_TEMPLATE_THUMBS_INDEX" val="1"/>
</p:tagLst>
</file>

<file path=ppt/tags/tag71.xml><?xml version="1.0" encoding="utf-8"?>
<p:tagLst xmlns:p="http://schemas.openxmlformats.org/presentationml/2006/main">
  <p:tag name="COMMONDATA" val="eyJoZGlkIjoiM2Q2NDY3ODBmZDEyZTZiNTFiOWYyZGE1YmNkNTA1NzMifQ=="/>
</p:tagLst>
</file>

<file path=ppt/theme/theme1.xml><?xml version="1.0" encoding="utf-8"?>
<a:theme xmlns:a="http://schemas.openxmlformats.org/drawingml/2006/main" name="主题五">
  <a:themeElements>
    <a:clrScheme name="自定义 4">
      <a:dk1>
        <a:srgbClr val="000000"/>
      </a:dk1>
      <a:lt1>
        <a:srgbClr val="FFFFFF"/>
      </a:lt1>
      <a:dk2>
        <a:srgbClr val="364048"/>
      </a:dk2>
      <a:lt2>
        <a:srgbClr val="8F7046"/>
      </a:lt2>
      <a:accent1>
        <a:srgbClr val="8F7046"/>
      </a:accent1>
      <a:accent2>
        <a:srgbClr val="C8AF92"/>
      </a:accent2>
      <a:accent3>
        <a:srgbClr val="C6BCB2"/>
      </a:accent3>
      <a:accent4>
        <a:srgbClr val="D7C9BC"/>
      </a:accent4>
      <a:accent5>
        <a:srgbClr val="364148"/>
      </a:accent5>
      <a:accent6>
        <a:srgbClr val="907046"/>
      </a:accent6>
      <a:hlink>
        <a:srgbClr val="D7C9BC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WPS 演示</Application>
  <PresentationFormat>全屏显示(4:3)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微软雅黑</vt:lpstr>
      <vt:lpstr>Arial Unicode MS</vt:lpstr>
      <vt:lpstr>楷体</vt:lpstr>
      <vt:lpstr>黑体</vt:lpstr>
      <vt:lpstr>主题五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zy</cp:lastModifiedBy>
  <cp:revision>6</cp:revision>
  <dcterms:created xsi:type="dcterms:W3CDTF">2019-10-17T08:09:00Z</dcterms:created>
  <dcterms:modified xsi:type="dcterms:W3CDTF">2023-10-23T09:07:56Z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E4001A18428549B1A4E5F15E8C097062_12</vt:lpwstr>
  </property>
  <property fmtid="{D5CDD505-2E9C-101B-9397-08002B2CF9AE}" pid="3" name="KSOProductBuildVer">
    <vt:lpwstr>2052-11.1.0.14227</vt:lpwstr>
  </property>
</Properties>
</file>