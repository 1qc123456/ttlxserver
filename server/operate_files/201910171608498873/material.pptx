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895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594451"/>
            <a:ext cx="3810000" cy="2537460"/>
          </a:xfrm>
        </p:spPr>
      </p:pic>
    </p:spTree>
    <p:extLst>
      <p:ext uri="{BB962C8B-B14F-4D97-AF65-F5344CB8AC3E}">
        <p14:creationId xmlns:p14="http://schemas.microsoft.com/office/powerpoint/2010/main" val="1109401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全屏显示(4:3)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2</cp:revision>
  <dcterms:created xsi:type="dcterms:W3CDTF">2019-10-17T07:52:23Z</dcterms:created>
  <dcterms:modified xsi:type="dcterms:W3CDTF">2019-10-17T08:05:42Z</dcterms:modified>
</cp:coreProperties>
</file>