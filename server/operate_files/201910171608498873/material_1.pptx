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5"/>
  </p:notesMasterIdLst>
  <p:sldIdLst>
    <p:sldId id="258" r:id="rId2"/>
    <p:sldId id="256" r:id="rId3"/>
    <p:sldId id="257" r:id="rId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84" y="-7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F84267-4FE2-45DE-A968-AE5B6F95C13D}" type="datetimeFigureOut">
              <a:rPr lang="zh-CN" altLang="en-US" smtClean="0"/>
              <a:t>2021/4/29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27C20B-D06A-498C-9049-063E91D995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91383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173157"/>
            <a:ext cx="7772400" cy="1470025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687716" y="2643182"/>
            <a:ext cx="6670366" cy="1752600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D7FFE-2331-4431-AF01-9C74F8E9B3CC}" type="datetime1">
              <a:rPr lang="zh-CN" altLang="en-US" smtClean="0"/>
              <a:t>2021/4/29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神经质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0D277-142D-4A1D-87F7-AC134B799448}" type="datetime1">
              <a:rPr lang="zh-CN" altLang="en-US" smtClean="0"/>
              <a:t>2021/4/29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神经质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2924181"/>
            <a:ext cx="7772400" cy="1362075"/>
          </a:xfrm>
        </p:spPr>
        <p:txBody>
          <a:bodyPr anchor="t"/>
          <a:lstStyle>
            <a:lvl1pPr algn="l">
              <a:defRPr sz="4400" b="0" cap="all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85800" y="1428747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9329A-C776-4541-8125-197AF8911F74}" type="datetime1">
              <a:rPr lang="zh-CN" altLang="en-US" smtClean="0"/>
              <a:t>2021/4/29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神经质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C162C-6E41-4E23-A6EC-D1AE3BB9F697}" type="datetime1">
              <a:rPr lang="zh-CN" altLang="en-US" smtClean="0"/>
              <a:t>2021/4/29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神经质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C9D25-D1A4-4CFA-A2D2-F15A100D72E7}" type="datetime1">
              <a:rPr lang="zh-CN" altLang="en-US" smtClean="0"/>
              <a:t>2021/4/29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神经质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5F5AC-C073-4EE9-8B6D-9ADA9D1C984B}" type="datetime1">
              <a:rPr lang="zh-CN" altLang="en-US" smtClean="0"/>
              <a:t>2021/4/29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神经质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BDED1-E2A9-4503-B289-32F5BDE4B050}" type="datetime1">
              <a:rPr lang="zh-CN" altLang="en-US" smtClean="0"/>
              <a:t>2021/4/29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神经质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0382" y="1071546"/>
            <a:ext cx="5111750" cy="50497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679083" y="1071546"/>
            <a:ext cx="3008313" cy="342902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9B8DD-1C2C-41CB-9372-D8FD20A69BC1}" type="datetime1">
              <a:rPr lang="zh-CN" altLang="en-US" smtClean="0"/>
              <a:t>2021/4/29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神经质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5" y="285728"/>
            <a:ext cx="8230993" cy="696626"/>
          </a:xfrm>
        </p:spPr>
        <p:txBody>
          <a:bodyPr anchor="ctr"/>
          <a:lstStyle>
            <a:lvl1pPr algn="ctr">
              <a:defRPr sz="3600" b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01024" y="642918"/>
            <a:ext cx="785818" cy="4572032"/>
          </a:xfrm>
        </p:spPr>
        <p:txBody>
          <a:bodyPr vert="eaVert" anchor="ctr"/>
          <a:lstStyle>
            <a:lvl1pPr algn="l">
              <a:defRPr sz="2400" b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42922" y="541340"/>
            <a:ext cx="6415094" cy="5459428"/>
          </a:xfrm>
          <a:prstGeom prst="roundRect">
            <a:avLst>
              <a:gd name="adj" fmla="val 4800"/>
            </a:avLst>
          </a:prstGeom>
          <a:solidFill>
            <a:schemeClr val="accent1">
              <a:tint val="20000"/>
            </a:schemeClr>
          </a:solidFill>
          <a:ln w="38100">
            <a:gradFill flip="none" rotWithShape="1"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1">
                    <a:tint val="20000"/>
                  </a:schemeClr>
                </a:gs>
              </a:gsLst>
              <a:lin ang="16200000" scaled="1"/>
              <a:tileRect/>
            </a:gradFill>
          </a:ln>
          <a:effectLst>
            <a:outerShdw blurRad="76200" dist="38100" dir="5400000" sx="100500" sy="100500" algn="tl" rotWithShape="0">
              <a:srgbClr val="000000">
                <a:alpha val="50000"/>
              </a:srgb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0" lang="zh-CN" altLang="en-US" smtClean="0"/>
              <a:t>单击图标添加图片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072330" y="1000108"/>
            <a:ext cx="914368" cy="4214842"/>
          </a:xfrm>
        </p:spPr>
        <p:txBody>
          <a:bodyPr vert="eaVert" anchor="ctr"/>
          <a:lstStyle>
            <a:lvl1pPr marL="0" indent="0" algn="ctr">
              <a:buNone/>
              <a:defRPr sz="1400"/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900"/>
            </a:lvl4pPr>
            <a:lvl5pPr marL="1828800" indent="0" algn="ctr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D3D05-E0D9-4F48-B153-CDDD40D1BD46}" type="datetime1">
              <a:rPr lang="zh-CN" altLang="en-US" smtClean="0"/>
              <a:t>2021/4/29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神经质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B759E-2CB9-4F0C-8777-386DB1992619}" type="datetime1">
              <a:rPr lang="zh-CN" altLang="en-US" smtClean="0"/>
              <a:t>2021/4/29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神经质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143768" y="274639"/>
            <a:ext cx="1543032" cy="5851525"/>
          </a:xfrm>
        </p:spPr>
        <p:txBody>
          <a:bodyPr vert="eaVer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615130" cy="5851525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FC455-5A26-4555-8DEF-AE275BD494C1}" type="datetime1">
              <a:rPr lang="zh-CN" altLang="en-US" smtClean="0"/>
              <a:t>2021/4/29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神经质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3">
            <a:duotone>
              <a:schemeClr val="accent1"/>
              <a:srgbClr val="FFFFFF"/>
            </a:duotone>
            <a:lum bright="12000" contrast="40000"/>
          </a:blip>
          <a:stretch>
            <a:fillRect/>
          </a:stretch>
        </p:blipFill>
        <p:spPr>
          <a:xfrm>
            <a:off x="6667809" y="4915143"/>
            <a:ext cx="2476191" cy="1942857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矩形 9"/>
          <p:cNvSpPr/>
          <p:nvPr/>
        </p:nvSpPr>
        <p:spPr>
          <a:xfrm>
            <a:off x="0" y="0"/>
            <a:ext cx="9144000" cy="7143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50000"/>
                  <a:hueMod val="100000"/>
                  <a:satMod val="250000"/>
                  <a:alpha val="0"/>
                </a:schemeClr>
              </a:gs>
              <a:gs pos="75000">
                <a:schemeClr val="accent1">
                  <a:tint val="80000"/>
                  <a:shade val="100000"/>
                  <a:hueMod val="100000"/>
                  <a:satMod val="375000"/>
                  <a:alpha val="20000"/>
                </a:schemeClr>
              </a:gs>
              <a:gs pos="100000">
                <a:schemeClr val="accent1">
                  <a:tint val="50000"/>
                  <a:shade val="100000"/>
                  <a:hueMod val="100000"/>
                  <a:satMod val="500000"/>
                </a:schemeClr>
              </a:gs>
            </a:gsLst>
            <a:lin ang="18900000" scaled="1"/>
            <a:tileRect/>
          </a:gradFill>
          <a:ln w="12700" cap="rnd" cmpd="sng" algn="ctr">
            <a:noFill/>
            <a:prstDash val="soli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0" y="40951"/>
            <a:ext cx="4572000" cy="7143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50000"/>
                  <a:hueMod val="100000"/>
                  <a:satMod val="250000"/>
                  <a:alpha val="0"/>
                </a:schemeClr>
              </a:gs>
              <a:gs pos="75000">
                <a:schemeClr val="accent1">
                  <a:tint val="80000"/>
                  <a:shade val="100000"/>
                  <a:hueMod val="100000"/>
                  <a:satMod val="375000"/>
                  <a:alpha val="5000"/>
                </a:schemeClr>
              </a:gs>
              <a:gs pos="100000">
                <a:schemeClr val="accent1">
                  <a:tint val="50000"/>
                  <a:shade val="100000"/>
                  <a:hueMod val="100000"/>
                  <a:satMod val="500000"/>
                  <a:alpha val="60000"/>
                </a:schemeClr>
              </a:gs>
            </a:gsLst>
            <a:lin ang="8100000" scaled="1"/>
            <a:tileRect/>
          </a:gradFill>
          <a:ln w="12700" cap="rnd" cmpd="sng" algn="ctr">
            <a:noFill/>
            <a:prstDash val="solid"/>
          </a:ln>
          <a:effectLst>
            <a:glow>
              <a:schemeClr val="accent1">
                <a:tint val="100000"/>
                <a:shade val="100000"/>
                <a:hueMod val="100000"/>
                <a:satMod val="100000"/>
              </a:schemeClr>
            </a:glow>
            <a:softEdge rad="1270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4">
            <a:duotone>
              <a:schemeClr val="accent1"/>
              <a:srgbClr val="FFFFFF"/>
            </a:duotone>
            <a:lum bright="35000" contrast="40000"/>
          </a:blip>
          <a:stretch>
            <a:fillRect/>
          </a:stretch>
        </p:blipFill>
        <p:spPr>
          <a:xfrm>
            <a:off x="0" y="6420445"/>
            <a:ext cx="9144000" cy="43755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rtlCol="0" anchor="ctr"/>
          <a:lstStyle>
            <a:lvl1pPr algn="l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1750C6-63BC-4D25-A980-29A6210448D8}" type="datetime1">
              <a:rPr lang="zh-CN" altLang="en-US" smtClean="0"/>
              <a:t>2021/4/29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rtlCol="0" anchor="ctr"/>
          <a:lstStyle>
            <a:lvl1pPr algn="ctr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 smtClean="0"/>
              <a:t>神经质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rtlCol="0" anchor="ctr"/>
          <a:lstStyle>
            <a:lvl1pPr algn="r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dt="0"/>
  <p:txStyles>
    <p:titleStyle>
      <a:lvl1pPr algn="ctr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50000"/>
        <a:buFont typeface="Wingdings 2"/>
        <a:buChar char="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2"/>
        </a:buClr>
        <a:buSzPct val="50000"/>
        <a:buFont typeface="Wingdings 2"/>
        <a:buChar char="³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3"/>
        </a:buClr>
        <a:buSzPct val="60000"/>
        <a:buFont typeface="Wingdings 2"/>
        <a:buChar char="®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5"/>
        </a:buClr>
        <a:buSzPct val="45000"/>
        <a:buFont typeface="Wingdings 2"/>
        <a:buChar char="¯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6"/>
        </a:buClr>
        <a:buFont typeface="Wingdings 2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6400" dirty="0" smtClean="0"/>
              <a:t>吃亏是福</a:t>
            </a:r>
            <a:endParaRPr lang="zh-CN" altLang="en-US" sz="6400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神经质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6957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6400" dirty="0" smtClean="0">
                <a:solidFill>
                  <a:srgbClr val="FF0000"/>
                </a:solidFill>
              </a:rPr>
              <a:t>夏威夷风情</a:t>
            </a:r>
            <a:endParaRPr lang="zh-CN" altLang="en-US" sz="6400" dirty="0">
              <a:solidFill>
                <a:srgbClr val="FF0000"/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神经质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98953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竖排标题 2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竖排文字占位符 4"/>
          <p:cNvSpPr>
            <a:spLocks noGrp="1"/>
          </p:cNvSpPr>
          <p:nvPr>
            <p:ph type="body" orient="vert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78063"/>
            <a:ext cx="4762500" cy="3171825"/>
          </a:xfrm>
        </p:spPr>
      </p:pic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神经质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9401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龙腾四海">
  <a:themeElements>
    <a:clrScheme name="龙腾四海">
      <a:dk1>
        <a:sysClr val="windowText" lastClr="000000"/>
      </a:dk1>
      <a:lt1>
        <a:sysClr val="window" lastClr="FFFFFF"/>
      </a:lt1>
      <a:dk2>
        <a:srgbClr val="001B36"/>
      </a:dk2>
      <a:lt2>
        <a:srgbClr val="EDF8FE"/>
      </a:lt2>
      <a:accent1>
        <a:srgbClr val="477AB1"/>
      </a:accent1>
      <a:accent2>
        <a:srgbClr val="51848E"/>
      </a:accent2>
      <a:accent3>
        <a:srgbClr val="7B9B57"/>
      </a:accent3>
      <a:accent4>
        <a:srgbClr val="8B8D8C"/>
      </a:accent4>
      <a:accent5>
        <a:srgbClr val="8B7396"/>
      </a:accent5>
      <a:accent6>
        <a:srgbClr val="E89A53"/>
      </a:accent6>
      <a:hlink>
        <a:srgbClr val="0080FF"/>
      </a:hlink>
      <a:folHlink>
        <a:srgbClr val="FF00FF"/>
      </a:folHlink>
    </a:clrScheme>
    <a:fontScheme name="龙腾四海">
      <a:majorFont>
        <a:latin typeface="Maiandra GD"/>
        <a:ea typeface=""/>
        <a:cs typeface=""/>
        <a:font script="CYRL" typeface="Times New Roman"/>
        <a:font script="GREK" typeface="Times New Roman"/>
        <a:font script="Jpan" typeface="ＭＳ Ｐゴシック"/>
        <a:font script="Hang" typeface="HY중고딕"/>
        <a:font script="Hans" typeface="隶书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Ｐ明朝"/>
        <a:font script="Hang" typeface="HY견명조"/>
        <a:font script="Hans" typeface="华文楷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龙腾四海">
      <a: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phClr">
                <a:tint val="100000"/>
                <a:shade val="50000"/>
                <a:hueMod val="100000"/>
                <a:satMod val="250000"/>
              </a:schemeClr>
            </a:gs>
            <a:gs pos="75000">
              <a:schemeClr val="phClr">
                <a:tint val="80000"/>
                <a:shade val="100000"/>
                <a:hueMod val="100000"/>
                <a:satMod val="375000"/>
              </a:schemeClr>
            </a:gs>
            <a:gs pos="100000">
              <a:schemeClr val="phClr">
                <a:tint val="50000"/>
                <a:shade val="100000"/>
                <a:hueMod val="100000"/>
                <a:satMod val="5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100000"/>
                <a:shade val="50000"/>
                <a:hueMod val="100000"/>
                <a:satMod val="100000"/>
              </a:schemeClr>
              <a:schemeClr val="phClr">
                <a:tint val="100000"/>
                <a:shade val="75000"/>
                <a:hueMod val="100000"/>
                <a:satMod val="100000"/>
              </a:schemeClr>
            </a:duotone>
          </a:blip>
          <a:tile tx="0" ty="0" sx="50000" sy="50000" flip="none" algn="ctr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  <a:scene3d>
            <a:camera prst="orthographicFront" fov="0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2700" h="12700" prst="relaxedInset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  <a:outerShdw blurRad="44450" dist="50800" dir="3300000" sx="99000" sy="99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contrasting" dir="tl">
              <a:rot lat="0" lon="0" rev="14220000"/>
            </a:lightRig>
          </a:scene3d>
          <a:sp3d prstMaterial="dkEdge">
            <a:bevelT w="63500" h="63500"/>
            <a:bevelB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</a:effectStyleLst>
      <a:bg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bg1">
                <a:tint val="100000"/>
                <a:shade val="100000"/>
                <a:hueMod val="100000"/>
                <a:satMod val="150000"/>
              </a:schemeClr>
            </a:gs>
            <a:gs pos="55000">
              <a:schemeClr val="bg1">
                <a:tint val="100000"/>
                <a:shade val="90000"/>
                <a:hueMod val="100000"/>
                <a:satMod val="375000"/>
              </a:schemeClr>
            </a:gs>
            <a:gs pos="100000">
              <a:schemeClr val="phClr">
                <a:tint val="88000"/>
                <a:shade val="100000"/>
                <a:hueMod val="100000"/>
                <a:satMod val="500000"/>
              </a:schemeClr>
            </a:gs>
          </a:gsLst>
          <a:lin ang="5400000" scaled="1"/>
        </a:gradFill>
        <a:blipFill>
          <a:blip xmlns:r="http://schemas.openxmlformats.org/officeDocument/2006/relationships" r:embed="rId2">
            <a:duotone>
              <a:schemeClr val="phClr">
                <a:shade val="30000"/>
                <a:satMod val="555000"/>
              </a:schemeClr>
              <a:schemeClr val="phClr">
                <a:tint val="96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Dragon</Template>
  <TotalTime>6</TotalTime>
  <Words>8</Words>
  <Application>Microsoft Office PowerPoint</Application>
  <PresentationFormat>全屏显示(4:3)</PresentationFormat>
  <Paragraphs>5</Paragraphs>
  <Slides>3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4" baseType="lpstr">
      <vt:lpstr>龙腾四海</vt:lpstr>
      <vt:lpstr>吃亏是福</vt:lpstr>
      <vt:lpstr>夏威夷风情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ZhijieIT</dc:creator>
  <cp:lastModifiedBy>86133</cp:lastModifiedBy>
  <cp:revision>5</cp:revision>
  <dcterms:created xsi:type="dcterms:W3CDTF">2019-10-17T07:52:23Z</dcterms:created>
  <dcterms:modified xsi:type="dcterms:W3CDTF">2021-04-29T08:43:30Z</dcterms:modified>
</cp:coreProperties>
</file>