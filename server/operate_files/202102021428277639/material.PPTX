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乒乓球（</a:t>
            </a:r>
            <a:r>
              <a:rPr lang="en-US" altLang="zh-CN" dirty="0"/>
              <a:t>table tennis</a:t>
            </a:r>
            <a:r>
              <a:rPr lang="zh-CN" altLang="en-US" dirty="0"/>
              <a:t>），被称为中国的“国球”，是一种世界流行的球类体育项目，包括进攻、对抗和防守。比赛分团体、单打、双打、混双等数种；</a:t>
            </a:r>
            <a:r>
              <a:rPr lang="en-US" altLang="zh-CN" dirty="0"/>
              <a:t>2001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日前以</a:t>
            </a:r>
            <a:r>
              <a:rPr lang="en-US" altLang="zh-CN" dirty="0"/>
              <a:t>21</a:t>
            </a:r>
            <a:r>
              <a:rPr lang="zh-CN" altLang="en-US" dirty="0"/>
              <a:t>分为一局，现以</a:t>
            </a:r>
            <a:r>
              <a:rPr lang="en-US" altLang="zh-CN" dirty="0"/>
              <a:t>11</a:t>
            </a:r>
            <a:r>
              <a:rPr lang="zh-CN" altLang="en-US" dirty="0"/>
              <a:t>分为一局；采用三局两胜，五局三胜，七局四胜。乒乓球为圆球状，重</a:t>
            </a:r>
            <a:r>
              <a:rPr lang="en-US" altLang="zh-CN" dirty="0"/>
              <a:t>2.53</a:t>
            </a:r>
            <a:r>
              <a:rPr lang="zh-CN" altLang="en-US" dirty="0"/>
              <a:t>～</a:t>
            </a:r>
            <a:r>
              <a:rPr lang="en-US" altLang="zh-CN" dirty="0"/>
              <a:t>2.70</a:t>
            </a:r>
            <a:r>
              <a:rPr lang="zh-CN" altLang="en-US" dirty="0"/>
              <a:t>克，白或橙色，以高分子聚合物为原料的新塑料球。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乒乓球起源于英国，“乒乓球”一名起源自</a:t>
            </a:r>
            <a:r>
              <a:rPr lang="en-US" altLang="zh-CN" dirty="0"/>
              <a:t>1900</a:t>
            </a:r>
            <a:r>
              <a:rPr lang="zh-CN" altLang="en-US" dirty="0"/>
              <a:t>年，因其打击时发出“</a:t>
            </a:r>
            <a:r>
              <a:rPr lang="en-US" altLang="zh-CN" dirty="0"/>
              <a:t>Ping Pong”</a:t>
            </a:r>
            <a:r>
              <a:rPr lang="zh-CN" altLang="en-US" dirty="0"/>
              <a:t>的声音而得名，在中国大陆以“乒乓球”作为它的官方名称，香港及澳门等地区亦同。</a:t>
            </a:r>
            <a:r>
              <a:rPr lang="en-US" altLang="zh-CN" dirty="0"/>
              <a:t>1926</a:t>
            </a:r>
            <a:r>
              <a:rPr lang="zh-CN" altLang="en-US" dirty="0"/>
              <a:t>年，在英国伦敦举行了国际乒乓球邀请赛。后被追认为第一届世界乒乓球锦标赛。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4035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SD</cp:lastModifiedBy>
  <cp:revision>5</cp:revision>
  <dcterms:created xsi:type="dcterms:W3CDTF">2020-04-13T02:23:09Z</dcterms:created>
  <dcterms:modified xsi:type="dcterms:W3CDTF">2020-04-13T05:55:55Z</dcterms:modified>
</cp:coreProperties>
</file>