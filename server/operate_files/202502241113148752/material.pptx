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6858000" cy="12192635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384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7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25" y="1625760"/>
            <a:ext cx="5512050" cy="457005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25" y="6330223"/>
            <a:ext cx="5512050" cy="2617858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2225" y="2649861"/>
            <a:ext cx="6170175" cy="8461633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6842274"/>
            <a:ext cx="4369950" cy="136333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8205608"/>
            <a:ext cx="4369950" cy="1542552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2669063"/>
            <a:ext cx="2911950" cy="844243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2669063"/>
            <a:ext cx="2911950" cy="8442431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2541050"/>
            <a:ext cx="3005100" cy="678467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3296325"/>
            <a:ext cx="3005100" cy="78151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09" y="2527767"/>
            <a:ext cx="3005100" cy="67846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09" y="3296325"/>
            <a:ext cx="3005100" cy="78151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25" y="2765072"/>
            <a:ext cx="2943606" cy="81928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2765072"/>
            <a:ext cx="2940300" cy="81928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1625760"/>
            <a:ext cx="587250" cy="894168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1625760"/>
            <a:ext cx="5157675" cy="894168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1376135"/>
            <a:ext cx="6172200" cy="974816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4416435"/>
            <a:ext cx="5512050" cy="181137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6330223"/>
            <a:ext cx="5512050" cy="838483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2225" y="1081707"/>
            <a:ext cx="6170175" cy="12545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2225" y="2649861"/>
            <a:ext cx="6170175" cy="8461633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4250" y="11226705"/>
            <a:ext cx="1518750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15250" y="11226705"/>
            <a:ext cx="2227500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93650" y="11226705"/>
            <a:ext cx="1518750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未来机器人</a:t>
            </a:r>
            <a:r>
              <a:rPr lang="zh-CN" altLang="en-US"/>
              <a:t>的崛起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WPS 演示</Application>
  <PresentationFormat>宽屏</PresentationFormat>
  <Paragraphs>2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</cp:lastModifiedBy>
  <cp:revision>155</cp:revision>
  <dcterms:created xsi:type="dcterms:W3CDTF">2019-06-19T02:08:00Z</dcterms:created>
  <dcterms:modified xsi:type="dcterms:W3CDTF">2025-02-24T03:08:45Z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8792A3A67659440D8F6D0E3B84A29A06_11</vt:lpwstr>
  </property>
</Properties>
</file>