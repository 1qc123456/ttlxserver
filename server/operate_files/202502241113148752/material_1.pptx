
<file path=[Content_Types].xml><?xml version="1.0" encoding="utf-8"?>
<Types xmlns="http://schemas.openxmlformats.org/package/2006/content-types">
  <Default Extension="wav" ContentType="audio/x-wav"/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showSpecialPlsOnTitleSld="0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12192635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" initials="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Rg st="1" end="2"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6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0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audio" Target="../media/audio1.wav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918" y="914442"/>
            <a:ext cx="9800165" cy="2570519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918" y="3560565"/>
            <a:ext cx="9800165" cy="1472468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2025-1-28</a:t>
            </a:r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dirty="0"/>
              <a:t>Future</a:t>
            </a:r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>
        <p:wheel spokes="8"/>
        <p:sndAc>
          <p:stSnd>
            <p:snd r:embed="rId7" name="wind.wav"/>
          </p:stSnd>
        </p:sndAc>
      </p:transition>
    </mc:Choice>
    <mc:Fallback>
      <p:transition spd="slow" advClick="0" advTm="3000">
        <p:wheel spokes="8"/>
        <p:sndAc>
          <p:stSnd>
            <p:snd r:embed="rId7" name="wind.wav"/>
          </p:stSnd>
        </p:sndAc>
      </p:transition>
    </mc:Fallback>
  </mc:AlternateContent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608428"/>
            <a:ext cx="10970280" cy="70563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60" y="1490469"/>
            <a:ext cx="10970280" cy="4759421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2025-1-28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Future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>
        <p:wheel spokes="8"/>
        <p:sndAc>
          <p:stSnd>
            <p:snd r:embed="rId7" name="wind.wav"/>
          </p:stSnd>
        </p:sndAc>
      </p:transition>
    </mc:Choice>
    <mc:Fallback>
      <p:transition spd="slow" advClick="0" advTm="3000">
        <p:wheel spokes="8"/>
        <p:sndAc>
          <p:stSnd>
            <p:snd r:embed="rId7" name="wind.wav"/>
          </p:stSnd>
        </p:sndAc>
      </p:transition>
    </mc:Fallback>
  </mc:AlternateContent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996" y="3848579"/>
            <a:ext cx="7769565" cy="766836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996" y="4615414"/>
            <a:ext cx="7769565" cy="86764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2025-1-28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Future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>
        <p:wheel spokes="8"/>
        <p:sndAc>
          <p:stSnd>
            <p:snd r:embed="rId7" name="wind.wav"/>
          </p:stSnd>
        </p:sndAc>
      </p:transition>
    </mc:Choice>
    <mc:Fallback>
      <p:transition spd="slow" advClick="0" advTm="3000">
        <p:wheel spokes="8"/>
        <p:sndAc>
          <p:stSnd>
            <p:snd r:embed="rId7" name="wind.wav"/>
          </p:stSnd>
        </p:sndAc>
      </p:transition>
    </mc:Fallback>
  </mc:AlternateContent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608428"/>
            <a:ext cx="10970280" cy="70563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60" y="1501270"/>
            <a:ext cx="5177310" cy="474862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2231" y="1501270"/>
            <a:ext cx="5177310" cy="474862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smtClean="0"/>
              <a:t>2025-1-28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Future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>
        <p:wheel spokes="8"/>
        <p:sndAc>
          <p:stSnd>
            <p:snd r:embed="rId8" name="wind.wav"/>
          </p:stSnd>
        </p:sndAc>
      </p:transition>
    </mc:Choice>
    <mc:Fallback>
      <p:transition spd="slow" advClick="0" advTm="3000">
        <p:wheel spokes="8"/>
        <p:sndAc>
          <p:stSnd>
            <p:snd r:embed="rId8" name="wind.wav"/>
          </p:stSnd>
        </p:sndAc>
      </p:transition>
    </mc:Fallback>
  </mc:AlternateContent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608428"/>
            <a:ext cx="10970280" cy="70563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60" y="1429266"/>
            <a:ext cx="5342926" cy="381618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60" y="1854086"/>
            <a:ext cx="5342926" cy="439580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6364" y="1421795"/>
            <a:ext cx="5342926" cy="381618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6364" y="1854086"/>
            <a:ext cx="5342926" cy="439580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 smtClean="0"/>
              <a:t>2025-1-28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Future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>
        <p:wheel spokes="8"/>
        <p:sndAc>
          <p:stSnd>
            <p:snd r:embed="rId10" name="wind.wav"/>
          </p:stSnd>
        </p:sndAc>
      </p:transition>
    </mc:Choice>
    <mc:Fallback>
      <p:transition spd="slow" advClick="0" advTm="3000">
        <p:wheel spokes="8"/>
        <p:sndAc>
          <p:stSnd>
            <p:snd r:embed="rId10" name="wind.wav"/>
          </p:stSnd>
        </p:sndAc>
      </p:transition>
    </mc:Fallback>
  </mc:AlternateContent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608428"/>
            <a:ext cx="10970280" cy="70563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smtClean="0"/>
              <a:t>2025-1-28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Future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>
        <p:wheel spokes="8"/>
        <p:sndAc>
          <p:stSnd>
            <p:snd r:embed="rId6" name="wind.wav"/>
          </p:stSnd>
        </p:sndAc>
      </p:transition>
    </mc:Choice>
    <mc:Fallback>
      <p:transition spd="slow" advClick="0" advTm="3000">
        <p:wheel spokes="8"/>
        <p:sndAc>
          <p:stSnd>
            <p:snd r:embed="rId6" name="wind.wav"/>
          </p:stSnd>
        </p:sndAc>
      </p:transition>
    </mc:Fallback>
  </mc:AlternateContent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2025-1-28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Future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>
        <p:wheel spokes="8"/>
        <p:sndAc>
          <p:stSnd>
            <p:snd r:embed="rId5" name="wind.wav"/>
          </p:stSnd>
        </p:sndAc>
      </p:transition>
    </mc:Choice>
    <mc:Fallback>
      <p:transition spd="slow" advClick="0" advTm="3000">
        <p:wheel spokes="8"/>
        <p:sndAc>
          <p:stSnd>
            <p:snd r:embed="rId5" name="wind.wav"/>
          </p:stSnd>
        </p:sndAc>
      </p:transition>
    </mc:Fallback>
  </mc:AlternateContent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60" y="1555272"/>
            <a:ext cx="5233592" cy="460821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1025" y="1555272"/>
            <a:ext cx="5227715" cy="460821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2025-1-28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dirty="0"/>
              <a:t>Future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>
        <p:wheel spokes="8"/>
        <p:sndAc>
          <p:stSnd>
            <p:snd r:embed="rId8" name="wind.wav"/>
          </p:stSnd>
        </p:sndAc>
      </p:transition>
    </mc:Choice>
    <mc:Fallback>
      <p:transition spd="slow" advClick="0" advTm="3000">
        <p:wheel spokes="8"/>
        <p:sndAc>
          <p:stSnd>
            <p:snd r:embed="rId8" name="wind.wav"/>
          </p:stSnd>
        </p:sndAc>
      </p:transition>
    </mc:Fallback>
  </mc:AlternateContent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5808" y="914442"/>
            <a:ext cx="1044103" cy="5029433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90" y="914442"/>
            <a:ext cx="9170103" cy="5029433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2025-1-28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Future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>
        <p:wheel spokes="8"/>
        <p:sndAc>
          <p:stSnd>
            <p:snd r:embed="rId7" name="wind.wav"/>
          </p:stSnd>
        </p:sndAc>
      </p:transition>
    </mc:Choice>
    <mc:Fallback>
      <p:transition spd="slow" advClick="0" advTm="3000">
        <p:wheel spokes="8"/>
        <p:sndAc>
          <p:stSnd>
            <p:snd r:embed="rId7" name="wind.wav"/>
          </p:stSnd>
        </p:sndAc>
      </p:transition>
    </mc:Fallback>
  </mc:AlternateContent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2025-1-28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Future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60" y="774036"/>
            <a:ext cx="10973880" cy="5483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>
        <p:wheel spokes="8"/>
        <p:sndAc>
          <p:stSnd>
            <p:snd r:embed="rId6" name="wind.wav"/>
          </p:stSnd>
        </p:sndAc>
      </p:transition>
    </mc:Choice>
    <mc:Fallback>
      <p:transition spd="slow" advClick="0" advTm="3000">
        <p:wheel spokes="8"/>
        <p:sndAc>
          <p:stSnd>
            <p:snd r:embed="rId6" name="wind.wav"/>
          </p:stSnd>
        </p:sndAc>
      </p:transition>
    </mc:Fallback>
  </mc:AlternateContent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2025-1-28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Future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918" y="2484115"/>
            <a:ext cx="9800165" cy="1018847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918" y="3560565"/>
            <a:ext cx="9800165" cy="471622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>
        <p:wheel spokes="8"/>
        <p:sndAc>
          <p:stSnd>
            <p:snd r:embed="rId7" name="wind.wav"/>
          </p:stSnd>
        </p:sndAc>
      </p:transition>
    </mc:Choice>
    <mc:Fallback>
      <p:transition spd="slow" advClick="0" advTm="3000">
        <p:wheel spokes="8"/>
        <p:sndAc>
          <p:stSnd>
            <p:snd r:embed="rId7" name="wind.wav"/>
          </p:stSnd>
        </p:sndAc>
      </p:transition>
    </mc:Fallback>
  </mc:AlternateContent>
  <p:hf hd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audio" Target="../media/audio1.wav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>
            <a:alphaModFix amt="8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60" y="608428"/>
            <a:ext cx="10970280" cy="705633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60" y="1490469"/>
            <a:ext cx="10970280" cy="4759421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60" y="6314693"/>
            <a:ext cx="2700266" cy="316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smtClean="0"/>
              <a:t>2025-1-28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405" y="6314693"/>
            <a:ext cx="3960390" cy="316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/>
              <a:t>Future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8474" y="6314693"/>
            <a:ext cx="2700266" cy="316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 advClick="0" advTm="3000">
        <p:wheel spokes="8"/>
        <p:sndAc>
          <p:stSnd>
            <p:snd r:embed="rId19" name="wind.wav"/>
          </p:stSnd>
        </p:sndAc>
      </p:transition>
    </mc:Choice>
    <mc:Fallback>
      <p:transition spd="slow" advClick="0" advTm="3000">
        <p:wheel spokes="8"/>
        <p:sndAc>
          <p:stSnd>
            <p:snd r:embed="rId19" name="wind.wav"/>
          </p:stSnd>
        </p:sndAc>
      </p:transition>
    </mc:Fallback>
  </mc:AlternateContent>
  <p:hf hdr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tags" Target="../tags/tag66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>
            <a:alphaModFix amt="8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宇树科技</a:t>
            </a:r>
            <a:endParaRPr lang="zh-CN" altLang="en-US" u="sng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4547202" y="3560617"/>
            <a:ext cx="3100226" cy="677549"/>
          </a:xfrm>
        </p:spPr>
        <p:txBody>
          <a:bodyPr/>
          <a:p>
            <a:r>
              <a:rPr lang="zh-CN" altLang="en-US" sz="1125"/>
              <a:t>未来机器人的崛起</a:t>
            </a:r>
            <a:endParaRPr lang="zh-CN" altLang="en-US" sz="1125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>
        <p:wheel spokes="8"/>
        <p:sndAc>
          <p:stSnd>
            <p:snd r:embed="rId5" name="wind.wav"/>
          </p:stSnd>
        </p:sndAc>
      </p:transition>
    </mc:Choice>
    <mc:Fallback>
      <p:transition spd="slow" advClick="0" advTm="3000">
        <p:wheel spokes="8"/>
        <p:sndAc>
          <p:stSnd>
            <p:snd r:embed="rId5" name="wind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z="420" smtClean="0"/>
              <a:t>2025-1-28</a:t>
            </a:r>
            <a:endParaRPr lang="zh-CN" altLang="en-US" sz="42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z="420" smtClean="0"/>
            </a:fld>
            <a:endParaRPr lang="zh-CN" altLang="en-US" sz="42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 sz="420"/>
              <a:t>Future</a:t>
            </a:r>
            <a:endParaRPr lang="zh-CN" altLang="en-US" sz="420"/>
          </a:p>
        </p:txBody>
      </p:sp>
      <p:pic>
        <p:nvPicPr>
          <p:cNvPr id="14" name="图片 13" descr="机器人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64235"/>
            <a:ext cx="5928995" cy="5542280"/>
          </a:xfrm>
          <a:prstGeom prst="rect">
            <a:avLst/>
          </a:prstGeom>
        </p:spPr>
      </p:pic>
      <p:pic>
        <p:nvPicPr>
          <p:cNvPr id="15" name="图片 14" descr="机器人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5928360" y="863600"/>
            <a:ext cx="6264275" cy="554228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549650" y="2668270"/>
            <a:ext cx="545528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9600">
                <a:solidFill>
                  <a:srgbClr val="0070C0"/>
                </a:solidFill>
              </a:rPr>
              <a:t>未来科技！</a:t>
            </a:r>
            <a:endParaRPr lang="zh-CN" altLang="en-US" sz="9600">
              <a:solidFill>
                <a:srgbClr val="0070C0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>
        <p:wheel spokes="8"/>
        <p:sndAc>
          <p:stSnd>
            <p:snd r:embed="rId3" name="wind.wav"/>
          </p:stSnd>
        </p:sndAc>
      </p:transition>
    </mc:Choice>
    <mc:Fallback>
      <p:transition spd="slow" advClick="0" advTm="3000">
        <p:wheel spokes="8"/>
        <p:sndAc>
          <p:stSnd>
            <p:snd r:embed="rId3" name="wind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149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1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495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6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build="allAtOnce"/>
      <p:bldP spid="16" grpId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COMMONDATA" val="eyJoZGlkIjoiNzFlMGY3OGRmZGU1YjQ0MmVmN2U4Yjg3M2ZkYWM1ZjIifQ=="/>
  <p:tag name="commondata" val="eyJoZGlkIjoiMDc1NGYxZTE5YjIxODQ2YjU3NGJkMjYwN2YzNDUwN2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WPS 演示</Application>
  <PresentationFormat>宽屏</PresentationFormat>
  <Paragraphs>12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黑体</vt:lpstr>
      <vt:lpstr>微软雅黑</vt:lpstr>
      <vt:lpstr>Arial Unicode MS</vt:lpstr>
      <vt:lpstr>Calibri</vt:lpstr>
      <vt:lpstr>WPS</vt:lpstr>
      <vt:lpstr>宇树科技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qzuser</cp:lastModifiedBy>
  <cp:revision>159</cp:revision>
  <dcterms:created xsi:type="dcterms:W3CDTF">2019-06-19T02:08:00Z</dcterms:created>
  <dcterms:modified xsi:type="dcterms:W3CDTF">2025-05-19T06:47:01Z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D4BA736977824B1BA7C09338B28A06EE_11</vt:lpwstr>
  </property>
</Properties>
</file>