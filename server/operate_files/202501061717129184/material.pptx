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0" d="100"/>
          <a:sy n="50" d="100"/>
        </p:scale>
        <p:origin x="-108" y="-8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2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6D2F2D-F2C9-491B-99A8-DA966D37CB87}" type="doc">
      <dgm:prSet loTypeId="urn:microsoft.com/office/officeart/2005/8/layout/chevron1" loCatId="process" qsTypeId="urn:microsoft.com/office/officeart/2005/8/quickstyle/3d2" qsCatId="3D" csTypeId="urn:microsoft.com/office/officeart/2005/8/colors/colorful1" csCatId="colorful" phldr="1"/>
      <dgm:spPr/>
    </dgm:pt>
    <dgm:pt modelId="{82A2301D-A6F6-42BF-936C-7D77BC99D0C3}">
      <dgm:prSet phldrT="[文本]" custT="1"/>
      <dgm:spPr/>
      <dgm:t>
        <a:bodyPr/>
        <a:lstStyle/>
        <a:p>
          <a:r>
            <a:rPr lang="zh-CN" altLang="en-US" sz="360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友谊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D59873DD-1E86-4FC4-AC35-CAED9D877235}" cxnId="{ADCD951B-9213-451C-A5B9-3E86E907AAB4}" type="parTrans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A90AF25A-F4FA-496A-B1BB-98EDCFE5B83F}" cxnId="{ADCD951B-9213-451C-A5B9-3E86E907AAB4}" type="sibTrans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B25C1E50-3836-4A71-86C8-16B012CB6D3E}">
      <dgm:prSet phldrT="[文本]" custT="1"/>
      <dgm:spPr/>
      <dgm:t>
        <a:bodyPr/>
        <a:lstStyle/>
        <a:p>
          <a:r>
            <a:rPr lang="zh-CN" altLang="en-US" sz="36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和谐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A7401137-8CB0-41F8-B548-04D1274EC9AD}" cxnId="{884198E9-23CA-4D1D-899F-4F3C0607548B}" type="parTrans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018AC036-D5B5-4678-8D9E-55099565311C}" cxnId="{884198E9-23CA-4D1D-899F-4F3C0607548B}" type="sibTrans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D462CBE5-803B-4D1F-9FC0-FCC2F4D2F5FA}">
      <dgm:prSet phldrT="[文本]" custT="1"/>
      <dgm:spPr/>
      <dgm:t>
        <a:bodyPr/>
        <a:lstStyle/>
        <a:p>
          <a:r>
            <a:rPr lang="zh-CN" altLang="en-US" sz="36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梦想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5FD30BA1-B646-4371-8D49-669CCFED8AC5}" cxnId="{5F4EABE5-2F81-472A-BA40-F7FA4CECC421}" type="parTrans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5C037546-3C91-41A9-9FB1-76B050ADFD75}" cxnId="{5F4EABE5-2F81-472A-BA40-F7FA4CECC421}" type="sibTrans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B02460B9-4915-46AA-867C-D137D93A2D40}" type="pres">
      <dgm:prSet presAssocID="{6D6D2F2D-F2C9-491B-99A8-DA966D37CB87}" presName="Name0" presStyleCnt="0">
        <dgm:presLayoutVars>
          <dgm:dir/>
          <dgm:animLvl val="lvl"/>
          <dgm:resizeHandles val="exact"/>
        </dgm:presLayoutVars>
      </dgm:prSet>
      <dgm:spPr/>
    </dgm:pt>
    <dgm:pt modelId="{F9544D78-A5AE-4979-B232-4C87352ED637}" type="pres">
      <dgm:prSet presAssocID="{82A2301D-A6F6-42BF-936C-7D77BC99D0C3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749BA90-CD7C-499B-81EA-086F47ECA917}" type="pres">
      <dgm:prSet presAssocID="{A90AF25A-F4FA-496A-B1BB-98EDCFE5B83F}" presName="parTxOnlySpace" presStyleCnt="0"/>
      <dgm:spPr/>
    </dgm:pt>
    <dgm:pt modelId="{D995B678-E1C3-4E1E-9AAC-EFEFF23E8B32}" type="pres">
      <dgm:prSet presAssocID="{B25C1E50-3836-4A71-86C8-16B012CB6D3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FD592A1-9C33-48F1-BC9A-A5070CAE4D4A}" type="pres">
      <dgm:prSet presAssocID="{018AC036-D5B5-4678-8D9E-55099565311C}" presName="parTxOnlySpace" presStyleCnt="0"/>
      <dgm:spPr/>
    </dgm:pt>
    <dgm:pt modelId="{6355B7FC-71CE-42D6-A7C3-984CB64FFCC2}" type="pres">
      <dgm:prSet presAssocID="{D462CBE5-803B-4D1F-9FC0-FCC2F4D2F5F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4F47AC0-D17F-4F66-ABF5-3CDB8672967C}" type="presOf" srcId="{82A2301D-A6F6-42BF-936C-7D77BC99D0C3}" destId="{F9544D78-A5AE-4979-B232-4C87352ED637}" srcOrd="0" destOrd="0" presId="urn:microsoft.com/office/officeart/2005/8/layout/chevron1"/>
    <dgm:cxn modelId="{5F4EABE5-2F81-472A-BA40-F7FA4CECC421}" srcId="{6D6D2F2D-F2C9-491B-99A8-DA966D37CB87}" destId="{D462CBE5-803B-4D1F-9FC0-FCC2F4D2F5FA}" srcOrd="2" destOrd="0" parTransId="{5FD30BA1-B646-4371-8D49-669CCFED8AC5}" sibTransId="{5C037546-3C91-41A9-9FB1-76B050ADFD75}"/>
    <dgm:cxn modelId="{ADCD951B-9213-451C-A5B9-3E86E907AAB4}" srcId="{6D6D2F2D-F2C9-491B-99A8-DA966D37CB87}" destId="{82A2301D-A6F6-42BF-936C-7D77BC99D0C3}" srcOrd="0" destOrd="0" parTransId="{D59873DD-1E86-4FC4-AC35-CAED9D877235}" sibTransId="{A90AF25A-F4FA-496A-B1BB-98EDCFE5B83F}"/>
    <dgm:cxn modelId="{9DAB296B-0149-4A41-83FD-19FDEA3BC2B3}" type="presOf" srcId="{D462CBE5-803B-4D1F-9FC0-FCC2F4D2F5FA}" destId="{6355B7FC-71CE-42D6-A7C3-984CB64FFCC2}" srcOrd="0" destOrd="0" presId="urn:microsoft.com/office/officeart/2005/8/layout/chevron1"/>
    <dgm:cxn modelId="{884198E9-23CA-4D1D-899F-4F3C0607548B}" srcId="{6D6D2F2D-F2C9-491B-99A8-DA966D37CB87}" destId="{B25C1E50-3836-4A71-86C8-16B012CB6D3E}" srcOrd="1" destOrd="0" parTransId="{A7401137-8CB0-41F8-B548-04D1274EC9AD}" sibTransId="{018AC036-D5B5-4678-8D9E-55099565311C}"/>
    <dgm:cxn modelId="{C3B9550C-DED3-4E97-8399-3B90914F3D17}" type="presOf" srcId="{B25C1E50-3836-4A71-86C8-16B012CB6D3E}" destId="{D995B678-E1C3-4E1E-9AAC-EFEFF23E8B32}" srcOrd="0" destOrd="0" presId="urn:microsoft.com/office/officeart/2005/8/layout/chevron1"/>
    <dgm:cxn modelId="{13C4A2C1-CD6A-4E0E-A25C-6B9FA56CE5DD}" type="presOf" srcId="{6D6D2F2D-F2C9-491B-99A8-DA966D37CB87}" destId="{B02460B9-4915-46AA-867C-D137D93A2D40}" srcOrd="0" destOrd="0" presId="urn:microsoft.com/office/officeart/2005/8/layout/chevron1"/>
    <dgm:cxn modelId="{C3087EF5-D7F4-4177-84AB-928714DDB8D0}" type="presParOf" srcId="{B02460B9-4915-46AA-867C-D137D93A2D40}" destId="{F9544D78-A5AE-4979-B232-4C87352ED637}" srcOrd="0" destOrd="0" presId="urn:microsoft.com/office/officeart/2005/8/layout/chevron1"/>
    <dgm:cxn modelId="{B7B7486D-64A3-410A-9795-5F1A202D9DA3}" type="presParOf" srcId="{B02460B9-4915-46AA-867C-D137D93A2D40}" destId="{0749BA90-CD7C-499B-81EA-086F47ECA917}" srcOrd="1" destOrd="0" presId="urn:microsoft.com/office/officeart/2005/8/layout/chevron1"/>
    <dgm:cxn modelId="{7E876A23-FBBB-463D-A65C-E7BA9499FB94}" type="presParOf" srcId="{B02460B9-4915-46AA-867C-D137D93A2D40}" destId="{D995B678-E1C3-4E1E-9AAC-EFEFF23E8B32}" srcOrd="2" destOrd="0" presId="urn:microsoft.com/office/officeart/2005/8/layout/chevron1"/>
    <dgm:cxn modelId="{4CD5BC98-2401-49A4-AC0F-C0F98F586C75}" type="presParOf" srcId="{B02460B9-4915-46AA-867C-D137D93A2D40}" destId="{2FD592A1-9C33-48F1-BC9A-A5070CAE4D4A}" srcOrd="3" destOrd="0" presId="urn:microsoft.com/office/officeart/2005/8/layout/chevron1"/>
    <dgm:cxn modelId="{FE874F79-6E0F-4008-B17F-4AE4C2202A49}" type="presParOf" srcId="{B02460B9-4915-46AA-867C-D137D93A2D40}" destId="{6355B7FC-71CE-42D6-A7C3-984CB64FFCC2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5418667"/>
        <a:chOff x="0" y="0"/>
        <a:chExt cx="8128000" cy="5418667"/>
      </a:xfrm>
    </dsp:grpSpPr>
    <dsp:sp modelId="{F9544D78-A5AE-4979-B232-4C87352ED637}">
      <dsp:nvSpPr>
        <dsp:cNvPr id="3" name="燕尾形 2"/>
        <dsp:cNvSpPr/>
      </dsp:nvSpPr>
      <dsp:spPr bwMode="white">
        <a:xfrm>
          <a:off x="0" y="2128762"/>
          <a:ext cx="2902857" cy="1161143"/>
        </a:xfrm>
        <a:prstGeom prst="chevron">
          <a:avLst/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2"/>
        </a:fillRef>
        <a:effectRef idx="2">
          <a:scrgbClr r="0" g="0" b="0"/>
        </a:effectRef>
        <a:fontRef idx="minor">
          <a:schemeClr val="lt1"/>
        </a:fontRef>
      </dsp:style>
      <dsp:txBody>
        <a:bodyPr lIns="144018" tIns="48006" rIns="48006" bIns="4800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友谊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sp:txBody>
      <dsp:txXfrm>
        <a:off x="0" y="2128762"/>
        <a:ext cx="2902857" cy="1161143"/>
      </dsp:txXfrm>
    </dsp:sp>
    <dsp:sp modelId="{D995B678-E1C3-4E1E-9AAC-EFEFF23E8B32}">
      <dsp:nvSpPr>
        <dsp:cNvPr id="4" name="燕尾形 3"/>
        <dsp:cNvSpPr/>
      </dsp:nvSpPr>
      <dsp:spPr bwMode="white">
        <a:xfrm>
          <a:off x="2612571" y="2128762"/>
          <a:ext cx="2902857" cy="1161143"/>
        </a:xfrm>
        <a:prstGeom prst="chevron">
          <a:avLst/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3"/>
        </a:fillRef>
        <a:effectRef idx="2">
          <a:scrgbClr r="0" g="0" b="0"/>
        </a:effectRef>
        <a:fontRef idx="minor">
          <a:schemeClr val="lt1"/>
        </a:fontRef>
      </dsp:style>
      <dsp:txBody>
        <a:bodyPr lIns="144018" tIns="48006" rIns="48006" bIns="4800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和谐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sp:txBody>
      <dsp:txXfrm>
        <a:off x="2612571" y="2128762"/>
        <a:ext cx="2902857" cy="1161143"/>
      </dsp:txXfrm>
    </dsp:sp>
    <dsp:sp modelId="{6355B7FC-71CE-42D6-A7C3-984CB64FFCC2}">
      <dsp:nvSpPr>
        <dsp:cNvPr id="5" name="燕尾形 4"/>
        <dsp:cNvSpPr/>
      </dsp:nvSpPr>
      <dsp:spPr bwMode="white">
        <a:xfrm>
          <a:off x="5225143" y="2128762"/>
          <a:ext cx="2902857" cy="1161143"/>
        </a:xfrm>
        <a:prstGeom prst="chevron">
          <a:avLst/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4"/>
        </a:fillRef>
        <a:effectRef idx="2">
          <a:scrgbClr r="0" g="0" b="0"/>
        </a:effectRef>
        <a:fontRef idx="minor">
          <a:schemeClr val="lt1"/>
        </a:fontRef>
      </dsp:style>
      <dsp:txBody>
        <a:bodyPr lIns="144018" tIns="48006" rIns="48006" bIns="4800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梦想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sp:txBody>
      <dsp:txXfrm>
        <a:off x="5225143" y="2128762"/>
        <a:ext cx="2902857" cy="1161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type="chevron" r:blip="" rot="180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type="chevron" r:blip="" rot="180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Freeform 9"/>
          <p:cNvSpPr/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7015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7015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185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185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.jpeg"/><Relationship Id="rId6" Type="http://schemas.openxmlformats.org/officeDocument/2006/relationships/tags" Target="../tags/tag1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2008</a:t>
            </a:r>
            <a:r>
              <a:rPr lang="zh-CN" altLang="en-US" dirty="0" smtClean="0"/>
              <a:t>年北京奥运会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奥运会会徽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会徽由两部分组成。上部分是一个近似椭圆形的中国传统印章，上面刻着一个运动员在向前奔跑、迎接胜利的图案。又像现代文字“文”字，取意中国悠久的传统文化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下部分是用毛笔书写的“</a:t>
            </a:r>
            <a:r>
              <a:rPr lang="en-US" altLang="zh-CN" dirty="0"/>
              <a:t>Beijing 2008”</a:t>
            </a:r>
            <a:r>
              <a:rPr lang="zh-CN" altLang="en-US" dirty="0"/>
              <a:t>和奥运五环的标志，将奥林匹克的精神与中国传统文化完美的结合起来，同时也表明了奥运会的时间和地点。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奥运口号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“同一个世界、同一个梦想”（</a:t>
            </a:r>
            <a:r>
              <a:rPr lang="en-US" altLang="zh-CN" dirty="0"/>
              <a:t>One world One dream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graphicFrame>
        <p:nvGraphicFramePr>
          <p:cNvPr id="7" name="图示 6"/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" name="图片 3" descr="WPS演示042素材文件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91535" y="3756025"/>
            <a:ext cx="522922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2008</a:t>
            </a:r>
            <a:r>
              <a:rPr lang="zh-CN" altLang="en-US" dirty="0" smtClean="0"/>
              <a:t>年第</a:t>
            </a:r>
            <a:r>
              <a:rPr lang="en-US" altLang="zh-CN" dirty="0" smtClean="0"/>
              <a:t>29</a:t>
            </a:r>
            <a:r>
              <a:rPr lang="zh-CN" altLang="en-US" dirty="0"/>
              <a:t>届夏季</a:t>
            </a:r>
            <a:r>
              <a:rPr lang="zh-CN" altLang="en-US" dirty="0" smtClean="0"/>
              <a:t>奥林匹克运动会在北京举行。</a:t>
            </a:r>
            <a:endParaRPr lang="en-US" altLang="zh-CN" dirty="0" smtClean="0"/>
          </a:p>
          <a:p>
            <a:r>
              <a:rPr lang="en-US" altLang="zh-CN" dirty="0"/>
              <a:t>2001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13</a:t>
            </a:r>
            <a:r>
              <a:rPr lang="zh-CN" altLang="en-US" dirty="0"/>
              <a:t>日，在莫斯科举行的国际奥委会第</a:t>
            </a:r>
            <a:r>
              <a:rPr lang="en-US" altLang="zh-CN" dirty="0"/>
              <a:t>112</a:t>
            </a:r>
            <a:r>
              <a:rPr lang="zh-CN" altLang="en-US" dirty="0"/>
              <a:t>次全会上，国际奥委会投票选定北京获得</a:t>
            </a:r>
            <a:r>
              <a:rPr lang="en-US" altLang="zh-CN" dirty="0"/>
              <a:t>2008</a:t>
            </a:r>
            <a:r>
              <a:rPr lang="zh-CN" altLang="en-US" dirty="0"/>
              <a:t>年奥运会主办权。随后，国际奥委会主席萨马兰奇在莫斯科宣布，北京成为</a:t>
            </a:r>
            <a:r>
              <a:rPr lang="en-US" altLang="zh-CN" dirty="0"/>
              <a:t>2008</a:t>
            </a:r>
            <a:r>
              <a:rPr lang="zh-CN" altLang="en-US" dirty="0"/>
              <a:t>年奥运会主办城市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2008</a:t>
            </a:r>
            <a:r>
              <a:rPr lang="zh-CN" altLang="en-US" dirty="0"/>
              <a:t>年奥运会是现代奥运会第</a:t>
            </a:r>
            <a:r>
              <a:rPr lang="en-US" altLang="zh-CN" dirty="0"/>
              <a:t>3</a:t>
            </a:r>
            <a:r>
              <a:rPr lang="zh-CN" altLang="en-US" dirty="0"/>
              <a:t>次在亚洲登陆，是第一次在发展中国家举行，也是第</a:t>
            </a:r>
            <a:r>
              <a:rPr lang="en-US" altLang="zh-CN" dirty="0"/>
              <a:t>1</a:t>
            </a:r>
            <a:r>
              <a:rPr lang="zh-CN" altLang="en-US" dirty="0"/>
              <a:t>次在世界四大文明古国举办。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申奥会徽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申办会徽由奥运五环色构成，形似中国传统民间工艺品的“中国结”，又似一个打太极拳的人形。图案如行云流水，和谐生动，充满运动感，象征世界人民团结、协作、交流、发展，携手共创新世纪；表达奥林匹克更快、更高、更强的体育精神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举办时间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2008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日晚上</a:t>
            </a:r>
            <a:r>
              <a:rPr lang="en-US" altLang="zh-CN" dirty="0"/>
              <a:t>8</a:t>
            </a:r>
            <a:r>
              <a:rPr lang="zh-CN" altLang="en-US" dirty="0"/>
              <a:t>时整在中华人民共和国首都北京</a:t>
            </a:r>
            <a:r>
              <a:rPr lang="zh-CN" altLang="en-US" dirty="0" smtClean="0"/>
              <a:t>举办，于</a:t>
            </a:r>
            <a:r>
              <a:rPr lang="en-US" altLang="zh-CN" dirty="0" smtClean="0"/>
              <a:t>2008</a:t>
            </a:r>
            <a:r>
              <a:rPr lang="zh-CN" altLang="en-US" dirty="0" smtClean="0"/>
              <a:t>年</a:t>
            </a:r>
            <a:r>
              <a:rPr lang="en-US" altLang="zh-CN" dirty="0" smtClean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24</a:t>
            </a:r>
            <a:r>
              <a:rPr lang="zh-CN" altLang="en-US" dirty="0"/>
              <a:t>日闭幕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2008</a:t>
            </a:r>
            <a:r>
              <a:rPr lang="zh-CN" altLang="en-US" dirty="0"/>
              <a:t>年北京奥运会主办城市是北京，上海、天津、沈阳、秦皇岛、青岛为协办城市。香港承办马术项目。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4500,&quot;width&quot;:8235}"/>
</p:tagLst>
</file>

<file path=ppt/tags/tag2.xml><?xml version="1.0" encoding="utf-8"?>
<p:tagLst xmlns:p="http://schemas.openxmlformats.org/presentationml/2006/main">
  <p:tag name="KSO_WPP_MARK_KEY" val="09a77902-2145-4223-978f-26c31dc84da8"/>
  <p:tag name="COMMONDATA" val="eyJoZGlkIjoiM2Q2NDY3ODBmZDEyZTZiNTFiOWYyZGE1YmNkNTA1NzM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582</Words>
  <Application>WPS 演示</Application>
  <PresentationFormat>自定义</PresentationFormat>
  <Paragraphs>27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Wingdings 2</vt:lpstr>
      <vt:lpstr>Wingdings</vt:lpstr>
      <vt:lpstr>华文隶书</vt:lpstr>
      <vt:lpstr>微软雅黑</vt:lpstr>
      <vt:lpstr>Constantia</vt:lpstr>
      <vt:lpstr>Calibri</vt:lpstr>
      <vt:lpstr>隶书</vt:lpstr>
      <vt:lpstr>Arial Unicode MS</vt:lpstr>
      <vt:lpstr>流畅</vt:lpstr>
      <vt:lpstr>2008年北京奥运会</vt:lpstr>
      <vt:lpstr>奥运会会徽</vt:lpstr>
      <vt:lpstr>奥运口号</vt:lpstr>
      <vt:lpstr>基本概述</vt:lpstr>
      <vt:lpstr>申奥会徽</vt:lpstr>
      <vt:lpstr>举办时间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2008年北京奥运会</dc:title>
  <dc:creator>john</dc:creator>
  <cp:lastModifiedBy>zy</cp:lastModifiedBy>
  <cp:revision>5</cp:revision>
  <dcterms:created xsi:type="dcterms:W3CDTF">2020-05-14T07:27:00Z</dcterms:created>
  <dcterms:modified xsi:type="dcterms:W3CDTF">2023-10-25T05:54:10Z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F7A45C27222B44F28EDACDF92C9F6B25_12</vt:lpwstr>
  </property>
  <property fmtid="{D5CDD505-2E9C-101B-9397-08002B2CF9AE}" pid="3" name="KSOProductBuildVer">
    <vt:lpwstr>2052-11.1.0.14227</vt:lpwstr>
  </property>
</Properties>
</file>