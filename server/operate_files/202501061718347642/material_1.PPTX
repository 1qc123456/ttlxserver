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6" r:id="rId4"/>
    <p:sldId id="257" r:id="rId5"/>
    <p:sldId id="259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.jpeg"/><Relationship Id="rId2" Type="http://schemas.openxmlformats.org/officeDocument/2006/relationships/tags" Target="../tags/tag6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8000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5000625" y="4614350"/>
            <a:ext cx="4076700" cy="1053581"/>
          </a:xfrm>
          <a:noFill/>
        </p:spPr>
        <p:txBody>
          <a:bodyPr anchor="b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000625" y="5739996"/>
            <a:ext cx="4076700" cy="5040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3879850"/>
            <a:ext cx="3744516" cy="2978150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350"/>
          </a:p>
        </p:txBody>
      </p:sp>
      <p:sp>
        <p:nvSpPr>
          <p:cNvPr id="6" name="Freeform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22885" y="4400550"/>
            <a:ext cx="7021115" cy="245745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350"/>
          </a:p>
        </p:txBody>
      </p:sp>
      <p:sp>
        <p:nvSpPr>
          <p:cNvPr id="7" name="直接连接符 1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440656" y="2790825"/>
            <a:ext cx="3914775" cy="1588"/>
          </a:xfrm>
          <a:prstGeom prst="line">
            <a:avLst/>
          </a:prstGeom>
          <a:noFill/>
          <a:ln w="6350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425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56801" y="3503613"/>
            <a:ext cx="4098630" cy="1058408"/>
          </a:xfrm>
        </p:spPr>
        <p:txBody>
          <a:bodyPr rIns="63500">
            <a:noAutofit/>
          </a:bodyPr>
          <a:lstStyle>
            <a:lvl1pPr algn="r"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256801" y="2856230"/>
            <a:ext cx="4098630" cy="586804"/>
          </a:xfrm>
        </p:spPr>
        <p:txBody>
          <a:bodyPr tIns="38100" rIns="76200" bIns="38100" anchor="ctr">
            <a:noAutofit/>
          </a:bodyPr>
          <a:lstStyle>
            <a:lvl1pPr marL="0" indent="0" algn="r" eaLnBrk="1" fontAlgn="base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256831" y="2383625"/>
            <a:ext cx="4098600" cy="3564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4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5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7DC10-9F80-47CA-9BB0-03FC4730FA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4825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572125" y="4290060"/>
            <a:ext cx="3319463" cy="1175385"/>
          </a:xfrm>
        </p:spPr>
        <p:txBody>
          <a:bodyPr rIns="25400" rtlCol="0" anchor="b">
            <a:no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5572124" y="5540698"/>
            <a:ext cx="3319358" cy="691347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乒乓球</a:t>
            </a:r>
            <a:endParaRPr lang="zh-CN" altLang="en-US" sz="6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</a:rPr>
              <a:t>国球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乒乓球（</a:t>
            </a:r>
            <a:r>
              <a:rPr lang="en-US" altLang="zh-CN" dirty="0"/>
              <a:t>table tennis</a:t>
            </a:r>
            <a:r>
              <a:rPr lang="zh-CN" altLang="en-US" dirty="0"/>
              <a:t>），被称为中国的“国球”，是一种世界流行的球类体育项目，包括进攻、对抗和防守。比赛分团体、单打、双打、混双等数种；</a:t>
            </a:r>
            <a:r>
              <a:rPr lang="en-US" altLang="zh-CN" dirty="0"/>
              <a:t>2001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日前以</a:t>
            </a:r>
            <a:r>
              <a:rPr lang="en-US" altLang="zh-CN" dirty="0"/>
              <a:t>21</a:t>
            </a:r>
            <a:r>
              <a:rPr lang="zh-CN" altLang="en-US" dirty="0"/>
              <a:t>分为一局，现以</a:t>
            </a:r>
            <a:r>
              <a:rPr lang="en-US" altLang="zh-CN" dirty="0"/>
              <a:t>11</a:t>
            </a:r>
            <a:r>
              <a:rPr lang="zh-CN" altLang="en-US" dirty="0"/>
              <a:t>分为一局；采用三局两胜，五局三胜，七局四胜。乒乓球为圆球状，重</a:t>
            </a:r>
            <a:r>
              <a:rPr lang="en-US" altLang="zh-CN" dirty="0"/>
              <a:t>2.53</a:t>
            </a:r>
            <a:r>
              <a:rPr lang="zh-CN" altLang="en-US" dirty="0"/>
              <a:t>～</a:t>
            </a:r>
            <a:r>
              <a:rPr lang="en-US" altLang="zh-CN" dirty="0"/>
              <a:t>2.70</a:t>
            </a:r>
            <a:r>
              <a:rPr lang="zh-CN" altLang="en-US" dirty="0"/>
              <a:t>克，白或橙色，以高分子聚合物为原料的新塑料球。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乒乓球起源于英国，“乒乓球”一名起源自</a:t>
            </a:r>
            <a:r>
              <a:rPr lang="en-US" altLang="zh-CN" dirty="0"/>
              <a:t>1900</a:t>
            </a:r>
            <a:r>
              <a:rPr lang="zh-CN" altLang="en-US" dirty="0"/>
              <a:t>年，因其打击时发出“</a:t>
            </a:r>
            <a:r>
              <a:rPr lang="en-US" altLang="zh-CN" dirty="0"/>
              <a:t>Ping Pong”</a:t>
            </a:r>
            <a:r>
              <a:rPr lang="zh-CN" altLang="en-US" dirty="0"/>
              <a:t>的声音而得名，在中国大陆以“乒乓球”作为它的官方名称，香港及澳门等地区亦同。</a:t>
            </a:r>
            <a:r>
              <a:rPr lang="en-US" altLang="zh-CN" dirty="0"/>
              <a:t>1926</a:t>
            </a:r>
            <a:r>
              <a:rPr lang="zh-CN" altLang="en-US" dirty="0"/>
              <a:t>年，在英国伦敦举行了国际乒乓球邀请赛。后被追认为第一届世界乒乓球锦标赛。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59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1905000" y="2204720"/>
            <a:ext cx="6480000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TYPE" val="i"/>
  <p:tag name="KSO_WM_UNIT_INDEX" val="1"/>
  <p:tag name="KSO_WM_UNIT_ID" val="_3*i*1"/>
  <p:tag name="KSO_WM_UNIT_LAYERLEVEL" val="1"/>
  <p:tag name="KSO_WM_TAG_VERSION" val="1.0"/>
  <p:tag name="KSO_WM_BEAUTIFY_FLAG" val="#wm#"/>
  <p:tag name="KSO_WM_UNIT_DIAGRAM_ISNUMVISUAL" val="0"/>
  <p:tag name="KSO_WM_UNIT_DIAGRAM_ISREFERUNIT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0947_1"/>
  <p:tag name="KSO_WM_TEMPLATE_CATEGORY" val="custom"/>
  <p:tag name="KSO_WM_TEMPLATE_INDEX" val="20196575"/>
  <p:tag name="KSO_WM_TEMPLATE_SUBCATEGORY" val="0"/>
  <p:tag name="KSO_WM_TEMPLATE_THUMBS_INDEX" val="1"/>
</p:tagLst>
</file>

<file path=ppt/tags/tag77.xml><?xml version="1.0" encoding="utf-8"?>
<p:tagLst xmlns:p="http://schemas.openxmlformats.org/presentationml/2006/main">
  <p:tag name="KSO_WPP_MARK_KEY" val="e3b522a5-72e1-4f35-93ef-ee9644e36d28"/>
  <p:tag name="COMMONDATA" val="eyJoZGlkIjoiM2Q2NDY3ODBmZDEyZTZiNTFiOWYyZGE1YmNkNTA1NzMifQ=="/>
</p:tagLst>
</file>

<file path=ppt/theme/theme1.xml><?xml version="1.0" encoding="utf-8"?>
<a:theme xmlns:a="http://schemas.openxmlformats.org/drawingml/2006/main" name="主题一">
  <a:themeElements>
    <a:clrScheme name="自定义 2">
      <a:dk1>
        <a:srgbClr val="466424"/>
      </a:dk1>
      <a:lt1>
        <a:srgbClr val="FFFFFF"/>
      </a:lt1>
      <a:dk2>
        <a:srgbClr val="7A9858"/>
      </a:dk2>
      <a:lt2>
        <a:srgbClr val="FFFFFF"/>
      </a:lt2>
      <a:accent1>
        <a:srgbClr val="3B561D"/>
      </a:accent1>
      <a:accent2>
        <a:srgbClr val="98CC77"/>
      </a:accent2>
      <a:accent3>
        <a:srgbClr val="779989"/>
      </a:accent3>
      <a:accent4>
        <a:srgbClr val="354B1B"/>
      </a:accent4>
      <a:accent5>
        <a:srgbClr val="466424"/>
      </a:accent5>
      <a:accent6>
        <a:srgbClr val="BED7CB"/>
      </a:accent6>
      <a:hlink>
        <a:srgbClr val="98CC77"/>
      </a:hlink>
      <a:folHlink>
        <a:srgbClr val="AABBCB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WPS 演示</Application>
  <PresentationFormat>全屏显示(4:3)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新宋体</vt:lpstr>
      <vt:lpstr>黑体</vt:lpstr>
      <vt:lpstr>主题一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zy</cp:lastModifiedBy>
  <cp:revision>9</cp:revision>
  <dcterms:created xsi:type="dcterms:W3CDTF">2020-04-13T02:23:00Z</dcterms:created>
  <dcterms:modified xsi:type="dcterms:W3CDTF">2023-10-26T09:16:14Z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5D8A5E48B30B481E90FFB5223F6D981E_12</vt:lpwstr>
  </property>
  <property fmtid="{D5CDD505-2E9C-101B-9397-08002B2CF9AE}" pid="3" name="KSOProductBuildVer">
    <vt:lpwstr>2052-11.1.0.14227</vt:lpwstr>
  </property>
</Properties>
</file>