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7" r:id="rId4"/>
  </p:sldIdLst>
  <p:sldSz cx="9144000" cy="6858000" type="screen4x3"/>
  <p:notesSz cx="6858000" cy="9144000"/>
  <p:custDataLst>
    <p:tags r:id="rId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 showGuides="1">
      <p:cViewPr varScale="1">
        <p:scale>
          <a:sx n="69" d="100"/>
          <a:sy n="69" d="100"/>
        </p:scale>
        <p:origin x="96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D680CC-3406-40D5-9D52-99B6953CF2C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1C41BF-227A-44C4-B511-AE8A48692A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5F8F62-1BA0-469D-9C5C-97450DB5221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9C463-F175-4C09-8EBB-84AA41FD135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135EB9-8E04-44AD-BAEC-DF85805349C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A13153-D88C-4919-AA8D-39231F12973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DFA598-6D67-45E1-A14F-C36FC8B64ED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3906B3-54BE-48D8-BA82-01DE7D46A16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722E5-2ACB-45B5-9750-609B752F315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9C3C66-7E6F-468A-808D-CFE0378ECD0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C8D0C6-90DD-48C0-9907-BAD96B33F6B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3098E63A-A756-47D8-8F11-DA81326BB9FB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 sz="6500" b="1">
                <a:latin typeface="黑体" panose="02010609060101010101" charset="-122"/>
                <a:ea typeface="黑体" panose="02010609060101010101" charset="-122"/>
              </a:rPr>
              <a:t>鸭子漂流记</a:t>
            </a:r>
            <a:endParaRPr lang="zh-CN" altLang="en-US" sz="65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 sz="3100">
                <a:solidFill>
                  <a:srgbClr val="FE8F00"/>
                </a:solidFill>
                <a:highlight>
                  <a:srgbClr val="FFFF00"/>
                </a:highlight>
                <a:latin typeface="楷体" panose="02010609060101010101" charset="-122"/>
                <a:ea typeface="楷体" panose="02010609060101010101" charset="-122"/>
              </a:rPr>
              <a:t>遇风暴玩具鸭坠海</a:t>
            </a:r>
            <a:endParaRPr lang="zh-CN" altLang="en-US" sz="3100">
              <a:solidFill>
                <a:srgbClr val="FE8F00"/>
              </a:solidFill>
              <a:highlight>
                <a:srgbClr val="FFFF00"/>
              </a:highlight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玩具鸭子随波逐流</a:t>
            </a:r>
            <a:endParaRPr lang="zh-CN" altLang="en-US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>
                <a:solidFill>
                  <a:srgbClr val="000000"/>
                </a:solidFill>
              </a:rPr>
              <a:t>1992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年一家玩具工厂的货船从中国出发，打算穿越太平洋到美国华盛顿州的塔科马港。但是出发</a:t>
            </a:r>
            <a:r>
              <a:rPr lang="en-US" altLang="zh-CN" sz="2800">
                <a:solidFill>
                  <a:srgbClr val="000000"/>
                </a:solidFill>
              </a:rPr>
              <a:t>4000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英里之后，货船在国际日期变更线附近的海洋上遇到猛烈风暴，一个装满</a:t>
            </a:r>
            <a:r>
              <a:rPr lang="en-US" altLang="zh-CN" sz="2800">
                <a:solidFill>
                  <a:srgbClr val="000000"/>
                </a:solidFill>
              </a:rPr>
              <a:t>2.9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万只黄色塑料玩具鸭的集装箱坠入大海并摔裂，令所有玩具鸭漂浮在海面上，形成一支庞大的</a:t>
            </a:r>
            <a:r>
              <a:rPr lang="zh-CN" altLang="en-US" sz="2800">
                <a:solidFill>
                  <a:srgbClr val="000000"/>
                </a:solidFill>
              </a:rPr>
              <a:t>“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鸭子舰队</a:t>
            </a:r>
            <a:r>
              <a:rPr lang="zh-CN" altLang="en-US" sz="2800">
                <a:solidFill>
                  <a:srgbClr val="000000"/>
                </a:solidFill>
              </a:rPr>
              <a:t>”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，从此随波逐流。</a:t>
            </a:r>
            <a:endParaRPr lang="zh-CN" altLang="en-US" sz="280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half" idx="2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3076" name="Picture 4" descr="D:\Documents and Settings\Administrator.LIU-ZAE2B0JV3F0\My Documents\My Pictures\玩具鸭.bmp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72920"/>
            <a:ext cx="3254375" cy="238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commondata" val="eyJoZGlkIjoiOTMxN2U1NGZiMzBiNTU5YWE4M2ZhMDFiOGE1NjViYzAifQ==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WPS 演示</Application>
  <PresentationFormat>全屏显示(4:3)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6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等线 Light</vt:lpstr>
      <vt:lpstr>等线</vt:lpstr>
      <vt:lpstr>新宋体</vt:lpstr>
      <vt:lpstr>微软雅黑 Light</vt:lpstr>
      <vt:lpstr>楷体</vt:lpstr>
      <vt:lpstr>黑体</vt:lpstr>
      <vt:lpstr>默认设计模板</vt:lpstr>
      <vt:lpstr>PowerPoint 演示文稿</vt:lpstr>
      <vt:lpstr>玩具鸭子随波逐流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鸭子漂流记 </dc:title>
  <dc:creator>liu</dc:creator>
  <cp:lastModifiedBy>zy</cp:lastModifiedBy>
  <cp:revision>2</cp:revision>
  <dcterms:created xsi:type="dcterms:W3CDTF">2006-07-28T00:40:00Z</dcterms:created>
  <dcterms:modified xsi:type="dcterms:W3CDTF">2024-01-11T03:38:45Z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96717AD0D9734CE99382A315BB88E3F6_12</vt:lpwstr>
  </property>
  <property fmtid="{D5CDD505-2E9C-101B-9397-08002B2CF9AE}" pid="3" name="KSOProductBuildVer">
    <vt:lpwstr>2052-12.1.0.15712</vt:lpwstr>
  </property>
</Properties>
</file>