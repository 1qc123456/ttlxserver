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400" dirty="0" smtClean="0">
                <a:latin typeface="微软雅黑" pitchFamily="34" charset="-122"/>
                <a:ea typeface="微软雅黑" pitchFamily="34" charset="-122"/>
              </a:rPr>
              <a:t>古诗赏析</a:t>
            </a:r>
            <a:endParaRPr lang="zh-CN" altLang="en-US" sz="6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C:\Users\86133\Desktop\PPT\05_幻灯片满分素材文件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747" y="3645024"/>
            <a:ext cx="3048000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9262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幻灯片满分素材文件2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26695" y="510195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972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15</TotalTime>
  <Words>2</Words>
  <Application>Microsoft Office PowerPoint</Application>
  <PresentationFormat>全屏显示(4:3)</PresentationFormat>
  <Paragraphs>1</Paragraphs>
  <Slides>2</Slides>
  <Notes>0</Notes>
  <HiddenSlides>0</HiddenSlides>
  <MMClips>1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暗香扑面</vt:lpstr>
      <vt:lpstr>古诗赏析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5</cp:revision>
  <dcterms:created xsi:type="dcterms:W3CDTF">2019-09-06T07:31:03Z</dcterms:created>
  <dcterms:modified xsi:type="dcterms:W3CDTF">2021-05-24T02:14:23Z</dcterms:modified>
</cp:coreProperties>
</file>