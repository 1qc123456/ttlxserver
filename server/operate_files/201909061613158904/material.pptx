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37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2019-09-06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2019-09-06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2019-09-06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2019-09-06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2019-09-06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2019-09-06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2019-09-06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262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全屏显示(4:3)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4</cp:revision>
  <dcterms:created xsi:type="dcterms:W3CDTF">2019-09-06T07:31:03Z</dcterms:created>
  <dcterms:modified xsi:type="dcterms:W3CDTF">2019-09-06T08:00:40Z</dcterms:modified>
</cp:coreProperties>
</file>