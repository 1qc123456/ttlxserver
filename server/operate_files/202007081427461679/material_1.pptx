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5"/>
  </p:notesMasterIdLst>
  <p:sldIdLst>
    <p:sldId id="261" r:id="rId2"/>
    <p:sldId id="257" r:id="rId3"/>
    <p:sldId id="260" r:id="rId4"/>
  </p:sldIdLst>
  <p:sldSz cx="9144000" cy="6858000" type="screen4x3"/>
  <p:notesSz cx="6858000" cy="9144000"/>
  <p:defaultTextStyle>
    <a:defPPr>
      <a:defRPr lang="zh-CN"/>
    </a:defPPr>
    <a:lvl1pPr algn="l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itchFamily="18" charset="0"/>
        <a:ea typeface="宋体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itchFamily="18" charset="0"/>
        <a:ea typeface="宋体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itchFamily="18" charset="0"/>
        <a:ea typeface="宋体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itchFamily="18" charset="0"/>
        <a:ea typeface="宋体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itchFamily="18" charset="0"/>
        <a:ea typeface="宋体" charset="-122"/>
        <a:cs typeface="+mn-cs"/>
      </a:defRPr>
    </a:lvl5pPr>
    <a:lvl6pPr marL="2286000" algn="l" defTabSz="914400" rtl="0" eaLnBrk="1" latinLnBrk="0" hangingPunct="1">
      <a:defRPr kumimoji="1" sz="2400" kern="1200">
        <a:solidFill>
          <a:schemeClr val="tx1"/>
        </a:solidFill>
        <a:latin typeface="Times New Roman" pitchFamily="18" charset="0"/>
        <a:ea typeface="宋体" charset="-122"/>
        <a:cs typeface="+mn-cs"/>
      </a:defRPr>
    </a:lvl6pPr>
    <a:lvl7pPr marL="2743200" algn="l" defTabSz="914400" rtl="0" eaLnBrk="1" latinLnBrk="0" hangingPunct="1">
      <a:defRPr kumimoji="1" sz="2400" kern="1200">
        <a:solidFill>
          <a:schemeClr val="tx1"/>
        </a:solidFill>
        <a:latin typeface="Times New Roman" pitchFamily="18" charset="0"/>
        <a:ea typeface="宋体" charset="-122"/>
        <a:cs typeface="+mn-cs"/>
      </a:defRPr>
    </a:lvl7pPr>
    <a:lvl8pPr marL="3200400" algn="l" defTabSz="914400" rtl="0" eaLnBrk="1" latinLnBrk="0" hangingPunct="1">
      <a:defRPr kumimoji="1" sz="2400" kern="1200">
        <a:solidFill>
          <a:schemeClr val="tx1"/>
        </a:solidFill>
        <a:latin typeface="Times New Roman" pitchFamily="18" charset="0"/>
        <a:ea typeface="宋体" charset="-122"/>
        <a:cs typeface="+mn-cs"/>
      </a:defRPr>
    </a:lvl8pPr>
    <a:lvl9pPr marL="3657600" algn="l" defTabSz="914400" rtl="0" eaLnBrk="1" latinLnBrk="0" hangingPunct="1">
      <a:defRPr kumimoji="1" sz="2400" kern="1200">
        <a:solidFill>
          <a:schemeClr val="tx1"/>
        </a:solidFill>
        <a:latin typeface="Times New Roman" pitchFamily="18" charset="0"/>
        <a:ea typeface="宋体" charset="-122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browse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9" d="100"/>
          <a:sy n="79" d="100"/>
        </p:scale>
        <p:origin x="-84" y="-76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4C611AB-14CC-454A-B45A-17F19A7398D3}" type="datetimeFigureOut">
              <a:rPr lang="zh-CN" altLang="en-US" smtClean="0"/>
              <a:t>2021/4/29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13CA89C-E04E-49C1-9AD6-ECF9AA093BA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7924216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zh-CN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财政拨款是指当年“三公”经费的预算数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13CA89C-E04E-49C1-9AD6-ECF9AA093BA0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9796610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3" name="Group 42"/>
          <p:cNvGrpSpPr/>
          <p:nvPr/>
        </p:nvGrpSpPr>
        <p:grpSpPr>
          <a:xfrm>
            <a:off x="-382404" y="0"/>
            <a:ext cx="9932332" cy="6858000"/>
            <a:chOff x="-382404" y="0"/>
            <a:chExt cx="9932332" cy="6858000"/>
          </a:xfrm>
        </p:grpSpPr>
        <p:grpSp>
          <p:nvGrpSpPr>
            <p:cNvPr id="44" name="Group 44"/>
            <p:cNvGrpSpPr/>
            <p:nvPr/>
          </p:nvGrpSpPr>
          <p:grpSpPr>
            <a:xfrm>
              <a:off x="0" y="0"/>
              <a:ext cx="9144000" cy="6858000"/>
              <a:chOff x="0" y="0"/>
              <a:chExt cx="9144000" cy="6858000"/>
            </a:xfrm>
          </p:grpSpPr>
          <p:grpSp>
            <p:nvGrpSpPr>
              <p:cNvPr id="70" name="Group 4"/>
              <p:cNvGrpSpPr/>
              <p:nvPr/>
            </p:nvGrpSpPr>
            <p:grpSpPr>
              <a:xfrm>
                <a:off x="0" y="0"/>
                <a:ext cx="2514600" cy="6858000"/>
                <a:chOff x="0" y="0"/>
                <a:chExt cx="2514600" cy="6858000"/>
              </a:xfrm>
            </p:grpSpPr>
            <p:sp>
              <p:nvSpPr>
                <p:cNvPr id="115" name="Rectangle 114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6" name="Rectangle 2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7" name="Rectangle 3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71" name="Group 5"/>
              <p:cNvGrpSpPr/>
              <p:nvPr/>
            </p:nvGrpSpPr>
            <p:grpSpPr>
              <a:xfrm>
                <a:off x="422910" y="0"/>
                <a:ext cx="2514600" cy="6858000"/>
                <a:chOff x="0" y="0"/>
                <a:chExt cx="2514600" cy="6858000"/>
              </a:xfrm>
            </p:grpSpPr>
            <p:sp>
              <p:nvSpPr>
                <p:cNvPr id="85" name="Rectangle 84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6" name="Rectangle 85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4" name="Rectangle 113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73" name="Group 9"/>
              <p:cNvGrpSpPr/>
              <p:nvPr/>
            </p:nvGrpSpPr>
            <p:grpSpPr>
              <a:xfrm rot="10800000">
                <a:off x="6629400" y="0"/>
                <a:ext cx="2514600" cy="6858000"/>
                <a:chOff x="0" y="0"/>
                <a:chExt cx="2514600" cy="6858000"/>
              </a:xfrm>
            </p:grpSpPr>
            <p:sp>
              <p:nvSpPr>
                <p:cNvPr id="78" name="Rectangle 77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79" name="Rectangle 78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1" name="Rectangle 80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75" name="Rectangle 74"/>
              <p:cNvSpPr/>
              <p:nvPr/>
            </p:nvSpPr>
            <p:spPr>
              <a:xfrm>
                <a:off x="3810000" y="0"/>
                <a:ext cx="28194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6" name="Rectangle 75"/>
              <p:cNvSpPr/>
              <p:nvPr/>
            </p:nvSpPr>
            <p:spPr>
              <a:xfrm>
                <a:off x="2895600" y="0"/>
                <a:ext cx="4572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7" name="Rectangle 76"/>
              <p:cNvSpPr/>
              <p:nvPr/>
            </p:nvSpPr>
            <p:spPr>
              <a:xfrm>
                <a:off x="3124200" y="0"/>
                <a:ext cx="7620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45" name="Freeform 44"/>
            <p:cNvSpPr/>
            <p:nvPr/>
          </p:nvSpPr>
          <p:spPr>
            <a:xfrm>
              <a:off x="-11875" y="5035138"/>
              <a:ext cx="9144000" cy="1175655"/>
            </a:xfrm>
            <a:custGeom>
              <a:avLst/>
              <a:gdLst>
                <a:gd name="connsiteX0" fmla="*/ 0 w 9144000"/>
                <a:gd name="connsiteY0" fmla="*/ 1116280 h 1175656"/>
                <a:gd name="connsiteX1" fmla="*/ 1674420 w 9144000"/>
                <a:gd name="connsiteY1" fmla="*/ 1163781 h 1175656"/>
                <a:gd name="connsiteX2" fmla="*/ 4120737 w 9144000"/>
                <a:gd name="connsiteY2" fmla="*/ 1045028 h 1175656"/>
                <a:gd name="connsiteX3" fmla="*/ 7172696 w 9144000"/>
                <a:gd name="connsiteY3" fmla="*/ 605641 h 1175656"/>
                <a:gd name="connsiteX4" fmla="*/ 9144000 w 9144000"/>
                <a:gd name="connsiteY4" fmla="*/ 0 h 1175656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116279 h 1175655"/>
                <a:gd name="connsiteX1" fmla="*/ 1674420 w 9144000"/>
                <a:gd name="connsiteY1" fmla="*/ 1163780 h 1175655"/>
                <a:gd name="connsiteX2" fmla="*/ 4120737 w 9144000"/>
                <a:gd name="connsiteY2" fmla="*/ 1045027 h 1175655"/>
                <a:gd name="connsiteX3" fmla="*/ 7172696 w 9144000"/>
                <a:gd name="connsiteY3" fmla="*/ 605640 h 1175655"/>
                <a:gd name="connsiteX4" fmla="*/ 9144000 w 9144000"/>
                <a:gd name="connsiteY4" fmla="*/ 0 h 11756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44000" h="1175655">
                  <a:moveTo>
                    <a:pt x="0" y="1116279"/>
                  </a:moveTo>
                  <a:cubicBezTo>
                    <a:pt x="493815" y="1145967"/>
                    <a:pt x="987631" y="1175655"/>
                    <a:pt x="1674420" y="1163780"/>
                  </a:cubicBezTo>
                  <a:cubicBezTo>
                    <a:pt x="2361209" y="1151905"/>
                    <a:pt x="3204358" y="1138050"/>
                    <a:pt x="4120737" y="1045027"/>
                  </a:cubicBezTo>
                  <a:cubicBezTo>
                    <a:pt x="5037116" y="952004"/>
                    <a:pt x="6335486" y="779811"/>
                    <a:pt x="7172696" y="605640"/>
                  </a:cubicBezTo>
                  <a:cubicBezTo>
                    <a:pt x="8009907" y="431469"/>
                    <a:pt x="8866910" y="154379"/>
                    <a:pt x="9144000" y="0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8" name="Freeform 47"/>
            <p:cNvSpPr/>
            <p:nvPr/>
          </p:nvSpPr>
          <p:spPr>
            <a:xfrm>
              <a:off x="-11875" y="3467595"/>
              <a:ext cx="9144000" cy="890650"/>
            </a:xfrm>
            <a:custGeom>
              <a:avLst/>
              <a:gdLst>
                <a:gd name="connsiteX0" fmla="*/ 0 w 9144000"/>
                <a:gd name="connsiteY0" fmla="*/ 890650 h 890650"/>
                <a:gd name="connsiteX1" fmla="*/ 1045028 w 9144000"/>
                <a:gd name="connsiteY1" fmla="*/ 475013 h 890650"/>
                <a:gd name="connsiteX2" fmla="*/ 3111335 w 9144000"/>
                <a:gd name="connsiteY2" fmla="*/ 71252 h 890650"/>
                <a:gd name="connsiteX3" fmla="*/ 5913911 w 9144000"/>
                <a:gd name="connsiteY3" fmla="*/ 71252 h 890650"/>
                <a:gd name="connsiteX4" fmla="*/ 9144000 w 9144000"/>
                <a:gd name="connsiteY4" fmla="*/ 498764 h 8906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44000" h="890650">
                  <a:moveTo>
                    <a:pt x="0" y="890650"/>
                  </a:moveTo>
                  <a:cubicBezTo>
                    <a:pt x="263236" y="751114"/>
                    <a:pt x="526472" y="611579"/>
                    <a:pt x="1045028" y="475013"/>
                  </a:cubicBezTo>
                  <a:cubicBezTo>
                    <a:pt x="1563584" y="338447"/>
                    <a:pt x="2299855" y="138545"/>
                    <a:pt x="3111335" y="71252"/>
                  </a:cubicBezTo>
                  <a:cubicBezTo>
                    <a:pt x="3922815" y="3959"/>
                    <a:pt x="4908467" y="0"/>
                    <a:pt x="5913911" y="71252"/>
                  </a:cubicBezTo>
                  <a:cubicBezTo>
                    <a:pt x="6919355" y="142504"/>
                    <a:pt x="8595756" y="427512"/>
                    <a:pt x="9144000" y="498764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9" name="Freeform 48"/>
            <p:cNvSpPr/>
            <p:nvPr/>
          </p:nvSpPr>
          <p:spPr>
            <a:xfrm>
              <a:off x="-23751" y="5640779"/>
              <a:ext cx="3004457" cy="1211283"/>
            </a:xfrm>
            <a:custGeom>
              <a:avLst/>
              <a:gdLst>
                <a:gd name="connsiteX0" fmla="*/ 0 w 3004457"/>
                <a:gd name="connsiteY0" fmla="*/ 0 h 1211283"/>
                <a:gd name="connsiteX1" fmla="*/ 3004457 w 3004457"/>
                <a:gd name="connsiteY1" fmla="*/ 1211283 h 12112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004457" h="1211283">
                  <a:moveTo>
                    <a:pt x="0" y="0"/>
                  </a:moveTo>
                  <a:cubicBezTo>
                    <a:pt x="1103415" y="501732"/>
                    <a:pt x="2206831" y="1003465"/>
                    <a:pt x="3004457" y="1211283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1" name="Freeform 50"/>
            <p:cNvSpPr/>
            <p:nvPr/>
          </p:nvSpPr>
          <p:spPr>
            <a:xfrm>
              <a:off x="-11875" y="5284519"/>
              <a:ext cx="9144000" cy="1478478"/>
            </a:xfrm>
            <a:custGeom>
              <a:avLst/>
              <a:gdLst>
                <a:gd name="connsiteX0" fmla="*/ 0 w 9144000"/>
                <a:gd name="connsiteY0" fmla="*/ 0 h 1478478"/>
                <a:gd name="connsiteX1" fmla="*/ 1104405 w 9144000"/>
                <a:gd name="connsiteY1" fmla="*/ 344385 h 1478478"/>
                <a:gd name="connsiteX2" fmla="*/ 3194462 w 9144000"/>
                <a:gd name="connsiteY2" fmla="*/ 866899 h 1478478"/>
                <a:gd name="connsiteX3" fmla="*/ 5676405 w 9144000"/>
                <a:gd name="connsiteY3" fmla="*/ 1282536 h 1478478"/>
                <a:gd name="connsiteX4" fmla="*/ 7730836 w 9144000"/>
                <a:gd name="connsiteY4" fmla="*/ 1448790 h 1478478"/>
                <a:gd name="connsiteX5" fmla="*/ 8573984 w 9144000"/>
                <a:gd name="connsiteY5" fmla="*/ 1460665 h 1478478"/>
                <a:gd name="connsiteX6" fmla="*/ 9144000 w 9144000"/>
                <a:gd name="connsiteY6" fmla="*/ 1425039 h 14784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144000" h="1478478">
                  <a:moveTo>
                    <a:pt x="0" y="0"/>
                  </a:moveTo>
                  <a:cubicBezTo>
                    <a:pt x="285997" y="99951"/>
                    <a:pt x="571995" y="199902"/>
                    <a:pt x="1104405" y="344385"/>
                  </a:cubicBezTo>
                  <a:cubicBezTo>
                    <a:pt x="1636815" y="488868"/>
                    <a:pt x="2432462" y="710541"/>
                    <a:pt x="3194462" y="866899"/>
                  </a:cubicBezTo>
                  <a:cubicBezTo>
                    <a:pt x="3956462" y="1023258"/>
                    <a:pt x="4920343" y="1185554"/>
                    <a:pt x="5676405" y="1282536"/>
                  </a:cubicBezTo>
                  <a:cubicBezTo>
                    <a:pt x="6432467" y="1379518"/>
                    <a:pt x="7247906" y="1419102"/>
                    <a:pt x="7730836" y="1448790"/>
                  </a:cubicBezTo>
                  <a:cubicBezTo>
                    <a:pt x="8213766" y="1478478"/>
                    <a:pt x="8338457" y="1464623"/>
                    <a:pt x="8573984" y="1460665"/>
                  </a:cubicBezTo>
                  <a:cubicBezTo>
                    <a:pt x="8809511" y="1456707"/>
                    <a:pt x="8976755" y="1440873"/>
                    <a:pt x="9144000" y="1425039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2" name="Freeform 51"/>
            <p:cNvSpPr/>
            <p:nvPr/>
          </p:nvSpPr>
          <p:spPr>
            <a:xfrm>
              <a:off x="2137558" y="5132120"/>
              <a:ext cx="6982691" cy="1719942"/>
            </a:xfrm>
            <a:custGeom>
              <a:avLst/>
              <a:gdLst>
                <a:gd name="connsiteX0" fmla="*/ 0 w 6982691"/>
                <a:gd name="connsiteY0" fmla="*/ 1719942 h 1719942"/>
                <a:gd name="connsiteX1" fmla="*/ 546265 w 6982691"/>
                <a:gd name="connsiteY1" fmla="*/ 1185553 h 1719942"/>
                <a:gd name="connsiteX2" fmla="*/ 1330037 w 6982691"/>
                <a:gd name="connsiteY2" fmla="*/ 710540 h 1719942"/>
                <a:gd name="connsiteX3" fmla="*/ 2078182 w 6982691"/>
                <a:gd name="connsiteY3" fmla="*/ 437407 h 1719942"/>
                <a:gd name="connsiteX4" fmla="*/ 3348842 w 6982691"/>
                <a:gd name="connsiteY4" fmla="*/ 152399 h 1719942"/>
                <a:gd name="connsiteX5" fmla="*/ 4001985 w 6982691"/>
                <a:gd name="connsiteY5" fmla="*/ 69272 h 1719942"/>
                <a:gd name="connsiteX6" fmla="*/ 5047013 w 6982691"/>
                <a:gd name="connsiteY6" fmla="*/ 9896 h 1719942"/>
                <a:gd name="connsiteX7" fmla="*/ 5890161 w 6982691"/>
                <a:gd name="connsiteY7" fmla="*/ 9896 h 1719942"/>
                <a:gd name="connsiteX8" fmla="*/ 6495803 w 6982691"/>
                <a:gd name="connsiteY8" fmla="*/ 9896 h 1719942"/>
                <a:gd name="connsiteX9" fmla="*/ 6899564 w 6982691"/>
                <a:gd name="connsiteY9" fmla="*/ 33646 h 1719942"/>
                <a:gd name="connsiteX10" fmla="*/ 6982691 w 6982691"/>
                <a:gd name="connsiteY10" fmla="*/ 45522 h 17199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982691" h="1719942">
                  <a:moveTo>
                    <a:pt x="0" y="1719942"/>
                  </a:moveTo>
                  <a:cubicBezTo>
                    <a:pt x="162296" y="1536864"/>
                    <a:pt x="324592" y="1353787"/>
                    <a:pt x="546265" y="1185553"/>
                  </a:cubicBezTo>
                  <a:cubicBezTo>
                    <a:pt x="767938" y="1017319"/>
                    <a:pt x="1074718" y="835231"/>
                    <a:pt x="1330037" y="710540"/>
                  </a:cubicBezTo>
                  <a:cubicBezTo>
                    <a:pt x="1585356" y="585849"/>
                    <a:pt x="1741715" y="530430"/>
                    <a:pt x="2078182" y="437407"/>
                  </a:cubicBezTo>
                  <a:cubicBezTo>
                    <a:pt x="2414649" y="344384"/>
                    <a:pt x="3028208" y="213755"/>
                    <a:pt x="3348842" y="152399"/>
                  </a:cubicBezTo>
                  <a:cubicBezTo>
                    <a:pt x="3669476" y="91043"/>
                    <a:pt x="3718957" y="93022"/>
                    <a:pt x="4001985" y="69272"/>
                  </a:cubicBezTo>
                  <a:cubicBezTo>
                    <a:pt x="4285013" y="45522"/>
                    <a:pt x="4732317" y="19792"/>
                    <a:pt x="5047013" y="9896"/>
                  </a:cubicBezTo>
                  <a:cubicBezTo>
                    <a:pt x="5361709" y="0"/>
                    <a:pt x="5890161" y="9896"/>
                    <a:pt x="5890161" y="9896"/>
                  </a:cubicBezTo>
                  <a:lnTo>
                    <a:pt x="6495803" y="9896"/>
                  </a:lnTo>
                  <a:cubicBezTo>
                    <a:pt x="6664037" y="13854"/>
                    <a:pt x="6818416" y="27708"/>
                    <a:pt x="6899564" y="33646"/>
                  </a:cubicBezTo>
                  <a:cubicBezTo>
                    <a:pt x="6980712" y="39584"/>
                    <a:pt x="6953003" y="37605"/>
                    <a:pt x="6982691" y="45522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3" name="Hexagon 52"/>
            <p:cNvSpPr/>
            <p:nvPr/>
          </p:nvSpPr>
          <p:spPr>
            <a:xfrm rot="1800000">
              <a:off x="2996165" y="2859252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4" name="Hexagon 53"/>
            <p:cNvSpPr/>
            <p:nvPr/>
          </p:nvSpPr>
          <p:spPr>
            <a:xfrm rot="1800000">
              <a:off x="3720065" y="41260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5" name="Hexagon 54"/>
            <p:cNvSpPr/>
            <p:nvPr/>
          </p:nvSpPr>
          <p:spPr>
            <a:xfrm rot="1800000">
              <a:off x="3729591" y="1592427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6" name="Hexagon 55"/>
            <p:cNvSpPr/>
            <p:nvPr/>
          </p:nvSpPr>
          <p:spPr>
            <a:xfrm rot="1800000">
              <a:off x="2977115" y="32560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4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7" name="Hexagon 56"/>
            <p:cNvSpPr/>
            <p:nvPr/>
          </p:nvSpPr>
          <p:spPr>
            <a:xfrm rot="1800000">
              <a:off x="4463014" y="53833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6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8" name="Freeform 57"/>
            <p:cNvSpPr/>
            <p:nvPr/>
          </p:nvSpPr>
          <p:spPr>
            <a:xfrm rot="1800000">
              <a:off x="-382404" y="4201528"/>
              <a:ext cx="1261499" cy="1388236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261499"/>
                <a:gd name="connsiteY0" fmla="*/ 105098 h 1388236"/>
                <a:gd name="connsiteX1" fmla="*/ 56357 w 1261499"/>
                <a:gd name="connsiteY1" fmla="*/ 0 h 1388236"/>
                <a:gd name="connsiteX2" fmla="*/ 865241 w 1261499"/>
                <a:gd name="connsiteY2" fmla="*/ 0 h 1388236"/>
                <a:gd name="connsiteX3" fmla="*/ 1261499 w 1261499"/>
                <a:gd name="connsiteY3" fmla="*/ 694118 h 1388236"/>
                <a:gd name="connsiteX4" fmla="*/ 865241 w 1261499"/>
                <a:gd name="connsiteY4" fmla="*/ 1388236 h 1388236"/>
                <a:gd name="connsiteX5" fmla="*/ 56357 w 1261499"/>
                <a:gd name="connsiteY5" fmla="*/ 1388236 h 1388236"/>
                <a:gd name="connsiteX6" fmla="*/ 0 w 1261499"/>
                <a:gd name="connsiteY6" fmla="*/ 105098 h 1388236"/>
                <a:gd name="connsiteX0" fmla="*/ 0 w 1261499"/>
                <a:gd name="connsiteY0" fmla="*/ 105098 h 1388236"/>
                <a:gd name="connsiteX1" fmla="*/ 56357 w 1261499"/>
                <a:gd name="connsiteY1" fmla="*/ 0 h 1388236"/>
                <a:gd name="connsiteX2" fmla="*/ 865241 w 1261499"/>
                <a:gd name="connsiteY2" fmla="*/ 0 h 1388236"/>
                <a:gd name="connsiteX3" fmla="*/ 1261499 w 1261499"/>
                <a:gd name="connsiteY3" fmla="*/ 694118 h 1388236"/>
                <a:gd name="connsiteX4" fmla="*/ 865241 w 1261499"/>
                <a:gd name="connsiteY4" fmla="*/ 1388236 h 1388236"/>
                <a:gd name="connsiteX5" fmla="*/ 744578 w 1261499"/>
                <a:gd name="connsiteY5" fmla="*/ 1387893 h 1388236"/>
                <a:gd name="connsiteX6" fmla="*/ 0 w 1261499"/>
                <a:gd name="connsiteY6" fmla="*/ 105098 h 1388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61499" h="1388236">
                  <a:moveTo>
                    <a:pt x="0" y="105098"/>
                  </a:moveTo>
                  <a:lnTo>
                    <a:pt x="56357" y="0"/>
                  </a:lnTo>
                  <a:lnTo>
                    <a:pt x="865241" y="0"/>
                  </a:lnTo>
                  <a:lnTo>
                    <a:pt x="1261499" y="694118"/>
                  </a:lnTo>
                  <a:lnTo>
                    <a:pt x="865241" y="1388236"/>
                  </a:lnTo>
                  <a:lnTo>
                    <a:pt x="744578" y="1387893"/>
                  </a:lnTo>
                  <a:lnTo>
                    <a:pt x="0" y="105098"/>
                  </a:ln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9" name="Hexagon 58"/>
            <p:cNvSpPr/>
            <p:nvPr/>
          </p:nvSpPr>
          <p:spPr>
            <a:xfrm rot="1800000">
              <a:off x="24365" y="5402429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0" name="Hexagon 59"/>
            <p:cNvSpPr/>
            <p:nvPr/>
          </p:nvSpPr>
          <p:spPr>
            <a:xfrm rot="1800000">
              <a:off x="52941" y="284972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1" name="Hexagon 60"/>
            <p:cNvSpPr/>
            <p:nvPr/>
          </p:nvSpPr>
          <p:spPr>
            <a:xfrm rot="1800000">
              <a:off x="776840" y="4126077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2" name="Hexagon 61"/>
            <p:cNvSpPr/>
            <p:nvPr/>
          </p:nvSpPr>
          <p:spPr>
            <a:xfrm rot="1800000">
              <a:off x="1510265" y="541195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3" name="Hexagon 62"/>
            <p:cNvSpPr/>
            <p:nvPr/>
          </p:nvSpPr>
          <p:spPr>
            <a:xfrm rot="1800000">
              <a:off x="1529316" y="2859252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4" name="Hexagon 63"/>
            <p:cNvSpPr/>
            <p:nvPr/>
          </p:nvSpPr>
          <p:spPr>
            <a:xfrm rot="1800000">
              <a:off x="795890" y="156385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5" name="Hexagon 64"/>
            <p:cNvSpPr/>
            <p:nvPr/>
          </p:nvSpPr>
          <p:spPr>
            <a:xfrm rot="1800000">
              <a:off x="6806166" y="414512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6" name="Hexagon 65"/>
            <p:cNvSpPr/>
            <p:nvPr/>
          </p:nvSpPr>
          <p:spPr>
            <a:xfrm rot="1800000">
              <a:off x="7549116" y="5421479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7" name="Hexagon 66"/>
            <p:cNvSpPr/>
            <p:nvPr/>
          </p:nvSpPr>
          <p:spPr>
            <a:xfrm rot="1800000">
              <a:off x="7549117" y="28687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8" name="Freeform 67"/>
            <p:cNvSpPr/>
            <p:nvPr/>
          </p:nvSpPr>
          <p:spPr>
            <a:xfrm rot="1800000">
              <a:off x="8306521" y="4055629"/>
              <a:ext cx="1243407" cy="1388236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474029 w 1601400"/>
                <a:gd name="connsiteY2" fmla="*/ 4016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243407"/>
                <a:gd name="connsiteY0" fmla="*/ 694118 h 1388236"/>
                <a:gd name="connsiteX1" fmla="*/ 396258 w 1243407"/>
                <a:gd name="connsiteY1" fmla="*/ 0 h 1388236"/>
                <a:gd name="connsiteX2" fmla="*/ 474029 w 1243407"/>
                <a:gd name="connsiteY2" fmla="*/ 4016 h 1388236"/>
                <a:gd name="connsiteX3" fmla="*/ 1243407 w 1243407"/>
                <a:gd name="connsiteY3" fmla="*/ 1325983 h 1388236"/>
                <a:gd name="connsiteX4" fmla="*/ 1205142 w 1243407"/>
                <a:gd name="connsiteY4" fmla="*/ 1388236 h 1388236"/>
                <a:gd name="connsiteX5" fmla="*/ 396258 w 1243407"/>
                <a:gd name="connsiteY5" fmla="*/ 1388236 h 1388236"/>
                <a:gd name="connsiteX6" fmla="*/ 0 w 1243407"/>
                <a:gd name="connsiteY6" fmla="*/ 694118 h 1388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43407" h="1388236">
                  <a:moveTo>
                    <a:pt x="0" y="694118"/>
                  </a:moveTo>
                  <a:lnTo>
                    <a:pt x="396258" y="0"/>
                  </a:lnTo>
                  <a:lnTo>
                    <a:pt x="474029" y="4016"/>
                  </a:lnTo>
                  <a:lnTo>
                    <a:pt x="1243407" y="1325983"/>
                  </a:lnTo>
                  <a:lnTo>
                    <a:pt x="1205142" y="1388236"/>
                  </a:lnTo>
                  <a:lnTo>
                    <a:pt x="396258" y="1388236"/>
                  </a:lnTo>
                  <a:lnTo>
                    <a:pt x="0" y="694118"/>
                  </a:lnTo>
                  <a:close/>
                </a:path>
              </a:pathLst>
            </a:custGeom>
            <a:solidFill>
              <a:schemeClr val="bg1">
                <a:alpha val="4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9" name="Freeform 68"/>
            <p:cNvSpPr/>
            <p:nvPr/>
          </p:nvSpPr>
          <p:spPr>
            <a:xfrm rot="1800000">
              <a:off x="8306771" y="1511524"/>
              <a:ext cx="1241871" cy="1388822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601400"/>
                <a:gd name="connsiteY0" fmla="*/ 694704 h 1388822"/>
                <a:gd name="connsiteX1" fmla="*/ 396258 w 1601400"/>
                <a:gd name="connsiteY1" fmla="*/ 586 h 1388822"/>
                <a:gd name="connsiteX2" fmla="*/ 482002 w 1601400"/>
                <a:gd name="connsiteY2" fmla="*/ 0 h 1388822"/>
                <a:gd name="connsiteX3" fmla="*/ 1601400 w 1601400"/>
                <a:gd name="connsiteY3" fmla="*/ 694704 h 1388822"/>
                <a:gd name="connsiteX4" fmla="*/ 1205142 w 1601400"/>
                <a:gd name="connsiteY4" fmla="*/ 1388822 h 1388822"/>
                <a:gd name="connsiteX5" fmla="*/ 396258 w 1601400"/>
                <a:gd name="connsiteY5" fmla="*/ 1388822 h 1388822"/>
                <a:gd name="connsiteX6" fmla="*/ 0 w 1601400"/>
                <a:gd name="connsiteY6" fmla="*/ 694704 h 1388822"/>
                <a:gd name="connsiteX0" fmla="*/ 0 w 1241871"/>
                <a:gd name="connsiteY0" fmla="*/ 694704 h 1388822"/>
                <a:gd name="connsiteX1" fmla="*/ 396258 w 1241871"/>
                <a:gd name="connsiteY1" fmla="*/ 586 h 1388822"/>
                <a:gd name="connsiteX2" fmla="*/ 482002 w 1241871"/>
                <a:gd name="connsiteY2" fmla="*/ 0 h 1388822"/>
                <a:gd name="connsiteX3" fmla="*/ 1241871 w 1241871"/>
                <a:gd name="connsiteY3" fmla="*/ 1323912 h 1388822"/>
                <a:gd name="connsiteX4" fmla="*/ 1205142 w 1241871"/>
                <a:gd name="connsiteY4" fmla="*/ 1388822 h 1388822"/>
                <a:gd name="connsiteX5" fmla="*/ 396258 w 1241871"/>
                <a:gd name="connsiteY5" fmla="*/ 1388822 h 1388822"/>
                <a:gd name="connsiteX6" fmla="*/ 0 w 1241871"/>
                <a:gd name="connsiteY6" fmla="*/ 694704 h 13888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41871" h="1388822">
                  <a:moveTo>
                    <a:pt x="0" y="694704"/>
                  </a:moveTo>
                  <a:lnTo>
                    <a:pt x="396258" y="586"/>
                  </a:lnTo>
                  <a:lnTo>
                    <a:pt x="482002" y="0"/>
                  </a:lnTo>
                  <a:lnTo>
                    <a:pt x="1241871" y="1323912"/>
                  </a:lnTo>
                  <a:lnTo>
                    <a:pt x="1205142" y="1388822"/>
                  </a:lnTo>
                  <a:lnTo>
                    <a:pt x="396258" y="1388822"/>
                  </a:lnTo>
                  <a:lnTo>
                    <a:pt x="0" y="694704"/>
                  </a:lnTo>
                  <a:close/>
                </a:path>
              </a:pathLst>
            </a:cu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46" name="Rectangle 45"/>
          <p:cNvSpPr/>
          <p:nvPr/>
        </p:nvSpPr>
        <p:spPr>
          <a:xfrm>
            <a:off x="4561242" y="-21511"/>
            <a:ext cx="3679116" cy="6271840"/>
          </a:xfrm>
          <a:prstGeom prst="rect">
            <a:avLst/>
          </a:prstGeom>
          <a:solidFill>
            <a:srgbClr val="F5F5F5"/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Rectangle 46"/>
          <p:cNvSpPr/>
          <p:nvPr/>
        </p:nvSpPr>
        <p:spPr>
          <a:xfrm>
            <a:off x="4649096" y="-21511"/>
            <a:ext cx="3505200" cy="231288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733365" y="2708476"/>
            <a:ext cx="3313355" cy="1702160"/>
          </a:xfrm>
        </p:spPr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733365" y="4421080"/>
            <a:ext cx="3309803" cy="1260629"/>
          </a:xfrm>
        </p:spPr>
        <p:txBody>
          <a:bodyPr>
            <a:normAutofit/>
          </a:bodyPr>
          <a:lstStyle>
            <a:lvl1pPr marL="0" indent="0" algn="l">
              <a:buNone/>
              <a:defRPr sz="1800">
                <a:solidFill>
                  <a:srgbClr val="42424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 smtClean="0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738744" y="1516828"/>
            <a:ext cx="2133600" cy="750981"/>
          </a:xfrm>
        </p:spPr>
        <p:txBody>
          <a:bodyPr anchor="b"/>
          <a:lstStyle>
            <a:lvl1pPr algn="l">
              <a:defRPr sz="24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0" name="Rectangle 49"/>
          <p:cNvSpPr/>
          <p:nvPr/>
        </p:nvSpPr>
        <p:spPr>
          <a:xfrm>
            <a:off x="4650889" y="6088284"/>
            <a:ext cx="3505200" cy="817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303520" y="5719966"/>
            <a:ext cx="2831592" cy="365125"/>
          </a:xfrm>
        </p:spPr>
        <p:txBody>
          <a:bodyPr>
            <a:normAutofit/>
          </a:bodyPr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4649096" y="5719966"/>
            <a:ext cx="643666" cy="365125"/>
          </a:xfr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pPr>
              <a:defRPr/>
            </a:pPr>
            <a:fld id="{202766D8-3184-417C-ACD4-F839DB1C0BBC}" type="slidenum">
              <a:rPr lang="en-US" altLang="zh-CN" smtClean="0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89" name="Rectangle 88"/>
          <p:cNvSpPr/>
          <p:nvPr/>
        </p:nvSpPr>
        <p:spPr>
          <a:xfrm>
            <a:off x="4650889" y="6088284"/>
            <a:ext cx="3505200" cy="817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  <p:transition spd="slow">
    <p:push dir="u"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altLang="zh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zh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C941CA5-A4B8-4B6D-B96C-442A7CD84C66}" type="slidenum">
              <a:rPr lang="en-US" altLang="zh-CN" smtClean="0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  <p:transition spd="slow">
    <p:push dir="u"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58645" y="2900829"/>
            <a:ext cx="6637468" cy="1362075"/>
          </a:xfrm>
        </p:spPr>
        <p:txBody>
          <a:bodyPr anchor="b"/>
          <a:lstStyle>
            <a:lvl1pPr algn="l">
              <a:defRPr sz="4000" b="0" cap="none" baseline="0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58645" y="4267200"/>
            <a:ext cx="6637467" cy="1520413"/>
          </a:xfrm>
        </p:spPr>
        <p:txBody>
          <a:bodyPr anchor="t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altLang="zh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zh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9B052CD-EFEB-409F-8F8D-74FFDD5AD415}" type="slidenum">
              <a:rPr lang="en-US" altLang="zh-CN" smtClean="0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  <p:transition spd="slow">
    <p:push dir="u"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altLang="zh-C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zh-C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EC76B98-A76C-4629-B940-3A1118D71FE3}" type="slidenum">
              <a:rPr lang="en-US" altLang="zh-CN" smtClean="0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3"/>
          </p:nvPr>
        </p:nvSpPr>
        <p:spPr>
          <a:xfrm>
            <a:off x="1042416" y="2313432"/>
            <a:ext cx="3419856" cy="349300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4"/>
          </p:nvPr>
        </p:nvSpPr>
        <p:spPr>
          <a:xfrm>
            <a:off x="4645152" y="2313431"/>
            <a:ext cx="3419856" cy="349300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/>
          </a:p>
        </p:txBody>
      </p:sp>
    </p:spTree>
  </p:cSld>
  <p:clrMapOvr>
    <a:masterClrMapping/>
  </p:clrMapOvr>
  <p:transition spd="slow">
    <p:push dir="u"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12111" y="2316009"/>
            <a:ext cx="3057148" cy="639762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41721" y="2974694"/>
            <a:ext cx="3419856" cy="2835797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1837" y="2316010"/>
            <a:ext cx="3055717" cy="639762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152" y="2974694"/>
            <a:ext cx="3419856" cy="2835797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altLang="zh-C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zh-C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0A38AC5-5059-49D7-9AD4-DB939F412D4F}" type="slidenum">
              <a:rPr lang="en-US" altLang="zh-CN" smtClean="0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  <p:transition spd="slow">
    <p:push dir="u"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altLang="zh-C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zh-C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166D663-BABB-4AF7-B679-49DFB49A8EBF}" type="slidenum">
              <a:rPr lang="en-US" altLang="zh-CN" smtClean="0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  <p:transition spd="slow">
    <p:push dir="u"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altLang="zh-C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zh-C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796D012-26AB-4529-8CF4-733CD669AB33}" type="slidenum">
              <a:rPr lang="en-US" altLang="zh-CN" smtClean="0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  <p:transition spd="slow">
    <p:push dir="u"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roup 43"/>
          <p:cNvGrpSpPr/>
          <p:nvPr/>
        </p:nvGrpSpPr>
        <p:grpSpPr>
          <a:xfrm>
            <a:off x="-382404" y="0"/>
            <a:ext cx="9932332" cy="6858000"/>
            <a:chOff x="-382404" y="0"/>
            <a:chExt cx="9932332" cy="6858000"/>
          </a:xfrm>
        </p:grpSpPr>
        <p:grpSp>
          <p:nvGrpSpPr>
            <p:cNvPr id="45" name="Group 44"/>
            <p:cNvGrpSpPr/>
            <p:nvPr/>
          </p:nvGrpSpPr>
          <p:grpSpPr>
            <a:xfrm>
              <a:off x="0" y="0"/>
              <a:ext cx="9144000" cy="6858000"/>
              <a:chOff x="0" y="0"/>
              <a:chExt cx="9144000" cy="6858000"/>
            </a:xfrm>
          </p:grpSpPr>
          <p:grpSp>
            <p:nvGrpSpPr>
              <p:cNvPr id="72" name="Group 4"/>
              <p:cNvGrpSpPr/>
              <p:nvPr/>
            </p:nvGrpSpPr>
            <p:grpSpPr>
              <a:xfrm>
                <a:off x="0" y="0"/>
                <a:ext cx="2514600" cy="6858000"/>
                <a:chOff x="0" y="0"/>
                <a:chExt cx="2514600" cy="6858000"/>
              </a:xfrm>
            </p:grpSpPr>
            <p:sp>
              <p:nvSpPr>
                <p:cNvPr id="84" name="Rectangle 83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5" name="Rectangle 2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6" name="Rectangle 3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73" name="Group 5"/>
              <p:cNvGrpSpPr/>
              <p:nvPr/>
            </p:nvGrpSpPr>
            <p:grpSpPr>
              <a:xfrm>
                <a:off x="422910" y="0"/>
                <a:ext cx="2514600" cy="6858000"/>
                <a:chOff x="0" y="0"/>
                <a:chExt cx="2514600" cy="6858000"/>
              </a:xfrm>
            </p:grpSpPr>
            <p:sp>
              <p:nvSpPr>
                <p:cNvPr id="81" name="Rectangle 80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2" name="Rectangle 81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3" name="Rectangle 82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74" name="Group 9"/>
              <p:cNvGrpSpPr/>
              <p:nvPr/>
            </p:nvGrpSpPr>
            <p:grpSpPr>
              <a:xfrm rot="10800000">
                <a:off x="6629400" y="0"/>
                <a:ext cx="2514600" cy="6858000"/>
                <a:chOff x="0" y="0"/>
                <a:chExt cx="2514600" cy="6858000"/>
              </a:xfrm>
            </p:grpSpPr>
            <p:sp>
              <p:nvSpPr>
                <p:cNvPr id="78" name="Rectangle 77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79" name="Rectangle 78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0" name="Rectangle 79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75" name="Rectangle 74"/>
              <p:cNvSpPr/>
              <p:nvPr/>
            </p:nvSpPr>
            <p:spPr>
              <a:xfrm>
                <a:off x="3810000" y="0"/>
                <a:ext cx="28194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6" name="Rectangle 75"/>
              <p:cNvSpPr/>
              <p:nvPr/>
            </p:nvSpPr>
            <p:spPr>
              <a:xfrm>
                <a:off x="2895600" y="0"/>
                <a:ext cx="4572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7" name="Rectangle 76"/>
              <p:cNvSpPr/>
              <p:nvPr/>
            </p:nvSpPr>
            <p:spPr>
              <a:xfrm>
                <a:off x="3124200" y="0"/>
                <a:ext cx="7620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47" name="Freeform 46"/>
            <p:cNvSpPr/>
            <p:nvPr/>
          </p:nvSpPr>
          <p:spPr>
            <a:xfrm>
              <a:off x="-11875" y="5035138"/>
              <a:ext cx="9144000" cy="1175655"/>
            </a:xfrm>
            <a:custGeom>
              <a:avLst/>
              <a:gdLst>
                <a:gd name="connsiteX0" fmla="*/ 0 w 9144000"/>
                <a:gd name="connsiteY0" fmla="*/ 1116280 h 1175656"/>
                <a:gd name="connsiteX1" fmla="*/ 1674420 w 9144000"/>
                <a:gd name="connsiteY1" fmla="*/ 1163781 h 1175656"/>
                <a:gd name="connsiteX2" fmla="*/ 4120737 w 9144000"/>
                <a:gd name="connsiteY2" fmla="*/ 1045028 h 1175656"/>
                <a:gd name="connsiteX3" fmla="*/ 7172696 w 9144000"/>
                <a:gd name="connsiteY3" fmla="*/ 605641 h 1175656"/>
                <a:gd name="connsiteX4" fmla="*/ 9144000 w 9144000"/>
                <a:gd name="connsiteY4" fmla="*/ 0 h 1175656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116279 h 1175655"/>
                <a:gd name="connsiteX1" fmla="*/ 1674420 w 9144000"/>
                <a:gd name="connsiteY1" fmla="*/ 1163780 h 1175655"/>
                <a:gd name="connsiteX2" fmla="*/ 4120737 w 9144000"/>
                <a:gd name="connsiteY2" fmla="*/ 1045027 h 1175655"/>
                <a:gd name="connsiteX3" fmla="*/ 7172696 w 9144000"/>
                <a:gd name="connsiteY3" fmla="*/ 605640 h 1175655"/>
                <a:gd name="connsiteX4" fmla="*/ 9144000 w 9144000"/>
                <a:gd name="connsiteY4" fmla="*/ 0 h 11756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44000" h="1175655">
                  <a:moveTo>
                    <a:pt x="0" y="1116279"/>
                  </a:moveTo>
                  <a:cubicBezTo>
                    <a:pt x="493815" y="1145967"/>
                    <a:pt x="987631" y="1175655"/>
                    <a:pt x="1674420" y="1163780"/>
                  </a:cubicBezTo>
                  <a:cubicBezTo>
                    <a:pt x="2361209" y="1151905"/>
                    <a:pt x="3204358" y="1138050"/>
                    <a:pt x="4120737" y="1045027"/>
                  </a:cubicBezTo>
                  <a:cubicBezTo>
                    <a:pt x="5037116" y="952004"/>
                    <a:pt x="6335486" y="779811"/>
                    <a:pt x="7172696" y="605640"/>
                  </a:cubicBezTo>
                  <a:cubicBezTo>
                    <a:pt x="8009907" y="431469"/>
                    <a:pt x="8866910" y="154379"/>
                    <a:pt x="9144000" y="0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8" name="Freeform 47"/>
            <p:cNvSpPr/>
            <p:nvPr/>
          </p:nvSpPr>
          <p:spPr>
            <a:xfrm>
              <a:off x="-11875" y="3467595"/>
              <a:ext cx="9144000" cy="890650"/>
            </a:xfrm>
            <a:custGeom>
              <a:avLst/>
              <a:gdLst>
                <a:gd name="connsiteX0" fmla="*/ 0 w 9144000"/>
                <a:gd name="connsiteY0" fmla="*/ 890650 h 890650"/>
                <a:gd name="connsiteX1" fmla="*/ 1045028 w 9144000"/>
                <a:gd name="connsiteY1" fmla="*/ 475013 h 890650"/>
                <a:gd name="connsiteX2" fmla="*/ 3111335 w 9144000"/>
                <a:gd name="connsiteY2" fmla="*/ 71252 h 890650"/>
                <a:gd name="connsiteX3" fmla="*/ 5913911 w 9144000"/>
                <a:gd name="connsiteY3" fmla="*/ 71252 h 890650"/>
                <a:gd name="connsiteX4" fmla="*/ 9144000 w 9144000"/>
                <a:gd name="connsiteY4" fmla="*/ 498764 h 8906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44000" h="890650">
                  <a:moveTo>
                    <a:pt x="0" y="890650"/>
                  </a:moveTo>
                  <a:cubicBezTo>
                    <a:pt x="263236" y="751114"/>
                    <a:pt x="526472" y="611579"/>
                    <a:pt x="1045028" y="475013"/>
                  </a:cubicBezTo>
                  <a:cubicBezTo>
                    <a:pt x="1563584" y="338447"/>
                    <a:pt x="2299855" y="138545"/>
                    <a:pt x="3111335" y="71252"/>
                  </a:cubicBezTo>
                  <a:cubicBezTo>
                    <a:pt x="3922815" y="3959"/>
                    <a:pt x="4908467" y="0"/>
                    <a:pt x="5913911" y="71252"/>
                  </a:cubicBezTo>
                  <a:cubicBezTo>
                    <a:pt x="6919355" y="142504"/>
                    <a:pt x="8595756" y="427512"/>
                    <a:pt x="9144000" y="498764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9" name="Freeform 48"/>
            <p:cNvSpPr/>
            <p:nvPr/>
          </p:nvSpPr>
          <p:spPr>
            <a:xfrm>
              <a:off x="-23751" y="5640779"/>
              <a:ext cx="3004457" cy="1211283"/>
            </a:xfrm>
            <a:custGeom>
              <a:avLst/>
              <a:gdLst>
                <a:gd name="connsiteX0" fmla="*/ 0 w 3004457"/>
                <a:gd name="connsiteY0" fmla="*/ 0 h 1211283"/>
                <a:gd name="connsiteX1" fmla="*/ 3004457 w 3004457"/>
                <a:gd name="connsiteY1" fmla="*/ 1211283 h 12112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004457" h="1211283">
                  <a:moveTo>
                    <a:pt x="0" y="0"/>
                  </a:moveTo>
                  <a:cubicBezTo>
                    <a:pt x="1103415" y="501732"/>
                    <a:pt x="2206831" y="1003465"/>
                    <a:pt x="3004457" y="1211283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0" name="Freeform 49"/>
            <p:cNvSpPr/>
            <p:nvPr/>
          </p:nvSpPr>
          <p:spPr>
            <a:xfrm>
              <a:off x="-11875" y="5284519"/>
              <a:ext cx="9144000" cy="1478478"/>
            </a:xfrm>
            <a:custGeom>
              <a:avLst/>
              <a:gdLst>
                <a:gd name="connsiteX0" fmla="*/ 0 w 9144000"/>
                <a:gd name="connsiteY0" fmla="*/ 0 h 1478478"/>
                <a:gd name="connsiteX1" fmla="*/ 1104405 w 9144000"/>
                <a:gd name="connsiteY1" fmla="*/ 344385 h 1478478"/>
                <a:gd name="connsiteX2" fmla="*/ 3194462 w 9144000"/>
                <a:gd name="connsiteY2" fmla="*/ 866899 h 1478478"/>
                <a:gd name="connsiteX3" fmla="*/ 5676405 w 9144000"/>
                <a:gd name="connsiteY3" fmla="*/ 1282536 h 1478478"/>
                <a:gd name="connsiteX4" fmla="*/ 7730836 w 9144000"/>
                <a:gd name="connsiteY4" fmla="*/ 1448790 h 1478478"/>
                <a:gd name="connsiteX5" fmla="*/ 8573984 w 9144000"/>
                <a:gd name="connsiteY5" fmla="*/ 1460665 h 1478478"/>
                <a:gd name="connsiteX6" fmla="*/ 9144000 w 9144000"/>
                <a:gd name="connsiteY6" fmla="*/ 1425039 h 14784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144000" h="1478478">
                  <a:moveTo>
                    <a:pt x="0" y="0"/>
                  </a:moveTo>
                  <a:cubicBezTo>
                    <a:pt x="285997" y="99951"/>
                    <a:pt x="571995" y="199902"/>
                    <a:pt x="1104405" y="344385"/>
                  </a:cubicBezTo>
                  <a:cubicBezTo>
                    <a:pt x="1636815" y="488868"/>
                    <a:pt x="2432462" y="710541"/>
                    <a:pt x="3194462" y="866899"/>
                  </a:cubicBezTo>
                  <a:cubicBezTo>
                    <a:pt x="3956462" y="1023258"/>
                    <a:pt x="4920343" y="1185554"/>
                    <a:pt x="5676405" y="1282536"/>
                  </a:cubicBezTo>
                  <a:cubicBezTo>
                    <a:pt x="6432467" y="1379518"/>
                    <a:pt x="7247906" y="1419102"/>
                    <a:pt x="7730836" y="1448790"/>
                  </a:cubicBezTo>
                  <a:cubicBezTo>
                    <a:pt x="8213766" y="1478478"/>
                    <a:pt x="8338457" y="1464623"/>
                    <a:pt x="8573984" y="1460665"/>
                  </a:cubicBezTo>
                  <a:cubicBezTo>
                    <a:pt x="8809511" y="1456707"/>
                    <a:pt x="8976755" y="1440873"/>
                    <a:pt x="9144000" y="1425039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1" name="Freeform 50"/>
            <p:cNvSpPr/>
            <p:nvPr/>
          </p:nvSpPr>
          <p:spPr>
            <a:xfrm>
              <a:off x="2137558" y="5132120"/>
              <a:ext cx="6982691" cy="1719942"/>
            </a:xfrm>
            <a:custGeom>
              <a:avLst/>
              <a:gdLst>
                <a:gd name="connsiteX0" fmla="*/ 0 w 6982691"/>
                <a:gd name="connsiteY0" fmla="*/ 1719942 h 1719942"/>
                <a:gd name="connsiteX1" fmla="*/ 546265 w 6982691"/>
                <a:gd name="connsiteY1" fmla="*/ 1185553 h 1719942"/>
                <a:gd name="connsiteX2" fmla="*/ 1330037 w 6982691"/>
                <a:gd name="connsiteY2" fmla="*/ 710540 h 1719942"/>
                <a:gd name="connsiteX3" fmla="*/ 2078182 w 6982691"/>
                <a:gd name="connsiteY3" fmla="*/ 437407 h 1719942"/>
                <a:gd name="connsiteX4" fmla="*/ 3348842 w 6982691"/>
                <a:gd name="connsiteY4" fmla="*/ 152399 h 1719942"/>
                <a:gd name="connsiteX5" fmla="*/ 4001985 w 6982691"/>
                <a:gd name="connsiteY5" fmla="*/ 69272 h 1719942"/>
                <a:gd name="connsiteX6" fmla="*/ 5047013 w 6982691"/>
                <a:gd name="connsiteY6" fmla="*/ 9896 h 1719942"/>
                <a:gd name="connsiteX7" fmla="*/ 5890161 w 6982691"/>
                <a:gd name="connsiteY7" fmla="*/ 9896 h 1719942"/>
                <a:gd name="connsiteX8" fmla="*/ 6495803 w 6982691"/>
                <a:gd name="connsiteY8" fmla="*/ 9896 h 1719942"/>
                <a:gd name="connsiteX9" fmla="*/ 6899564 w 6982691"/>
                <a:gd name="connsiteY9" fmla="*/ 33646 h 1719942"/>
                <a:gd name="connsiteX10" fmla="*/ 6982691 w 6982691"/>
                <a:gd name="connsiteY10" fmla="*/ 45522 h 17199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982691" h="1719942">
                  <a:moveTo>
                    <a:pt x="0" y="1719942"/>
                  </a:moveTo>
                  <a:cubicBezTo>
                    <a:pt x="162296" y="1536864"/>
                    <a:pt x="324592" y="1353787"/>
                    <a:pt x="546265" y="1185553"/>
                  </a:cubicBezTo>
                  <a:cubicBezTo>
                    <a:pt x="767938" y="1017319"/>
                    <a:pt x="1074718" y="835231"/>
                    <a:pt x="1330037" y="710540"/>
                  </a:cubicBezTo>
                  <a:cubicBezTo>
                    <a:pt x="1585356" y="585849"/>
                    <a:pt x="1741715" y="530430"/>
                    <a:pt x="2078182" y="437407"/>
                  </a:cubicBezTo>
                  <a:cubicBezTo>
                    <a:pt x="2414649" y="344384"/>
                    <a:pt x="3028208" y="213755"/>
                    <a:pt x="3348842" y="152399"/>
                  </a:cubicBezTo>
                  <a:cubicBezTo>
                    <a:pt x="3669476" y="91043"/>
                    <a:pt x="3718957" y="93022"/>
                    <a:pt x="4001985" y="69272"/>
                  </a:cubicBezTo>
                  <a:cubicBezTo>
                    <a:pt x="4285013" y="45522"/>
                    <a:pt x="4732317" y="19792"/>
                    <a:pt x="5047013" y="9896"/>
                  </a:cubicBezTo>
                  <a:cubicBezTo>
                    <a:pt x="5361709" y="0"/>
                    <a:pt x="5890161" y="9896"/>
                    <a:pt x="5890161" y="9896"/>
                  </a:cubicBezTo>
                  <a:lnTo>
                    <a:pt x="6495803" y="9896"/>
                  </a:lnTo>
                  <a:cubicBezTo>
                    <a:pt x="6664037" y="13854"/>
                    <a:pt x="6818416" y="27708"/>
                    <a:pt x="6899564" y="33646"/>
                  </a:cubicBezTo>
                  <a:cubicBezTo>
                    <a:pt x="6980712" y="39584"/>
                    <a:pt x="6953003" y="37605"/>
                    <a:pt x="6982691" y="45522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2" name="Hexagon 51"/>
            <p:cNvSpPr/>
            <p:nvPr/>
          </p:nvSpPr>
          <p:spPr>
            <a:xfrm rot="1800000">
              <a:off x="2996165" y="2859252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3" name="Hexagon 52"/>
            <p:cNvSpPr/>
            <p:nvPr/>
          </p:nvSpPr>
          <p:spPr>
            <a:xfrm rot="1800000">
              <a:off x="3720065" y="41260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4" name="Hexagon 53"/>
            <p:cNvSpPr/>
            <p:nvPr/>
          </p:nvSpPr>
          <p:spPr>
            <a:xfrm rot="1800000">
              <a:off x="3729591" y="1592427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5" name="Hexagon 54"/>
            <p:cNvSpPr/>
            <p:nvPr/>
          </p:nvSpPr>
          <p:spPr>
            <a:xfrm rot="1800000">
              <a:off x="2977115" y="32560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4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6" name="Hexagon 55"/>
            <p:cNvSpPr/>
            <p:nvPr/>
          </p:nvSpPr>
          <p:spPr>
            <a:xfrm rot="1800000">
              <a:off x="4463014" y="53833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6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9" name="Freeform 58"/>
            <p:cNvSpPr/>
            <p:nvPr/>
          </p:nvSpPr>
          <p:spPr>
            <a:xfrm rot="1800000">
              <a:off x="-382404" y="4201528"/>
              <a:ext cx="1261499" cy="1388236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261499"/>
                <a:gd name="connsiteY0" fmla="*/ 105098 h 1388236"/>
                <a:gd name="connsiteX1" fmla="*/ 56357 w 1261499"/>
                <a:gd name="connsiteY1" fmla="*/ 0 h 1388236"/>
                <a:gd name="connsiteX2" fmla="*/ 865241 w 1261499"/>
                <a:gd name="connsiteY2" fmla="*/ 0 h 1388236"/>
                <a:gd name="connsiteX3" fmla="*/ 1261499 w 1261499"/>
                <a:gd name="connsiteY3" fmla="*/ 694118 h 1388236"/>
                <a:gd name="connsiteX4" fmla="*/ 865241 w 1261499"/>
                <a:gd name="connsiteY4" fmla="*/ 1388236 h 1388236"/>
                <a:gd name="connsiteX5" fmla="*/ 56357 w 1261499"/>
                <a:gd name="connsiteY5" fmla="*/ 1388236 h 1388236"/>
                <a:gd name="connsiteX6" fmla="*/ 0 w 1261499"/>
                <a:gd name="connsiteY6" fmla="*/ 105098 h 1388236"/>
                <a:gd name="connsiteX0" fmla="*/ 0 w 1261499"/>
                <a:gd name="connsiteY0" fmla="*/ 105098 h 1388236"/>
                <a:gd name="connsiteX1" fmla="*/ 56357 w 1261499"/>
                <a:gd name="connsiteY1" fmla="*/ 0 h 1388236"/>
                <a:gd name="connsiteX2" fmla="*/ 865241 w 1261499"/>
                <a:gd name="connsiteY2" fmla="*/ 0 h 1388236"/>
                <a:gd name="connsiteX3" fmla="*/ 1261499 w 1261499"/>
                <a:gd name="connsiteY3" fmla="*/ 694118 h 1388236"/>
                <a:gd name="connsiteX4" fmla="*/ 865241 w 1261499"/>
                <a:gd name="connsiteY4" fmla="*/ 1388236 h 1388236"/>
                <a:gd name="connsiteX5" fmla="*/ 744578 w 1261499"/>
                <a:gd name="connsiteY5" fmla="*/ 1387893 h 1388236"/>
                <a:gd name="connsiteX6" fmla="*/ 0 w 1261499"/>
                <a:gd name="connsiteY6" fmla="*/ 105098 h 1388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61499" h="1388236">
                  <a:moveTo>
                    <a:pt x="0" y="105098"/>
                  </a:moveTo>
                  <a:lnTo>
                    <a:pt x="56357" y="0"/>
                  </a:lnTo>
                  <a:lnTo>
                    <a:pt x="865241" y="0"/>
                  </a:lnTo>
                  <a:lnTo>
                    <a:pt x="1261499" y="694118"/>
                  </a:lnTo>
                  <a:lnTo>
                    <a:pt x="865241" y="1388236"/>
                  </a:lnTo>
                  <a:lnTo>
                    <a:pt x="744578" y="1387893"/>
                  </a:lnTo>
                  <a:lnTo>
                    <a:pt x="0" y="105098"/>
                  </a:ln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0" name="Hexagon 59"/>
            <p:cNvSpPr/>
            <p:nvPr/>
          </p:nvSpPr>
          <p:spPr>
            <a:xfrm rot="1800000">
              <a:off x="24365" y="5402429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2" name="Hexagon 61"/>
            <p:cNvSpPr/>
            <p:nvPr/>
          </p:nvSpPr>
          <p:spPr>
            <a:xfrm rot="1800000">
              <a:off x="52941" y="284972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3" name="Hexagon 62"/>
            <p:cNvSpPr/>
            <p:nvPr/>
          </p:nvSpPr>
          <p:spPr>
            <a:xfrm rot="1800000">
              <a:off x="776840" y="4126077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4" name="Hexagon 63"/>
            <p:cNvSpPr/>
            <p:nvPr/>
          </p:nvSpPr>
          <p:spPr>
            <a:xfrm rot="1800000">
              <a:off x="1510265" y="541195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5" name="Hexagon 64"/>
            <p:cNvSpPr/>
            <p:nvPr/>
          </p:nvSpPr>
          <p:spPr>
            <a:xfrm rot="1800000">
              <a:off x="1529316" y="2859252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6" name="Hexagon 65"/>
            <p:cNvSpPr/>
            <p:nvPr/>
          </p:nvSpPr>
          <p:spPr>
            <a:xfrm rot="1800000">
              <a:off x="795890" y="156385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7" name="Hexagon 66"/>
            <p:cNvSpPr/>
            <p:nvPr/>
          </p:nvSpPr>
          <p:spPr>
            <a:xfrm rot="1800000">
              <a:off x="6806166" y="414512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8" name="Hexagon 67"/>
            <p:cNvSpPr/>
            <p:nvPr/>
          </p:nvSpPr>
          <p:spPr>
            <a:xfrm rot="1800000">
              <a:off x="7549116" y="5421479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9" name="Hexagon 68"/>
            <p:cNvSpPr/>
            <p:nvPr/>
          </p:nvSpPr>
          <p:spPr>
            <a:xfrm rot="1800000">
              <a:off x="7549117" y="28687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0" name="Freeform 69"/>
            <p:cNvSpPr/>
            <p:nvPr/>
          </p:nvSpPr>
          <p:spPr>
            <a:xfrm rot="1800000">
              <a:off x="8306521" y="4055629"/>
              <a:ext cx="1243407" cy="1388236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474029 w 1601400"/>
                <a:gd name="connsiteY2" fmla="*/ 4016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243407"/>
                <a:gd name="connsiteY0" fmla="*/ 694118 h 1388236"/>
                <a:gd name="connsiteX1" fmla="*/ 396258 w 1243407"/>
                <a:gd name="connsiteY1" fmla="*/ 0 h 1388236"/>
                <a:gd name="connsiteX2" fmla="*/ 474029 w 1243407"/>
                <a:gd name="connsiteY2" fmla="*/ 4016 h 1388236"/>
                <a:gd name="connsiteX3" fmla="*/ 1243407 w 1243407"/>
                <a:gd name="connsiteY3" fmla="*/ 1325983 h 1388236"/>
                <a:gd name="connsiteX4" fmla="*/ 1205142 w 1243407"/>
                <a:gd name="connsiteY4" fmla="*/ 1388236 h 1388236"/>
                <a:gd name="connsiteX5" fmla="*/ 396258 w 1243407"/>
                <a:gd name="connsiteY5" fmla="*/ 1388236 h 1388236"/>
                <a:gd name="connsiteX6" fmla="*/ 0 w 1243407"/>
                <a:gd name="connsiteY6" fmla="*/ 694118 h 1388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43407" h="1388236">
                  <a:moveTo>
                    <a:pt x="0" y="694118"/>
                  </a:moveTo>
                  <a:lnTo>
                    <a:pt x="396258" y="0"/>
                  </a:lnTo>
                  <a:lnTo>
                    <a:pt x="474029" y="4016"/>
                  </a:lnTo>
                  <a:lnTo>
                    <a:pt x="1243407" y="1325983"/>
                  </a:lnTo>
                  <a:lnTo>
                    <a:pt x="1205142" y="1388236"/>
                  </a:lnTo>
                  <a:lnTo>
                    <a:pt x="396258" y="1388236"/>
                  </a:lnTo>
                  <a:lnTo>
                    <a:pt x="0" y="694118"/>
                  </a:lnTo>
                  <a:close/>
                </a:path>
              </a:pathLst>
            </a:custGeom>
            <a:solidFill>
              <a:schemeClr val="bg1">
                <a:alpha val="4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1" name="Freeform 70"/>
            <p:cNvSpPr/>
            <p:nvPr/>
          </p:nvSpPr>
          <p:spPr>
            <a:xfrm rot="1800000">
              <a:off x="8306771" y="1511524"/>
              <a:ext cx="1241871" cy="1388822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601400"/>
                <a:gd name="connsiteY0" fmla="*/ 694704 h 1388822"/>
                <a:gd name="connsiteX1" fmla="*/ 396258 w 1601400"/>
                <a:gd name="connsiteY1" fmla="*/ 586 h 1388822"/>
                <a:gd name="connsiteX2" fmla="*/ 482002 w 1601400"/>
                <a:gd name="connsiteY2" fmla="*/ 0 h 1388822"/>
                <a:gd name="connsiteX3" fmla="*/ 1601400 w 1601400"/>
                <a:gd name="connsiteY3" fmla="*/ 694704 h 1388822"/>
                <a:gd name="connsiteX4" fmla="*/ 1205142 w 1601400"/>
                <a:gd name="connsiteY4" fmla="*/ 1388822 h 1388822"/>
                <a:gd name="connsiteX5" fmla="*/ 396258 w 1601400"/>
                <a:gd name="connsiteY5" fmla="*/ 1388822 h 1388822"/>
                <a:gd name="connsiteX6" fmla="*/ 0 w 1601400"/>
                <a:gd name="connsiteY6" fmla="*/ 694704 h 1388822"/>
                <a:gd name="connsiteX0" fmla="*/ 0 w 1241871"/>
                <a:gd name="connsiteY0" fmla="*/ 694704 h 1388822"/>
                <a:gd name="connsiteX1" fmla="*/ 396258 w 1241871"/>
                <a:gd name="connsiteY1" fmla="*/ 586 h 1388822"/>
                <a:gd name="connsiteX2" fmla="*/ 482002 w 1241871"/>
                <a:gd name="connsiteY2" fmla="*/ 0 h 1388822"/>
                <a:gd name="connsiteX3" fmla="*/ 1241871 w 1241871"/>
                <a:gd name="connsiteY3" fmla="*/ 1323912 h 1388822"/>
                <a:gd name="connsiteX4" fmla="*/ 1205142 w 1241871"/>
                <a:gd name="connsiteY4" fmla="*/ 1388822 h 1388822"/>
                <a:gd name="connsiteX5" fmla="*/ 396258 w 1241871"/>
                <a:gd name="connsiteY5" fmla="*/ 1388822 h 1388822"/>
                <a:gd name="connsiteX6" fmla="*/ 0 w 1241871"/>
                <a:gd name="connsiteY6" fmla="*/ 694704 h 13888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41871" h="1388822">
                  <a:moveTo>
                    <a:pt x="0" y="694704"/>
                  </a:moveTo>
                  <a:lnTo>
                    <a:pt x="396258" y="586"/>
                  </a:lnTo>
                  <a:lnTo>
                    <a:pt x="482002" y="0"/>
                  </a:lnTo>
                  <a:lnTo>
                    <a:pt x="1241871" y="1323912"/>
                  </a:lnTo>
                  <a:lnTo>
                    <a:pt x="1205142" y="1388822"/>
                  </a:lnTo>
                  <a:lnTo>
                    <a:pt x="396258" y="1388822"/>
                  </a:lnTo>
                  <a:lnTo>
                    <a:pt x="0" y="694704"/>
                  </a:lnTo>
                  <a:close/>
                </a:path>
              </a:pathLst>
            </a:cu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46" name="Rectangle 45"/>
          <p:cNvSpPr/>
          <p:nvPr/>
        </p:nvSpPr>
        <p:spPr>
          <a:xfrm>
            <a:off x="4561242" y="-21511"/>
            <a:ext cx="3679116" cy="6271840"/>
          </a:xfrm>
          <a:prstGeom prst="rect">
            <a:avLst/>
          </a:prstGeom>
          <a:solidFill>
            <a:srgbClr val="F5F5F5"/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" name="Rectangle 56"/>
          <p:cNvSpPr/>
          <p:nvPr/>
        </p:nvSpPr>
        <p:spPr>
          <a:xfrm>
            <a:off x="4649096" y="-21510"/>
            <a:ext cx="3505200" cy="62393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altLang="zh-C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A5094A1-21E9-4612-B29A-07C9C77DD45A}" type="slidenum">
              <a:rPr lang="en-US" altLang="zh-CN" smtClean="0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58" name="Rectangle 57"/>
          <p:cNvSpPr/>
          <p:nvPr/>
        </p:nvSpPr>
        <p:spPr>
          <a:xfrm>
            <a:off x="905571" y="601883"/>
            <a:ext cx="3562257" cy="5648445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45894" y="856527"/>
            <a:ext cx="3090440" cy="5150734"/>
          </a:xfrm>
        </p:spPr>
        <p:txBody>
          <a:bodyPr/>
          <a:lstStyle>
            <a:lvl1pPr>
              <a:defRPr sz="2400"/>
            </a:lvl1pPr>
            <a:lvl2pPr>
              <a:defRPr sz="2200"/>
            </a:lvl2pPr>
            <a:lvl3pPr>
              <a:defRPr sz="2000"/>
            </a:lvl3pPr>
            <a:lvl4pPr>
              <a:defRPr sz="1800"/>
            </a:lvl4pPr>
            <a:lvl5pPr>
              <a:defRPr sz="16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61" name="Rectangle 60"/>
          <p:cNvSpPr/>
          <p:nvPr/>
        </p:nvSpPr>
        <p:spPr>
          <a:xfrm>
            <a:off x="4650889" y="6088284"/>
            <a:ext cx="3505200" cy="817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641448" y="5724835"/>
            <a:ext cx="3493664" cy="365125"/>
          </a:xfrm>
        </p:spPr>
        <p:txBody>
          <a:bodyPr>
            <a:normAutofit/>
          </a:bodyPr>
          <a:lstStyle/>
          <a:p>
            <a:pPr>
              <a:defRPr/>
            </a:pPr>
            <a:endParaRPr lang="en-US" altLang="zh-CN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39833" y="2657434"/>
            <a:ext cx="3304572" cy="1463153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36592" y="4136994"/>
            <a:ext cx="3298784" cy="1517904"/>
          </a:xfrm>
        </p:spPr>
        <p:txBody>
          <a:bodyPr>
            <a:normAutofit/>
          </a:bodyPr>
          <a:lstStyle>
            <a:lvl1pPr marL="0" indent="0">
              <a:buNone/>
              <a:defRPr sz="1600">
                <a:solidFill>
                  <a:srgbClr val="424242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</p:spTree>
  </p:cSld>
  <p:clrMapOvr>
    <a:masterClrMapping/>
  </p:clrMapOvr>
  <p:transition spd="slow">
    <p:push dir="u"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roup 43"/>
          <p:cNvGrpSpPr/>
          <p:nvPr/>
        </p:nvGrpSpPr>
        <p:grpSpPr>
          <a:xfrm>
            <a:off x="-382404" y="0"/>
            <a:ext cx="9932332" cy="6858000"/>
            <a:chOff x="-382404" y="0"/>
            <a:chExt cx="9932332" cy="6858000"/>
          </a:xfrm>
        </p:grpSpPr>
        <p:grpSp>
          <p:nvGrpSpPr>
            <p:cNvPr id="45" name="Group 44"/>
            <p:cNvGrpSpPr/>
            <p:nvPr/>
          </p:nvGrpSpPr>
          <p:grpSpPr>
            <a:xfrm>
              <a:off x="0" y="0"/>
              <a:ext cx="9144000" cy="6858000"/>
              <a:chOff x="0" y="0"/>
              <a:chExt cx="9144000" cy="6858000"/>
            </a:xfrm>
          </p:grpSpPr>
          <p:grpSp>
            <p:nvGrpSpPr>
              <p:cNvPr id="75" name="Group 4"/>
              <p:cNvGrpSpPr/>
              <p:nvPr/>
            </p:nvGrpSpPr>
            <p:grpSpPr>
              <a:xfrm>
                <a:off x="0" y="0"/>
                <a:ext cx="2514600" cy="6858000"/>
                <a:chOff x="0" y="0"/>
                <a:chExt cx="2514600" cy="6858000"/>
              </a:xfrm>
            </p:grpSpPr>
            <p:sp>
              <p:nvSpPr>
                <p:cNvPr id="87" name="Rectangle 86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8" name="Rectangle 2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9" name="Rectangle 3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76" name="Group 5"/>
              <p:cNvGrpSpPr/>
              <p:nvPr/>
            </p:nvGrpSpPr>
            <p:grpSpPr>
              <a:xfrm>
                <a:off x="422910" y="0"/>
                <a:ext cx="2514600" cy="6858000"/>
                <a:chOff x="0" y="0"/>
                <a:chExt cx="2514600" cy="6858000"/>
              </a:xfrm>
            </p:grpSpPr>
            <p:sp>
              <p:nvSpPr>
                <p:cNvPr id="84" name="Rectangle 83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5" name="Rectangle 84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6" name="Rectangle 85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77" name="Group 9"/>
              <p:cNvGrpSpPr/>
              <p:nvPr/>
            </p:nvGrpSpPr>
            <p:grpSpPr>
              <a:xfrm rot="10800000">
                <a:off x="6629400" y="0"/>
                <a:ext cx="2514600" cy="6858000"/>
                <a:chOff x="0" y="0"/>
                <a:chExt cx="2514600" cy="6858000"/>
              </a:xfrm>
            </p:grpSpPr>
            <p:sp>
              <p:nvSpPr>
                <p:cNvPr id="81" name="Rectangle 80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2" name="Rectangle 81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3" name="Rectangle 82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78" name="Rectangle 77"/>
              <p:cNvSpPr/>
              <p:nvPr/>
            </p:nvSpPr>
            <p:spPr>
              <a:xfrm>
                <a:off x="3810000" y="0"/>
                <a:ext cx="28194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9" name="Rectangle 78"/>
              <p:cNvSpPr/>
              <p:nvPr/>
            </p:nvSpPr>
            <p:spPr>
              <a:xfrm>
                <a:off x="2895600" y="0"/>
                <a:ext cx="4572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0" name="Rectangle 79"/>
              <p:cNvSpPr/>
              <p:nvPr/>
            </p:nvSpPr>
            <p:spPr>
              <a:xfrm>
                <a:off x="3124200" y="0"/>
                <a:ext cx="7620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46" name="Freeform 45"/>
            <p:cNvSpPr/>
            <p:nvPr/>
          </p:nvSpPr>
          <p:spPr>
            <a:xfrm>
              <a:off x="-11875" y="5035138"/>
              <a:ext cx="9144000" cy="1175655"/>
            </a:xfrm>
            <a:custGeom>
              <a:avLst/>
              <a:gdLst>
                <a:gd name="connsiteX0" fmla="*/ 0 w 9144000"/>
                <a:gd name="connsiteY0" fmla="*/ 1116280 h 1175656"/>
                <a:gd name="connsiteX1" fmla="*/ 1674420 w 9144000"/>
                <a:gd name="connsiteY1" fmla="*/ 1163781 h 1175656"/>
                <a:gd name="connsiteX2" fmla="*/ 4120737 w 9144000"/>
                <a:gd name="connsiteY2" fmla="*/ 1045028 h 1175656"/>
                <a:gd name="connsiteX3" fmla="*/ 7172696 w 9144000"/>
                <a:gd name="connsiteY3" fmla="*/ 605641 h 1175656"/>
                <a:gd name="connsiteX4" fmla="*/ 9144000 w 9144000"/>
                <a:gd name="connsiteY4" fmla="*/ 0 h 1175656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116279 h 1175655"/>
                <a:gd name="connsiteX1" fmla="*/ 1674420 w 9144000"/>
                <a:gd name="connsiteY1" fmla="*/ 1163780 h 1175655"/>
                <a:gd name="connsiteX2" fmla="*/ 4120737 w 9144000"/>
                <a:gd name="connsiteY2" fmla="*/ 1045027 h 1175655"/>
                <a:gd name="connsiteX3" fmla="*/ 7172696 w 9144000"/>
                <a:gd name="connsiteY3" fmla="*/ 605640 h 1175655"/>
                <a:gd name="connsiteX4" fmla="*/ 9144000 w 9144000"/>
                <a:gd name="connsiteY4" fmla="*/ 0 h 11756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44000" h="1175655">
                  <a:moveTo>
                    <a:pt x="0" y="1116279"/>
                  </a:moveTo>
                  <a:cubicBezTo>
                    <a:pt x="493815" y="1145967"/>
                    <a:pt x="987631" y="1175655"/>
                    <a:pt x="1674420" y="1163780"/>
                  </a:cubicBezTo>
                  <a:cubicBezTo>
                    <a:pt x="2361209" y="1151905"/>
                    <a:pt x="3204358" y="1138050"/>
                    <a:pt x="4120737" y="1045027"/>
                  </a:cubicBezTo>
                  <a:cubicBezTo>
                    <a:pt x="5037116" y="952004"/>
                    <a:pt x="6335486" y="779811"/>
                    <a:pt x="7172696" y="605640"/>
                  </a:cubicBezTo>
                  <a:cubicBezTo>
                    <a:pt x="8009907" y="431469"/>
                    <a:pt x="8866910" y="154379"/>
                    <a:pt x="9144000" y="0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7" name="Freeform 46"/>
            <p:cNvSpPr/>
            <p:nvPr/>
          </p:nvSpPr>
          <p:spPr>
            <a:xfrm>
              <a:off x="-11875" y="3467595"/>
              <a:ext cx="9144000" cy="890650"/>
            </a:xfrm>
            <a:custGeom>
              <a:avLst/>
              <a:gdLst>
                <a:gd name="connsiteX0" fmla="*/ 0 w 9144000"/>
                <a:gd name="connsiteY0" fmla="*/ 890650 h 890650"/>
                <a:gd name="connsiteX1" fmla="*/ 1045028 w 9144000"/>
                <a:gd name="connsiteY1" fmla="*/ 475013 h 890650"/>
                <a:gd name="connsiteX2" fmla="*/ 3111335 w 9144000"/>
                <a:gd name="connsiteY2" fmla="*/ 71252 h 890650"/>
                <a:gd name="connsiteX3" fmla="*/ 5913911 w 9144000"/>
                <a:gd name="connsiteY3" fmla="*/ 71252 h 890650"/>
                <a:gd name="connsiteX4" fmla="*/ 9144000 w 9144000"/>
                <a:gd name="connsiteY4" fmla="*/ 498764 h 8906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44000" h="890650">
                  <a:moveTo>
                    <a:pt x="0" y="890650"/>
                  </a:moveTo>
                  <a:cubicBezTo>
                    <a:pt x="263236" y="751114"/>
                    <a:pt x="526472" y="611579"/>
                    <a:pt x="1045028" y="475013"/>
                  </a:cubicBezTo>
                  <a:cubicBezTo>
                    <a:pt x="1563584" y="338447"/>
                    <a:pt x="2299855" y="138545"/>
                    <a:pt x="3111335" y="71252"/>
                  </a:cubicBezTo>
                  <a:cubicBezTo>
                    <a:pt x="3922815" y="3959"/>
                    <a:pt x="4908467" y="0"/>
                    <a:pt x="5913911" y="71252"/>
                  </a:cubicBezTo>
                  <a:cubicBezTo>
                    <a:pt x="6919355" y="142504"/>
                    <a:pt x="8595756" y="427512"/>
                    <a:pt x="9144000" y="498764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8" name="Freeform 47"/>
            <p:cNvSpPr/>
            <p:nvPr/>
          </p:nvSpPr>
          <p:spPr>
            <a:xfrm>
              <a:off x="-23751" y="5640779"/>
              <a:ext cx="3004457" cy="1211283"/>
            </a:xfrm>
            <a:custGeom>
              <a:avLst/>
              <a:gdLst>
                <a:gd name="connsiteX0" fmla="*/ 0 w 3004457"/>
                <a:gd name="connsiteY0" fmla="*/ 0 h 1211283"/>
                <a:gd name="connsiteX1" fmla="*/ 3004457 w 3004457"/>
                <a:gd name="connsiteY1" fmla="*/ 1211283 h 12112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004457" h="1211283">
                  <a:moveTo>
                    <a:pt x="0" y="0"/>
                  </a:moveTo>
                  <a:cubicBezTo>
                    <a:pt x="1103415" y="501732"/>
                    <a:pt x="2206831" y="1003465"/>
                    <a:pt x="3004457" y="1211283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9" name="Freeform 48"/>
            <p:cNvSpPr/>
            <p:nvPr/>
          </p:nvSpPr>
          <p:spPr>
            <a:xfrm>
              <a:off x="-11875" y="5284519"/>
              <a:ext cx="9144000" cy="1478478"/>
            </a:xfrm>
            <a:custGeom>
              <a:avLst/>
              <a:gdLst>
                <a:gd name="connsiteX0" fmla="*/ 0 w 9144000"/>
                <a:gd name="connsiteY0" fmla="*/ 0 h 1478478"/>
                <a:gd name="connsiteX1" fmla="*/ 1104405 w 9144000"/>
                <a:gd name="connsiteY1" fmla="*/ 344385 h 1478478"/>
                <a:gd name="connsiteX2" fmla="*/ 3194462 w 9144000"/>
                <a:gd name="connsiteY2" fmla="*/ 866899 h 1478478"/>
                <a:gd name="connsiteX3" fmla="*/ 5676405 w 9144000"/>
                <a:gd name="connsiteY3" fmla="*/ 1282536 h 1478478"/>
                <a:gd name="connsiteX4" fmla="*/ 7730836 w 9144000"/>
                <a:gd name="connsiteY4" fmla="*/ 1448790 h 1478478"/>
                <a:gd name="connsiteX5" fmla="*/ 8573984 w 9144000"/>
                <a:gd name="connsiteY5" fmla="*/ 1460665 h 1478478"/>
                <a:gd name="connsiteX6" fmla="*/ 9144000 w 9144000"/>
                <a:gd name="connsiteY6" fmla="*/ 1425039 h 14784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144000" h="1478478">
                  <a:moveTo>
                    <a:pt x="0" y="0"/>
                  </a:moveTo>
                  <a:cubicBezTo>
                    <a:pt x="285997" y="99951"/>
                    <a:pt x="571995" y="199902"/>
                    <a:pt x="1104405" y="344385"/>
                  </a:cubicBezTo>
                  <a:cubicBezTo>
                    <a:pt x="1636815" y="488868"/>
                    <a:pt x="2432462" y="710541"/>
                    <a:pt x="3194462" y="866899"/>
                  </a:cubicBezTo>
                  <a:cubicBezTo>
                    <a:pt x="3956462" y="1023258"/>
                    <a:pt x="4920343" y="1185554"/>
                    <a:pt x="5676405" y="1282536"/>
                  </a:cubicBezTo>
                  <a:cubicBezTo>
                    <a:pt x="6432467" y="1379518"/>
                    <a:pt x="7247906" y="1419102"/>
                    <a:pt x="7730836" y="1448790"/>
                  </a:cubicBezTo>
                  <a:cubicBezTo>
                    <a:pt x="8213766" y="1478478"/>
                    <a:pt x="8338457" y="1464623"/>
                    <a:pt x="8573984" y="1460665"/>
                  </a:cubicBezTo>
                  <a:cubicBezTo>
                    <a:pt x="8809511" y="1456707"/>
                    <a:pt x="8976755" y="1440873"/>
                    <a:pt x="9144000" y="1425039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0" name="Freeform 49"/>
            <p:cNvSpPr/>
            <p:nvPr/>
          </p:nvSpPr>
          <p:spPr>
            <a:xfrm>
              <a:off x="2137558" y="5132120"/>
              <a:ext cx="6982691" cy="1719942"/>
            </a:xfrm>
            <a:custGeom>
              <a:avLst/>
              <a:gdLst>
                <a:gd name="connsiteX0" fmla="*/ 0 w 6982691"/>
                <a:gd name="connsiteY0" fmla="*/ 1719942 h 1719942"/>
                <a:gd name="connsiteX1" fmla="*/ 546265 w 6982691"/>
                <a:gd name="connsiteY1" fmla="*/ 1185553 h 1719942"/>
                <a:gd name="connsiteX2" fmla="*/ 1330037 w 6982691"/>
                <a:gd name="connsiteY2" fmla="*/ 710540 h 1719942"/>
                <a:gd name="connsiteX3" fmla="*/ 2078182 w 6982691"/>
                <a:gd name="connsiteY3" fmla="*/ 437407 h 1719942"/>
                <a:gd name="connsiteX4" fmla="*/ 3348842 w 6982691"/>
                <a:gd name="connsiteY4" fmla="*/ 152399 h 1719942"/>
                <a:gd name="connsiteX5" fmla="*/ 4001985 w 6982691"/>
                <a:gd name="connsiteY5" fmla="*/ 69272 h 1719942"/>
                <a:gd name="connsiteX6" fmla="*/ 5047013 w 6982691"/>
                <a:gd name="connsiteY6" fmla="*/ 9896 h 1719942"/>
                <a:gd name="connsiteX7" fmla="*/ 5890161 w 6982691"/>
                <a:gd name="connsiteY7" fmla="*/ 9896 h 1719942"/>
                <a:gd name="connsiteX8" fmla="*/ 6495803 w 6982691"/>
                <a:gd name="connsiteY8" fmla="*/ 9896 h 1719942"/>
                <a:gd name="connsiteX9" fmla="*/ 6899564 w 6982691"/>
                <a:gd name="connsiteY9" fmla="*/ 33646 h 1719942"/>
                <a:gd name="connsiteX10" fmla="*/ 6982691 w 6982691"/>
                <a:gd name="connsiteY10" fmla="*/ 45522 h 17199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982691" h="1719942">
                  <a:moveTo>
                    <a:pt x="0" y="1719942"/>
                  </a:moveTo>
                  <a:cubicBezTo>
                    <a:pt x="162296" y="1536864"/>
                    <a:pt x="324592" y="1353787"/>
                    <a:pt x="546265" y="1185553"/>
                  </a:cubicBezTo>
                  <a:cubicBezTo>
                    <a:pt x="767938" y="1017319"/>
                    <a:pt x="1074718" y="835231"/>
                    <a:pt x="1330037" y="710540"/>
                  </a:cubicBezTo>
                  <a:cubicBezTo>
                    <a:pt x="1585356" y="585849"/>
                    <a:pt x="1741715" y="530430"/>
                    <a:pt x="2078182" y="437407"/>
                  </a:cubicBezTo>
                  <a:cubicBezTo>
                    <a:pt x="2414649" y="344384"/>
                    <a:pt x="3028208" y="213755"/>
                    <a:pt x="3348842" y="152399"/>
                  </a:cubicBezTo>
                  <a:cubicBezTo>
                    <a:pt x="3669476" y="91043"/>
                    <a:pt x="3718957" y="93022"/>
                    <a:pt x="4001985" y="69272"/>
                  </a:cubicBezTo>
                  <a:cubicBezTo>
                    <a:pt x="4285013" y="45522"/>
                    <a:pt x="4732317" y="19792"/>
                    <a:pt x="5047013" y="9896"/>
                  </a:cubicBezTo>
                  <a:cubicBezTo>
                    <a:pt x="5361709" y="0"/>
                    <a:pt x="5890161" y="9896"/>
                    <a:pt x="5890161" y="9896"/>
                  </a:cubicBezTo>
                  <a:lnTo>
                    <a:pt x="6495803" y="9896"/>
                  </a:lnTo>
                  <a:cubicBezTo>
                    <a:pt x="6664037" y="13854"/>
                    <a:pt x="6818416" y="27708"/>
                    <a:pt x="6899564" y="33646"/>
                  </a:cubicBezTo>
                  <a:cubicBezTo>
                    <a:pt x="6980712" y="39584"/>
                    <a:pt x="6953003" y="37605"/>
                    <a:pt x="6982691" y="45522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1" name="Hexagon 50"/>
            <p:cNvSpPr/>
            <p:nvPr/>
          </p:nvSpPr>
          <p:spPr>
            <a:xfrm rot="1800000">
              <a:off x="2996165" y="2859252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2" name="Hexagon 51"/>
            <p:cNvSpPr/>
            <p:nvPr/>
          </p:nvSpPr>
          <p:spPr>
            <a:xfrm rot="1800000">
              <a:off x="3720065" y="41260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0" name="Hexagon 59"/>
            <p:cNvSpPr/>
            <p:nvPr/>
          </p:nvSpPr>
          <p:spPr>
            <a:xfrm rot="1800000">
              <a:off x="3729591" y="1592427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1" name="Hexagon 60"/>
            <p:cNvSpPr/>
            <p:nvPr/>
          </p:nvSpPr>
          <p:spPr>
            <a:xfrm rot="1800000">
              <a:off x="2977115" y="32560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4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2" name="Hexagon 61"/>
            <p:cNvSpPr/>
            <p:nvPr/>
          </p:nvSpPr>
          <p:spPr>
            <a:xfrm rot="1800000">
              <a:off x="4463014" y="53833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6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3" name="Freeform 62"/>
            <p:cNvSpPr/>
            <p:nvPr/>
          </p:nvSpPr>
          <p:spPr>
            <a:xfrm rot="1800000">
              <a:off x="-382404" y="4201528"/>
              <a:ext cx="1261499" cy="1388236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261499"/>
                <a:gd name="connsiteY0" fmla="*/ 105098 h 1388236"/>
                <a:gd name="connsiteX1" fmla="*/ 56357 w 1261499"/>
                <a:gd name="connsiteY1" fmla="*/ 0 h 1388236"/>
                <a:gd name="connsiteX2" fmla="*/ 865241 w 1261499"/>
                <a:gd name="connsiteY2" fmla="*/ 0 h 1388236"/>
                <a:gd name="connsiteX3" fmla="*/ 1261499 w 1261499"/>
                <a:gd name="connsiteY3" fmla="*/ 694118 h 1388236"/>
                <a:gd name="connsiteX4" fmla="*/ 865241 w 1261499"/>
                <a:gd name="connsiteY4" fmla="*/ 1388236 h 1388236"/>
                <a:gd name="connsiteX5" fmla="*/ 56357 w 1261499"/>
                <a:gd name="connsiteY5" fmla="*/ 1388236 h 1388236"/>
                <a:gd name="connsiteX6" fmla="*/ 0 w 1261499"/>
                <a:gd name="connsiteY6" fmla="*/ 105098 h 1388236"/>
                <a:gd name="connsiteX0" fmla="*/ 0 w 1261499"/>
                <a:gd name="connsiteY0" fmla="*/ 105098 h 1388236"/>
                <a:gd name="connsiteX1" fmla="*/ 56357 w 1261499"/>
                <a:gd name="connsiteY1" fmla="*/ 0 h 1388236"/>
                <a:gd name="connsiteX2" fmla="*/ 865241 w 1261499"/>
                <a:gd name="connsiteY2" fmla="*/ 0 h 1388236"/>
                <a:gd name="connsiteX3" fmla="*/ 1261499 w 1261499"/>
                <a:gd name="connsiteY3" fmla="*/ 694118 h 1388236"/>
                <a:gd name="connsiteX4" fmla="*/ 865241 w 1261499"/>
                <a:gd name="connsiteY4" fmla="*/ 1388236 h 1388236"/>
                <a:gd name="connsiteX5" fmla="*/ 744578 w 1261499"/>
                <a:gd name="connsiteY5" fmla="*/ 1387893 h 1388236"/>
                <a:gd name="connsiteX6" fmla="*/ 0 w 1261499"/>
                <a:gd name="connsiteY6" fmla="*/ 105098 h 1388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61499" h="1388236">
                  <a:moveTo>
                    <a:pt x="0" y="105098"/>
                  </a:moveTo>
                  <a:lnTo>
                    <a:pt x="56357" y="0"/>
                  </a:lnTo>
                  <a:lnTo>
                    <a:pt x="865241" y="0"/>
                  </a:lnTo>
                  <a:lnTo>
                    <a:pt x="1261499" y="694118"/>
                  </a:lnTo>
                  <a:lnTo>
                    <a:pt x="865241" y="1388236"/>
                  </a:lnTo>
                  <a:lnTo>
                    <a:pt x="744578" y="1387893"/>
                  </a:lnTo>
                  <a:lnTo>
                    <a:pt x="0" y="105098"/>
                  </a:ln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4" name="Hexagon 63"/>
            <p:cNvSpPr/>
            <p:nvPr/>
          </p:nvSpPr>
          <p:spPr>
            <a:xfrm rot="1800000">
              <a:off x="24365" y="5402429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5" name="Hexagon 64"/>
            <p:cNvSpPr/>
            <p:nvPr/>
          </p:nvSpPr>
          <p:spPr>
            <a:xfrm rot="1800000">
              <a:off x="52941" y="284972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6" name="Hexagon 65"/>
            <p:cNvSpPr/>
            <p:nvPr/>
          </p:nvSpPr>
          <p:spPr>
            <a:xfrm rot="1800000">
              <a:off x="776840" y="4126077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7" name="Hexagon 66"/>
            <p:cNvSpPr/>
            <p:nvPr/>
          </p:nvSpPr>
          <p:spPr>
            <a:xfrm rot="1800000">
              <a:off x="1510265" y="541195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8" name="Hexagon 67"/>
            <p:cNvSpPr/>
            <p:nvPr/>
          </p:nvSpPr>
          <p:spPr>
            <a:xfrm rot="1800000">
              <a:off x="1529316" y="2859252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9" name="Hexagon 68"/>
            <p:cNvSpPr/>
            <p:nvPr/>
          </p:nvSpPr>
          <p:spPr>
            <a:xfrm rot="1800000">
              <a:off x="795890" y="156385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0" name="Hexagon 69"/>
            <p:cNvSpPr/>
            <p:nvPr/>
          </p:nvSpPr>
          <p:spPr>
            <a:xfrm rot="1800000">
              <a:off x="6806166" y="414512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1" name="Hexagon 70"/>
            <p:cNvSpPr/>
            <p:nvPr/>
          </p:nvSpPr>
          <p:spPr>
            <a:xfrm rot="1800000">
              <a:off x="7549116" y="5421479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2" name="Hexagon 71"/>
            <p:cNvSpPr/>
            <p:nvPr/>
          </p:nvSpPr>
          <p:spPr>
            <a:xfrm rot="1800000">
              <a:off x="7549117" y="28687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3" name="Freeform 72"/>
            <p:cNvSpPr/>
            <p:nvPr/>
          </p:nvSpPr>
          <p:spPr>
            <a:xfrm rot="1800000">
              <a:off x="8306521" y="4055629"/>
              <a:ext cx="1243407" cy="1388236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474029 w 1601400"/>
                <a:gd name="connsiteY2" fmla="*/ 4016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243407"/>
                <a:gd name="connsiteY0" fmla="*/ 694118 h 1388236"/>
                <a:gd name="connsiteX1" fmla="*/ 396258 w 1243407"/>
                <a:gd name="connsiteY1" fmla="*/ 0 h 1388236"/>
                <a:gd name="connsiteX2" fmla="*/ 474029 w 1243407"/>
                <a:gd name="connsiteY2" fmla="*/ 4016 h 1388236"/>
                <a:gd name="connsiteX3" fmla="*/ 1243407 w 1243407"/>
                <a:gd name="connsiteY3" fmla="*/ 1325983 h 1388236"/>
                <a:gd name="connsiteX4" fmla="*/ 1205142 w 1243407"/>
                <a:gd name="connsiteY4" fmla="*/ 1388236 h 1388236"/>
                <a:gd name="connsiteX5" fmla="*/ 396258 w 1243407"/>
                <a:gd name="connsiteY5" fmla="*/ 1388236 h 1388236"/>
                <a:gd name="connsiteX6" fmla="*/ 0 w 1243407"/>
                <a:gd name="connsiteY6" fmla="*/ 694118 h 1388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43407" h="1388236">
                  <a:moveTo>
                    <a:pt x="0" y="694118"/>
                  </a:moveTo>
                  <a:lnTo>
                    <a:pt x="396258" y="0"/>
                  </a:lnTo>
                  <a:lnTo>
                    <a:pt x="474029" y="4016"/>
                  </a:lnTo>
                  <a:lnTo>
                    <a:pt x="1243407" y="1325983"/>
                  </a:lnTo>
                  <a:lnTo>
                    <a:pt x="1205142" y="1388236"/>
                  </a:lnTo>
                  <a:lnTo>
                    <a:pt x="396258" y="1388236"/>
                  </a:lnTo>
                  <a:lnTo>
                    <a:pt x="0" y="694118"/>
                  </a:lnTo>
                  <a:close/>
                </a:path>
              </a:pathLst>
            </a:custGeom>
            <a:solidFill>
              <a:schemeClr val="bg1">
                <a:alpha val="4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4" name="Freeform 73"/>
            <p:cNvSpPr/>
            <p:nvPr/>
          </p:nvSpPr>
          <p:spPr>
            <a:xfrm rot="1800000">
              <a:off x="8306771" y="1511524"/>
              <a:ext cx="1241871" cy="1388822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601400"/>
                <a:gd name="connsiteY0" fmla="*/ 694704 h 1388822"/>
                <a:gd name="connsiteX1" fmla="*/ 396258 w 1601400"/>
                <a:gd name="connsiteY1" fmla="*/ 586 h 1388822"/>
                <a:gd name="connsiteX2" fmla="*/ 482002 w 1601400"/>
                <a:gd name="connsiteY2" fmla="*/ 0 h 1388822"/>
                <a:gd name="connsiteX3" fmla="*/ 1601400 w 1601400"/>
                <a:gd name="connsiteY3" fmla="*/ 694704 h 1388822"/>
                <a:gd name="connsiteX4" fmla="*/ 1205142 w 1601400"/>
                <a:gd name="connsiteY4" fmla="*/ 1388822 h 1388822"/>
                <a:gd name="connsiteX5" fmla="*/ 396258 w 1601400"/>
                <a:gd name="connsiteY5" fmla="*/ 1388822 h 1388822"/>
                <a:gd name="connsiteX6" fmla="*/ 0 w 1601400"/>
                <a:gd name="connsiteY6" fmla="*/ 694704 h 1388822"/>
                <a:gd name="connsiteX0" fmla="*/ 0 w 1241871"/>
                <a:gd name="connsiteY0" fmla="*/ 694704 h 1388822"/>
                <a:gd name="connsiteX1" fmla="*/ 396258 w 1241871"/>
                <a:gd name="connsiteY1" fmla="*/ 586 h 1388822"/>
                <a:gd name="connsiteX2" fmla="*/ 482002 w 1241871"/>
                <a:gd name="connsiteY2" fmla="*/ 0 h 1388822"/>
                <a:gd name="connsiteX3" fmla="*/ 1241871 w 1241871"/>
                <a:gd name="connsiteY3" fmla="*/ 1323912 h 1388822"/>
                <a:gd name="connsiteX4" fmla="*/ 1205142 w 1241871"/>
                <a:gd name="connsiteY4" fmla="*/ 1388822 h 1388822"/>
                <a:gd name="connsiteX5" fmla="*/ 396258 w 1241871"/>
                <a:gd name="connsiteY5" fmla="*/ 1388822 h 1388822"/>
                <a:gd name="connsiteX6" fmla="*/ 0 w 1241871"/>
                <a:gd name="connsiteY6" fmla="*/ 694704 h 13888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41871" h="1388822">
                  <a:moveTo>
                    <a:pt x="0" y="694704"/>
                  </a:moveTo>
                  <a:lnTo>
                    <a:pt x="396258" y="586"/>
                  </a:lnTo>
                  <a:lnTo>
                    <a:pt x="482002" y="0"/>
                  </a:lnTo>
                  <a:lnTo>
                    <a:pt x="1241871" y="1323912"/>
                  </a:lnTo>
                  <a:lnTo>
                    <a:pt x="1205142" y="1388822"/>
                  </a:lnTo>
                  <a:lnTo>
                    <a:pt x="396258" y="1388822"/>
                  </a:lnTo>
                  <a:lnTo>
                    <a:pt x="0" y="694704"/>
                  </a:lnTo>
                  <a:close/>
                </a:path>
              </a:pathLst>
            </a:cu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94" name="Rectangle 93"/>
          <p:cNvSpPr/>
          <p:nvPr/>
        </p:nvSpPr>
        <p:spPr>
          <a:xfrm>
            <a:off x="4561242" y="-21511"/>
            <a:ext cx="3679116" cy="6271840"/>
          </a:xfrm>
          <a:prstGeom prst="rect">
            <a:avLst/>
          </a:prstGeom>
          <a:solidFill>
            <a:srgbClr val="F5F5F5"/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1" name="Rectangle 100"/>
          <p:cNvSpPr/>
          <p:nvPr/>
        </p:nvSpPr>
        <p:spPr>
          <a:xfrm>
            <a:off x="4649096" y="-21510"/>
            <a:ext cx="3505200" cy="62393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2" name="Rectangle 101"/>
          <p:cNvSpPr/>
          <p:nvPr/>
        </p:nvSpPr>
        <p:spPr>
          <a:xfrm>
            <a:off x="905571" y="601883"/>
            <a:ext cx="3562257" cy="5648445"/>
          </a:xfrm>
          <a:prstGeom prst="rect">
            <a:avLst/>
          </a:prstGeom>
          <a:solidFill>
            <a:srgbClr val="FFFFFF"/>
          </a:solidFill>
          <a:ln w="3175">
            <a:solidFill>
              <a:schemeClr val="tx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5" name="Rectangle 104"/>
          <p:cNvSpPr/>
          <p:nvPr/>
        </p:nvSpPr>
        <p:spPr>
          <a:xfrm>
            <a:off x="4650889" y="6088284"/>
            <a:ext cx="3505200" cy="817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34424" y="2660904"/>
            <a:ext cx="3300984" cy="146304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005208" y="693795"/>
            <a:ext cx="3359623" cy="5468112"/>
          </a:xfrm>
        </p:spPr>
        <p:txBody>
          <a:bodyPr/>
          <a:lstStyle>
            <a:lvl1pPr marL="0" indent="0">
              <a:buNone/>
              <a:defRPr sz="3200">
                <a:solidFill>
                  <a:schemeClr val="accent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 smtClean="0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34630" y="4133088"/>
            <a:ext cx="3300573" cy="1519561"/>
          </a:xfrm>
        </p:spPr>
        <p:txBody>
          <a:bodyPr>
            <a:normAutofit/>
          </a:bodyPr>
          <a:lstStyle>
            <a:lvl1pPr marL="0" indent="0">
              <a:buNone/>
              <a:defRPr sz="1600">
                <a:solidFill>
                  <a:srgbClr val="424242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altLang="zh-C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641448" y="5724835"/>
            <a:ext cx="3493664" cy="365125"/>
          </a:xfrm>
        </p:spPr>
        <p:txBody>
          <a:bodyPr>
            <a:normAutofit/>
          </a:bodyPr>
          <a:lstStyle/>
          <a:p>
            <a:pPr>
              <a:defRPr/>
            </a:pPr>
            <a:endParaRPr lang="en-US" altLang="zh-C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242C837-5F9F-4434-92CB-432B2E696A73}" type="slidenum">
              <a:rPr lang="en-US" altLang="zh-CN" smtClean="0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  <p:transition spd="slow">
    <p:push dir="u"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altLang="zh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zh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D7DE54E-B7A0-4FC9-90BD-E1500E7E3869}" type="slidenum">
              <a:rPr lang="en-US" altLang="zh-CN" smtClean="0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  <p:transition spd="slow">
    <p:push dir="u"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1030147"/>
            <a:ext cx="1484453" cy="4780344"/>
          </a:xfrm>
        </p:spPr>
        <p:txBody>
          <a:bodyPr vert="eaVert" anchor="ctr"/>
          <a:lstStyle/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53296" y="1030147"/>
            <a:ext cx="5423704" cy="4780344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altLang="zh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zh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AC6C7CC-9170-4F2D-AD6B-9EED22768461}" type="slidenum">
              <a:rPr lang="en-US" altLang="zh-CN" smtClean="0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  <p:transition spd="slow">
    <p:push dir="u"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2" name="Group 41"/>
          <p:cNvGrpSpPr/>
          <p:nvPr/>
        </p:nvGrpSpPr>
        <p:grpSpPr>
          <a:xfrm>
            <a:off x="-304800" y="0"/>
            <a:ext cx="9932332" cy="6858000"/>
            <a:chOff x="-382404" y="0"/>
            <a:chExt cx="9932332" cy="6858000"/>
          </a:xfrm>
        </p:grpSpPr>
        <p:grpSp>
          <p:nvGrpSpPr>
            <p:cNvPr id="43" name="Group 44"/>
            <p:cNvGrpSpPr/>
            <p:nvPr/>
          </p:nvGrpSpPr>
          <p:grpSpPr>
            <a:xfrm>
              <a:off x="0" y="0"/>
              <a:ext cx="9144000" cy="6858000"/>
              <a:chOff x="0" y="0"/>
              <a:chExt cx="9144000" cy="6858000"/>
            </a:xfrm>
          </p:grpSpPr>
          <p:grpSp>
            <p:nvGrpSpPr>
              <p:cNvPr id="101" name="Group 4"/>
              <p:cNvGrpSpPr/>
              <p:nvPr/>
            </p:nvGrpSpPr>
            <p:grpSpPr>
              <a:xfrm>
                <a:off x="0" y="0"/>
                <a:ext cx="2514600" cy="6858000"/>
                <a:chOff x="0" y="0"/>
                <a:chExt cx="2514600" cy="6858000"/>
              </a:xfrm>
            </p:grpSpPr>
            <p:sp>
              <p:nvSpPr>
                <p:cNvPr id="113" name="Rectangle 112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4" name="Rectangle 2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5" name="Rectangle 3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102" name="Group 5"/>
              <p:cNvGrpSpPr/>
              <p:nvPr/>
            </p:nvGrpSpPr>
            <p:grpSpPr>
              <a:xfrm>
                <a:off x="422910" y="0"/>
                <a:ext cx="2514600" cy="6858000"/>
                <a:chOff x="0" y="0"/>
                <a:chExt cx="2514600" cy="6858000"/>
              </a:xfrm>
            </p:grpSpPr>
            <p:sp>
              <p:nvSpPr>
                <p:cNvPr id="110" name="Rectangle 109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1" name="Rectangle 110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2" name="Rectangle 111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103" name="Group 9"/>
              <p:cNvGrpSpPr/>
              <p:nvPr/>
            </p:nvGrpSpPr>
            <p:grpSpPr>
              <a:xfrm rot="10800000">
                <a:off x="6629400" y="0"/>
                <a:ext cx="2514600" cy="6858000"/>
                <a:chOff x="0" y="0"/>
                <a:chExt cx="2514600" cy="6858000"/>
              </a:xfrm>
            </p:grpSpPr>
            <p:sp>
              <p:nvSpPr>
                <p:cNvPr id="107" name="Rectangle 106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08" name="Rectangle 107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09" name="Rectangle 108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104" name="Rectangle 103"/>
              <p:cNvSpPr/>
              <p:nvPr/>
            </p:nvSpPr>
            <p:spPr>
              <a:xfrm>
                <a:off x="3810000" y="0"/>
                <a:ext cx="28194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5" name="Rectangle 104"/>
              <p:cNvSpPr/>
              <p:nvPr/>
            </p:nvSpPr>
            <p:spPr>
              <a:xfrm>
                <a:off x="2895600" y="0"/>
                <a:ext cx="4572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6" name="Rectangle 105"/>
              <p:cNvSpPr/>
              <p:nvPr/>
            </p:nvSpPr>
            <p:spPr>
              <a:xfrm>
                <a:off x="3124200" y="0"/>
                <a:ext cx="7620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44" name="Freeform 43"/>
            <p:cNvSpPr/>
            <p:nvPr/>
          </p:nvSpPr>
          <p:spPr>
            <a:xfrm>
              <a:off x="-11875" y="5035138"/>
              <a:ext cx="9144000" cy="1175655"/>
            </a:xfrm>
            <a:custGeom>
              <a:avLst/>
              <a:gdLst>
                <a:gd name="connsiteX0" fmla="*/ 0 w 9144000"/>
                <a:gd name="connsiteY0" fmla="*/ 1116280 h 1175656"/>
                <a:gd name="connsiteX1" fmla="*/ 1674420 w 9144000"/>
                <a:gd name="connsiteY1" fmla="*/ 1163781 h 1175656"/>
                <a:gd name="connsiteX2" fmla="*/ 4120737 w 9144000"/>
                <a:gd name="connsiteY2" fmla="*/ 1045028 h 1175656"/>
                <a:gd name="connsiteX3" fmla="*/ 7172696 w 9144000"/>
                <a:gd name="connsiteY3" fmla="*/ 605641 h 1175656"/>
                <a:gd name="connsiteX4" fmla="*/ 9144000 w 9144000"/>
                <a:gd name="connsiteY4" fmla="*/ 0 h 1175656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116279 h 1175655"/>
                <a:gd name="connsiteX1" fmla="*/ 1674420 w 9144000"/>
                <a:gd name="connsiteY1" fmla="*/ 1163780 h 1175655"/>
                <a:gd name="connsiteX2" fmla="*/ 4120737 w 9144000"/>
                <a:gd name="connsiteY2" fmla="*/ 1045027 h 1175655"/>
                <a:gd name="connsiteX3" fmla="*/ 7172696 w 9144000"/>
                <a:gd name="connsiteY3" fmla="*/ 605640 h 1175655"/>
                <a:gd name="connsiteX4" fmla="*/ 9144000 w 9144000"/>
                <a:gd name="connsiteY4" fmla="*/ 0 h 11756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44000" h="1175655">
                  <a:moveTo>
                    <a:pt x="0" y="1116279"/>
                  </a:moveTo>
                  <a:cubicBezTo>
                    <a:pt x="493815" y="1145967"/>
                    <a:pt x="987631" y="1175655"/>
                    <a:pt x="1674420" y="1163780"/>
                  </a:cubicBezTo>
                  <a:cubicBezTo>
                    <a:pt x="2361209" y="1151905"/>
                    <a:pt x="3204358" y="1138050"/>
                    <a:pt x="4120737" y="1045027"/>
                  </a:cubicBezTo>
                  <a:cubicBezTo>
                    <a:pt x="5037116" y="952004"/>
                    <a:pt x="6335486" y="779811"/>
                    <a:pt x="7172696" y="605640"/>
                  </a:cubicBezTo>
                  <a:cubicBezTo>
                    <a:pt x="8009907" y="431469"/>
                    <a:pt x="8866910" y="154379"/>
                    <a:pt x="9144000" y="0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5" name="Freeform 44"/>
            <p:cNvSpPr/>
            <p:nvPr/>
          </p:nvSpPr>
          <p:spPr>
            <a:xfrm>
              <a:off x="-11875" y="3467595"/>
              <a:ext cx="9144000" cy="890650"/>
            </a:xfrm>
            <a:custGeom>
              <a:avLst/>
              <a:gdLst>
                <a:gd name="connsiteX0" fmla="*/ 0 w 9144000"/>
                <a:gd name="connsiteY0" fmla="*/ 890650 h 890650"/>
                <a:gd name="connsiteX1" fmla="*/ 1045028 w 9144000"/>
                <a:gd name="connsiteY1" fmla="*/ 475013 h 890650"/>
                <a:gd name="connsiteX2" fmla="*/ 3111335 w 9144000"/>
                <a:gd name="connsiteY2" fmla="*/ 71252 h 890650"/>
                <a:gd name="connsiteX3" fmla="*/ 5913911 w 9144000"/>
                <a:gd name="connsiteY3" fmla="*/ 71252 h 890650"/>
                <a:gd name="connsiteX4" fmla="*/ 9144000 w 9144000"/>
                <a:gd name="connsiteY4" fmla="*/ 498764 h 8906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44000" h="890650">
                  <a:moveTo>
                    <a:pt x="0" y="890650"/>
                  </a:moveTo>
                  <a:cubicBezTo>
                    <a:pt x="263236" y="751114"/>
                    <a:pt x="526472" y="611579"/>
                    <a:pt x="1045028" y="475013"/>
                  </a:cubicBezTo>
                  <a:cubicBezTo>
                    <a:pt x="1563584" y="338447"/>
                    <a:pt x="2299855" y="138545"/>
                    <a:pt x="3111335" y="71252"/>
                  </a:cubicBezTo>
                  <a:cubicBezTo>
                    <a:pt x="3922815" y="3959"/>
                    <a:pt x="4908467" y="0"/>
                    <a:pt x="5913911" y="71252"/>
                  </a:cubicBezTo>
                  <a:cubicBezTo>
                    <a:pt x="6919355" y="142504"/>
                    <a:pt x="8595756" y="427512"/>
                    <a:pt x="9144000" y="498764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6" name="Freeform 45"/>
            <p:cNvSpPr/>
            <p:nvPr/>
          </p:nvSpPr>
          <p:spPr>
            <a:xfrm>
              <a:off x="-23751" y="5640779"/>
              <a:ext cx="3004457" cy="1211283"/>
            </a:xfrm>
            <a:custGeom>
              <a:avLst/>
              <a:gdLst>
                <a:gd name="connsiteX0" fmla="*/ 0 w 3004457"/>
                <a:gd name="connsiteY0" fmla="*/ 0 h 1211283"/>
                <a:gd name="connsiteX1" fmla="*/ 3004457 w 3004457"/>
                <a:gd name="connsiteY1" fmla="*/ 1211283 h 12112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004457" h="1211283">
                  <a:moveTo>
                    <a:pt x="0" y="0"/>
                  </a:moveTo>
                  <a:cubicBezTo>
                    <a:pt x="1103415" y="501732"/>
                    <a:pt x="2206831" y="1003465"/>
                    <a:pt x="3004457" y="1211283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7" name="Freeform 46"/>
            <p:cNvSpPr/>
            <p:nvPr/>
          </p:nvSpPr>
          <p:spPr>
            <a:xfrm>
              <a:off x="-11875" y="5284519"/>
              <a:ext cx="9144000" cy="1478478"/>
            </a:xfrm>
            <a:custGeom>
              <a:avLst/>
              <a:gdLst>
                <a:gd name="connsiteX0" fmla="*/ 0 w 9144000"/>
                <a:gd name="connsiteY0" fmla="*/ 0 h 1478478"/>
                <a:gd name="connsiteX1" fmla="*/ 1104405 w 9144000"/>
                <a:gd name="connsiteY1" fmla="*/ 344385 h 1478478"/>
                <a:gd name="connsiteX2" fmla="*/ 3194462 w 9144000"/>
                <a:gd name="connsiteY2" fmla="*/ 866899 h 1478478"/>
                <a:gd name="connsiteX3" fmla="*/ 5676405 w 9144000"/>
                <a:gd name="connsiteY3" fmla="*/ 1282536 h 1478478"/>
                <a:gd name="connsiteX4" fmla="*/ 7730836 w 9144000"/>
                <a:gd name="connsiteY4" fmla="*/ 1448790 h 1478478"/>
                <a:gd name="connsiteX5" fmla="*/ 8573984 w 9144000"/>
                <a:gd name="connsiteY5" fmla="*/ 1460665 h 1478478"/>
                <a:gd name="connsiteX6" fmla="*/ 9144000 w 9144000"/>
                <a:gd name="connsiteY6" fmla="*/ 1425039 h 14784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144000" h="1478478">
                  <a:moveTo>
                    <a:pt x="0" y="0"/>
                  </a:moveTo>
                  <a:cubicBezTo>
                    <a:pt x="285997" y="99951"/>
                    <a:pt x="571995" y="199902"/>
                    <a:pt x="1104405" y="344385"/>
                  </a:cubicBezTo>
                  <a:cubicBezTo>
                    <a:pt x="1636815" y="488868"/>
                    <a:pt x="2432462" y="710541"/>
                    <a:pt x="3194462" y="866899"/>
                  </a:cubicBezTo>
                  <a:cubicBezTo>
                    <a:pt x="3956462" y="1023258"/>
                    <a:pt x="4920343" y="1185554"/>
                    <a:pt x="5676405" y="1282536"/>
                  </a:cubicBezTo>
                  <a:cubicBezTo>
                    <a:pt x="6432467" y="1379518"/>
                    <a:pt x="7247906" y="1419102"/>
                    <a:pt x="7730836" y="1448790"/>
                  </a:cubicBezTo>
                  <a:cubicBezTo>
                    <a:pt x="8213766" y="1478478"/>
                    <a:pt x="8338457" y="1464623"/>
                    <a:pt x="8573984" y="1460665"/>
                  </a:cubicBezTo>
                  <a:cubicBezTo>
                    <a:pt x="8809511" y="1456707"/>
                    <a:pt x="8976755" y="1440873"/>
                    <a:pt x="9144000" y="1425039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9" name="Freeform 48"/>
            <p:cNvSpPr/>
            <p:nvPr/>
          </p:nvSpPr>
          <p:spPr>
            <a:xfrm>
              <a:off x="2137558" y="5132120"/>
              <a:ext cx="6982691" cy="1719942"/>
            </a:xfrm>
            <a:custGeom>
              <a:avLst/>
              <a:gdLst>
                <a:gd name="connsiteX0" fmla="*/ 0 w 6982691"/>
                <a:gd name="connsiteY0" fmla="*/ 1719942 h 1719942"/>
                <a:gd name="connsiteX1" fmla="*/ 546265 w 6982691"/>
                <a:gd name="connsiteY1" fmla="*/ 1185553 h 1719942"/>
                <a:gd name="connsiteX2" fmla="*/ 1330037 w 6982691"/>
                <a:gd name="connsiteY2" fmla="*/ 710540 h 1719942"/>
                <a:gd name="connsiteX3" fmla="*/ 2078182 w 6982691"/>
                <a:gd name="connsiteY3" fmla="*/ 437407 h 1719942"/>
                <a:gd name="connsiteX4" fmla="*/ 3348842 w 6982691"/>
                <a:gd name="connsiteY4" fmla="*/ 152399 h 1719942"/>
                <a:gd name="connsiteX5" fmla="*/ 4001985 w 6982691"/>
                <a:gd name="connsiteY5" fmla="*/ 69272 h 1719942"/>
                <a:gd name="connsiteX6" fmla="*/ 5047013 w 6982691"/>
                <a:gd name="connsiteY6" fmla="*/ 9896 h 1719942"/>
                <a:gd name="connsiteX7" fmla="*/ 5890161 w 6982691"/>
                <a:gd name="connsiteY7" fmla="*/ 9896 h 1719942"/>
                <a:gd name="connsiteX8" fmla="*/ 6495803 w 6982691"/>
                <a:gd name="connsiteY8" fmla="*/ 9896 h 1719942"/>
                <a:gd name="connsiteX9" fmla="*/ 6899564 w 6982691"/>
                <a:gd name="connsiteY9" fmla="*/ 33646 h 1719942"/>
                <a:gd name="connsiteX10" fmla="*/ 6982691 w 6982691"/>
                <a:gd name="connsiteY10" fmla="*/ 45522 h 17199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982691" h="1719942">
                  <a:moveTo>
                    <a:pt x="0" y="1719942"/>
                  </a:moveTo>
                  <a:cubicBezTo>
                    <a:pt x="162296" y="1536864"/>
                    <a:pt x="324592" y="1353787"/>
                    <a:pt x="546265" y="1185553"/>
                  </a:cubicBezTo>
                  <a:cubicBezTo>
                    <a:pt x="767938" y="1017319"/>
                    <a:pt x="1074718" y="835231"/>
                    <a:pt x="1330037" y="710540"/>
                  </a:cubicBezTo>
                  <a:cubicBezTo>
                    <a:pt x="1585356" y="585849"/>
                    <a:pt x="1741715" y="530430"/>
                    <a:pt x="2078182" y="437407"/>
                  </a:cubicBezTo>
                  <a:cubicBezTo>
                    <a:pt x="2414649" y="344384"/>
                    <a:pt x="3028208" y="213755"/>
                    <a:pt x="3348842" y="152399"/>
                  </a:cubicBezTo>
                  <a:cubicBezTo>
                    <a:pt x="3669476" y="91043"/>
                    <a:pt x="3718957" y="93022"/>
                    <a:pt x="4001985" y="69272"/>
                  </a:cubicBezTo>
                  <a:cubicBezTo>
                    <a:pt x="4285013" y="45522"/>
                    <a:pt x="4732317" y="19792"/>
                    <a:pt x="5047013" y="9896"/>
                  </a:cubicBezTo>
                  <a:cubicBezTo>
                    <a:pt x="5361709" y="0"/>
                    <a:pt x="5890161" y="9896"/>
                    <a:pt x="5890161" y="9896"/>
                  </a:cubicBezTo>
                  <a:lnTo>
                    <a:pt x="6495803" y="9896"/>
                  </a:lnTo>
                  <a:cubicBezTo>
                    <a:pt x="6664037" y="13854"/>
                    <a:pt x="6818416" y="27708"/>
                    <a:pt x="6899564" y="33646"/>
                  </a:cubicBezTo>
                  <a:cubicBezTo>
                    <a:pt x="6980712" y="39584"/>
                    <a:pt x="6953003" y="37605"/>
                    <a:pt x="6982691" y="45522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0" name="Hexagon 49"/>
            <p:cNvSpPr/>
            <p:nvPr/>
          </p:nvSpPr>
          <p:spPr>
            <a:xfrm rot="1800000">
              <a:off x="2996165" y="2859252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1" name="Hexagon 50"/>
            <p:cNvSpPr/>
            <p:nvPr/>
          </p:nvSpPr>
          <p:spPr>
            <a:xfrm rot="1800000">
              <a:off x="3720065" y="41260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2" name="Hexagon 51"/>
            <p:cNvSpPr/>
            <p:nvPr/>
          </p:nvSpPr>
          <p:spPr>
            <a:xfrm rot="1800000">
              <a:off x="3729591" y="1592427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3" name="Hexagon 52"/>
            <p:cNvSpPr/>
            <p:nvPr/>
          </p:nvSpPr>
          <p:spPr>
            <a:xfrm rot="1800000">
              <a:off x="2977115" y="32560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4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4" name="Hexagon 53"/>
            <p:cNvSpPr/>
            <p:nvPr/>
          </p:nvSpPr>
          <p:spPr>
            <a:xfrm rot="1800000">
              <a:off x="4463014" y="53833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6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5" name="Freeform 54"/>
            <p:cNvSpPr/>
            <p:nvPr/>
          </p:nvSpPr>
          <p:spPr>
            <a:xfrm rot="1800000">
              <a:off x="-382404" y="4201528"/>
              <a:ext cx="1261499" cy="1388236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261499"/>
                <a:gd name="connsiteY0" fmla="*/ 105098 h 1388236"/>
                <a:gd name="connsiteX1" fmla="*/ 56357 w 1261499"/>
                <a:gd name="connsiteY1" fmla="*/ 0 h 1388236"/>
                <a:gd name="connsiteX2" fmla="*/ 865241 w 1261499"/>
                <a:gd name="connsiteY2" fmla="*/ 0 h 1388236"/>
                <a:gd name="connsiteX3" fmla="*/ 1261499 w 1261499"/>
                <a:gd name="connsiteY3" fmla="*/ 694118 h 1388236"/>
                <a:gd name="connsiteX4" fmla="*/ 865241 w 1261499"/>
                <a:gd name="connsiteY4" fmla="*/ 1388236 h 1388236"/>
                <a:gd name="connsiteX5" fmla="*/ 56357 w 1261499"/>
                <a:gd name="connsiteY5" fmla="*/ 1388236 h 1388236"/>
                <a:gd name="connsiteX6" fmla="*/ 0 w 1261499"/>
                <a:gd name="connsiteY6" fmla="*/ 105098 h 1388236"/>
                <a:gd name="connsiteX0" fmla="*/ 0 w 1261499"/>
                <a:gd name="connsiteY0" fmla="*/ 105098 h 1388236"/>
                <a:gd name="connsiteX1" fmla="*/ 56357 w 1261499"/>
                <a:gd name="connsiteY1" fmla="*/ 0 h 1388236"/>
                <a:gd name="connsiteX2" fmla="*/ 865241 w 1261499"/>
                <a:gd name="connsiteY2" fmla="*/ 0 h 1388236"/>
                <a:gd name="connsiteX3" fmla="*/ 1261499 w 1261499"/>
                <a:gd name="connsiteY3" fmla="*/ 694118 h 1388236"/>
                <a:gd name="connsiteX4" fmla="*/ 865241 w 1261499"/>
                <a:gd name="connsiteY4" fmla="*/ 1388236 h 1388236"/>
                <a:gd name="connsiteX5" fmla="*/ 744578 w 1261499"/>
                <a:gd name="connsiteY5" fmla="*/ 1387893 h 1388236"/>
                <a:gd name="connsiteX6" fmla="*/ 0 w 1261499"/>
                <a:gd name="connsiteY6" fmla="*/ 105098 h 1388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61499" h="1388236">
                  <a:moveTo>
                    <a:pt x="0" y="105098"/>
                  </a:moveTo>
                  <a:lnTo>
                    <a:pt x="56357" y="0"/>
                  </a:lnTo>
                  <a:lnTo>
                    <a:pt x="865241" y="0"/>
                  </a:lnTo>
                  <a:lnTo>
                    <a:pt x="1261499" y="694118"/>
                  </a:lnTo>
                  <a:lnTo>
                    <a:pt x="865241" y="1388236"/>
                  </a:lnTo>
                  <a:lnTo>
                    <a:pt x="744578" y="1387893"/>
                  </a:lnTo>
                  <a:lnTo>
                    <a:pt x="0" y="105098"/>
                  </a:ln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6" name="Hexagon 55"/>
            <p:cNvSpPr/>
            <p:nvPr/>
          </p:nvSpPr>
          <p:spPr>
            <a:xfrm rot="1800000">
              <a:off x="24365" y="5402429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7" name="Hexagon 56"/>
            <p:cNvSpPr/>
            <p:nvPr/>
          </p:nvSpPr>
          <p:spPr>
            <a:xfrm rot="1800000">
              <a:off x="52941" y="284972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8" name="Hexagon 57"/>
            <p:cNvSpPr/>
            <p:nvPr/>
          </p:nvSpPr>
          <p:spPr>
            <a:xfrm rot="1800000">
              <a:off x="776840" y="4126077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9" name="Hexagon 58"/>
            <p:cNvSpPr/>
            <p:nvPr/>
          </p:nvSpPr>
          <p:spPr>
            <a:xfrm rot="1800000">
              <a:off x="1510265" y="541195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0" name="Hexagon 59"/>
            <p:cNvSpPr/>
            <p:nvPr/>
          </p:nvSpPr>
          <p:spPr>
            <a:xfrm rot="1800000">
              <a:off x="1529316" y="2859252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5" name="Hexagon 94"/>
            <p:cNvSpPr/>
            <p:nvPr/>
          </p:nvSpPr>
          <p:spPr>
            <a:xfrm rot="1800000">
              <a:off x="795890" y="156385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6" name="Hexagon 95"/>
            <p:cNvSpPr/>
            <p:nvPr/>
          </p:nvSpPr>
          <p:spPr>
            <a:xfrm rot="1800000">
              <a:off x="6806166" y="414512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7" name="Hexagon 96"/>
            <p:cNvSpPr/>
            <p:nvPr/>
          </p:nvSpPr>
          <p:spPr>
            <a:xfrm rot="1800000">
              <a:off x="7549116" y="5421479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8" name="Hexagon 97"/>
            <p:cNvSpPr/>
            <p:nvPr/>
          </p:nvSpPr>
          <p:spPr>
            <a:xfrm rot="1800000">
              <a:off x="7549117" y="28687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9" name="Freeform 98"/>
            <p:cNvSpPr/>
            <p:nvPr/>
          </p:nvSpPr>
          <p:spPr>
            <a:xfrm rot="1800000">
              <a:off x="8306521" y="4055629"/>
              <a:ext cx="1243407" cy="1388236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474029 w 1601400"/>
                <a:gd name="connsiteY2" fmla="*/ 4016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243407"/>
                <a:gd name="connsiteY0" fmla="*/ 694118 h 1388236"/>
                <a:gd name="connsiteX1" fmla="*/ 396258 w 1243407"/>
                <a:gd name="connsiteY1" fmla="*/ 0 h 1388236"/>
                <a:gd name="connsiteX2" fmla="*/ 474029 w 1243407"/>
                <a:gd name="connsiteY2" fmla="*/ 4016 h 1388236"/>
                <a:gd name="connsiteX3" fmla="*/ 1243407 w 1243407"/>
                <a:gd name="connsiteY3" fmla="*/ 1325983 h 1388236"/>
                <a:gd name="connsiteX4" fmla="*/ 1205142 w 1243407"/>
                <a:gd name="connsiteY4" fmla="*/ 1388236 h 1388236"/>
                <a:gd name="connsiteX5" fmla="*/ 396258 w 1243407"/>
                <a:gd name="connsiteY5" fmla="*/ 1388236 h 1388236"/>
                <a:gd name="connsiteX6" fmla="*/ 0 w 1243407"/>
                <a:gd name="connsiteY6" fmla="*/ 694118 h 1388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43407" h="1388236">
                  <a:moveTo>
                    <a:pt x="0" y="694118"/>
                  </a:moveTo>
                  <a:lnTo>
                    <a:pt x="396258" y="0"/>
                  </a:lnTo>
                  <a:lnTo>
                    <a:pt x="474029" y="4016"/>
                  </a:lnTo>
                  <a:lnTo>
                    <a:pt x="1243407" y="1325983"/>
                  </a:lnTo>
                  <a:lnTo>
                    <a:pt x="1205142" y="1388236"/>
                  </a:lnTo>
                  <a:lnTo>
                    <a:pt x="396258" y="1388236"/>
                  </a:lnTo>
                  <a:lnTo>
                    <a:pt x="0" y="694118"/>
                  </a:lnTo>
                  <a:close/>
                </a:path>
              </a:pathLst>
            </a:custGeom>
            <a:solidFill>
              <a:schemeClr val="bg1">
                <a:alpha val="4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0" name="Freeform 99"/>
            <p:cNvSpPr/>
            <p:nvPr/>
          </p:nvSpPr>
          <p:spPr>
            <a:xfrm rot="1800000">
              <a:off x="8306771" y="1511524"/>
              <a:ext cx="1241871" cy="1388822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601400"/>
                <a:gd name="connsiteY0" fmla="*/ 694704 h 1388822"/>
                <a:gd name="connsiteX1" fmla="*/ 396258 w 1601400"/>
                <a:gd name="connsiteY1" fmla="*/ 586 h 1388822"/>
                <a:gd name="connsiteX2" fmla="*/ 482002 w 1601400"/>
                <a:gd name="connsiteY2" fmla="*/ 0 h 1388822"/>
                <a:gd name="connsiteX3" fmla="*/ 1601400 w 1601400"/>
                <a:gd name="connsiteY3" fmla="*/ 694704 h 1388822"/>
                <a:gd name="connsiteX4" fmla="*/ 1205142 w 1601400"/>
                <a:gd name="connsiteY4" fmla="*/ 1388822 h 1388822"/>
                <a:gd name="connsiteX5" fmla="*/ 396258 w 1601400"/>
                <a:gd name="connsiteY5" fmla="*/ 1388822 h 1388822"/>
                <a:gd name="connsiteX6" fmla="*/ 0 w 1601400"/>
                <a:gd name="connsiteY6" fmla="*/ 694704 h 1388822"/>
                <a:gd name="connsiteX0" fmla="*/ 0 w 1241871"/>
                <a:gd name="connsiteY0" fmla="*/ 694704 h 1388822"/>
                <a:gd name="connsiteX1" fmla="*/ 396258 w 1241871"/>
                <a:gd name="connsiteY1" fmla="*/ 586 h 1388822"/>
                <a:gd name="connsiteX2" fmla="*/ 482002 w 1241871"/>
                <a:gd name="connsiteY2" fmla="*/ 0 h 1388822"/>
                <a:gd name="connsiteX3" fmla="*/ 1241871 w 1241871"/>
                <a:gd name="connsiteY3" fmla="*/ 1323912 h 1388822"/>
                <a:gd name="connsiteX4" fmla="*/ 1205142 w 1241871"/>
                <a:gd name="connsiteY4" fmla="*/ 1388822 h 1388822"/>
                <a:gd name="connsiteX5" fmla="*/ 396258 w 1241871"/>
                <a:gd name="connsiteY5" fmla="*/ 1388822 h 1388822"/>
                <a:gd name="connsiteX6" fmla="*/ 0 w 1241871"/>
                <a:gd name="connsiteY6" fmla="*/ 694704 h 13888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41871" h="1388822">
                  <a:moveTo>
                    <a:pt x="0" y="694704"/>
                  </a:moveTo>
                  <a:lnTo>
                    <a:pt x="396258" y="586"/>
                  </a:lnTo>
                  <a:lnTo>
                    <a:pt x="482002" y="0"/>
                  </a:lnTo>
                  <a:lnTo>
                    <a:pt x="1241871" y="1323912"/>
                  </a:lnTo>
                  <a:lnTo>
                    <a:pt x="1205142" y="1388822"/>
                  </a:lnTo>
                  <a:lnTo>
                    <a:pt x="396258" y="1388822"/>
                  </a:lnTo>
                  <a:lnTo>
                    <a:pt x="0" y="694704"/>
                  </a:lnTo>
                  <a:close/>
                </a:path>
              </a:pathLst>
            </a:cu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66" name="Rectangle 65"/>
          <p:cNvSpPr/>
          <p:nvPr/>
        </p:nvSpPr>
        <p:spPr>
          <a:xfrm>
            <a:off x="457200" y="333487"/>
            <a:ext cx="8229600" cy="6185647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0" name="Rectangle 69"/>
          <p:cNvSpPr/>
          <p:nvPr/>
        </p:nvSpPr>
        <p:spPr>
          <a:xfrm>
            <a:off x="4561242" y="-21511"/>
            <a:ext cx="3679116" cy="699244"/>
          </a:xfrm>
          <a:prstGeom prst="rect">
            <a:avLst/>
          </a:prstGeom>
          <a:solidFill>
            <a:srgbClr val="F5F5F5"/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1" name="Rectangle 70"/>
          <p:cNvSpPr/>
          <p:nvPr/>
        </p:nvSpPr>
        <p:spPr>
          <a:xfrm>
            <a:off x="4649096" y="-21510"/>
            <a:ext cx="3505200" cy="62393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43490" y="1027664"/>
            <a:ext cx="7024744" cy="11430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43492" y="2323652"/>
            <a:ext cx="6777317" cy="350897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997388" y="224492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rgbClr val="FEFEFE"/>
                </a:solidFill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641448" y="5852160"/>
            <a:ext cx="350215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accent1"/>
                </a:solidFill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649096" y="224491"/>
            <a:ext cx="13321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rgbClr val="FEFEFE"/>
                </a:solidFill>
              </a:defRPr>
            </a:lvl1pPr>
          </a:lstStyle>
          <a:p>
            <a:pPr>
              <a:defRPr/>
            </a:pPr>
            <a:fld id="{5771E23D-A1BF-4737-A8A6-343947C8D053}" type="slidenum">
              <a:rPr lang="en-US" altLang="zh-CN" smtClean="0"/>
              <a:pPr>
                <a:defRPr/>
              </a:pPr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ransition spd="slow">
    <p:push dir="u"/>
  </p:transition>
  <p:txStyles>
    <p:titleStyle>
      <a:lvl1pPr algn="l" defTabSz="914400" rtl="0" eaLnBrk="1" latinLnBrk="0" hangingPunct="1">
        <a:spcBef>
          <a:spcPct val="0"/>
        </a:spcBef>
        <a:buNone/>
        <a:defRPr sz="40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274320" algn="l" defTabSz="914400" rtl="0" eaLnBrk="1" latinLnBrk="0" hangingPunct="1">
        <a:spcBef>
          <a:spcPct val="20000"/>
        </a:spcBef>
        <a:buClr>
          <a:schemeClr val="accent1"/>
        </a:buClr>
        <a:buSzPct val="76000"/>
        <a:buFont typeface="Wingdings 2" pitchFamily="18" charset="2"/>
        <a:buChar char=""/>
        <a:defRPr sz="2400" kern="1200">
          <a:solidFill>
            <a:schemeClr val="tx2"/>
          </a:solidFill>
          <a:latin typeface="+mn-lt"/>
          <a:ea typeface="+mn-ea"/>
          <a:cs typeface="+mn-cs"/>
        </a:defRPr>
      </a:lvl1pPr>
      <a:lvl2pPr marL="640080" indent="-274320" algn="l" defTabSz="914400" rtl="0" eaLnBrk="1" latinLnBrk="0" hangingPunct="1">
        <a:spcBef>
          <a:spcPct val="20000"/>
        </a:spcBef>
        <a:buClr>
          <a:schemeClr val="accent1"/>
        </a:buClr>
        <a:buSzPct val="76000"/>
        <a:buFont typeface="Wingdings 2" pitchFamily="18" charset="2"/>
        <a:buChar char=""/>
        <a:defRPr sz="2200" kern="1200">
          <a:solidFill>
            <a:schemeClr val="tx2"/>
          </a:solidFill>
          <a:latin typeface="+mn-lt"/>
          <a:ea typeface="+mn-ea"/>
          <a:cs typeface="+mn-cs"/>
        </a:defRPr>
      </a:lvl2pPr>
      <a:lvl3pPr marL="914400" indent="-228600" algn="l" defTabSz="914400" rtl="0" eaLnBrk="1" latinLnBrk="0" hangingPunct="1">
        <a:spcBef>
          <a:spcPct val="20000"/>
        </a:spcBef>
        <a:buClr>
          <a:schemeClr val="accent1"/>
        </a:buClr>
        <a:buSzPct val="76000"/>
        <a:buFont typeface="Wingdings 2" pitchFamily="18" charset="2"/>
        <a:buChar char=""/>
        <a:defRPr sz="2000" kern="1200">
          <a:solidFill>
            <a:schemeClr val="tx2"/>
          </a:solidFill>
          <a:latin typeface="+mn-lt"/>
          <a:ea typeface="+mn-ea"/>
          <a:cs typeface="+mn-cs"/>
        </a:defRPr>
      </a:lvl3pPr>
      <a:lvl4pPr marL="1124712" indent="-228600" algn="l" defTabSz="914400" rtl="0" eaLnBrk="1" latinLnBrk="0" hangingPunct="1">
        <a:spcBef>
          <a:spcPct val="20000"/>
        </a:spcBef>
        <a:buClr>
          <a:schemeClr val="accent1"/>
        </a:buClr>
        <a:buSzPct val="76000"/>
        <a:buFont typeface="Wingdings 2" pitchFamily="18" charset="2"/>
        <a:buChar char=""/>
        <a:defRPr sz="1800" kern="1200">
          <a:solidFill>
            <a:schemeClr val="tx2"/>
          </a:solidFill>
          <a:latin typeface="+mn-lt"/>
          <a:ea typeface="+mn-ea"/>
          <a:cs typeface="+mn-cs"/>
        </a:defRPr>
      </a:lvl4pPr>
      <a:lvl5pPr marL="1325880" indent="-228600" algn="l" defTabSz="914400" rtl="0" eaLnBrk="1" latinLnBrk="0" hangingPunct="1">
        <a:spcBef>
          <a:spcPct val="20000"/>
        </a:spcBef>
        <a:buClr>
          <a:schemeClr val="accent1"/>
        </a:buClr>
        <a:buSzPct val="76000"/>
        <a:buFont typeface="Wingdings 2" pitchFamily="18" charset="2"/>
        <a:buChar char=""/>
        <a:defRPr sz="1600" kern="1200" baseline="0">
          <a:solidFill>
            <a:schemeClr val="tx2"/>
          </a:solidFill>
          <a:latin typeface="+mn-lt"/>
          <a:ea typeface="+mn-ea"/>
          <a:cs typeface="+mn-cs"/>
        </a:defRPr>
      </a:lvl5pPr>
      <a:lvl6pPr marL="1517904" indent="-228600" algn="l" defTabSz="914400" rtl="0" eaLnBrk="1" latinLnBrk="0" hangingPunct="1">
        <a:spcBef>
          <a:spcPct val="20000"/>
        </a:spcBef>
        <a:buClr>
          <a:schemeClr val="accent1"/>
        </a:buClr>
        <a:buSzPct val="76000"/>
        <a:buFont typeface="Wingdings 2" pitchFamily="18" charset="2"/>
        <a:buChar char=""/>
        <a:defRPr sz="1400" kern="1200">
          <a:solidFill>
            <a:schemeClr val="tx2"/>
          </a:solidFill>
          <a:latin typeface="+mn-lt"/>
          <a:ea typeface="+mn-ea"/>
          <a:cs typeface="+mn-cs"/>
        </a:defRPr>
      </a:lvl6pPr>
      <a:lvl7pPr marL="1719072" indent="-228600" algn="l" defTabSz="914400" rtl="0" eaLnBrk="1" latinLnBrk="0" hangingPunct="1">
        <a:spcBef>
          <a:spcPct val="20000"/>
        </a:spcBef>
        <a:buClr>
          <a:schemeClr val="accent1"/>
        </a:buClr>
        <a:buSzPct val="76000"/>
        <a:buFont typeface="Wingdings 2" pitchFamily="18" charset="2"/>
        <a:buChar char=""/>
        <a:defRPr sz="1400" kern="1200">
          <a:solidFill>
            <a:schemeClr val="tx2"/>
          </a:solidFill>
          <a:latin typeface="+mn-lt"/>
          <a:ea typeface="+mn-ea"/>
          <a:cs typeface="+mn-cs"/>
        </a:defRPr>
      </a:lvl7pPr>
      <a:lvl8pPr marL="1920240" indent="-228600" algn="l" defTabSz="914400" rtl="0" eaLnBrk="1" latinLnBrk="0" hangingPunct="1">
        <a:spcBef>
          <a:spcPct val="20000"/>
        </a:spcBef>
        <a:buClr>
          <a:schemeClr val="accent1"/>
        </a:buClr>
        <a:buSzPct val="76000"/>
        <a:buFont typeface="Wingdings 2" pitchFamily="18" charset="2"/>
        <a:buChar char=""/>
        <a:defRPr sz="1400" kern="1200">
          <a:solidFill>
            <a:schemeClr val="tx2"/>
          </a:solidFill>
          <a:latin typeface="+mn-lt"/>
          <a:ea typeface="+mn-ea"/>
          <a:cs typeface="+mn-cs"/>
        </a:defRPr>
      </a:lvl8pPr>
      <a:lvl9pPr marL="2121408" indent="-228600" algn="l" defTabSz="914400" rtl="0" eaLnBrk="1" latinLnBrk="0" hangingPunct="1">
        <a:spcBef>
          <a:spcPct val="20000"/>
        </a:spcBef>
        <a:buClr>
          <a:schemeClr val="accent1"/>
        </a:buClr>
        <a:buSzPct val="76000"/>
        <a:buFont typeface="Wingdings 2" pitchFamily="18" charset="2"/>
        <a:buChar char=""/>
        <a:defRPr sz="14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zh-CN" altLang="en-US" dirty="0" smtClean="0"/>
              <a:t>全面公开政府“三公”经费</a:t>
            </a:r>
            <a:endParaRPr lang="zh-CN" altLang="en-US" dirty="0"/>
          </a:p>
        </p:txBody>
      </p:sp>
      <p:sp>
        <p:nvSpPr>
          <p:cNvPr id="6" name="副标题 5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zh-CN" dirty="0" smtClean="0"/>
              <a:t>2015</a:t>
            </a:r>
            <a:r>
              <a:rPr lang="zh-CN" altLang="en-US" dirty="0" smtClean="0"/>
              <a:t>年之前实现全国市、县级政府全面公开“三公”经费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137095610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全面公开政府“三公”经费</a:t>
            </a:r>
            <a:endParaRPr lang="zh-CN" altLang="en-US" dirty="0"/>
          </a:p>
        </p:txBody>
      </p:sp>
      <p:sp>
        <p:nvSpPr>
          <p:cNvPr id="3077" name="Rectangle 5"/>
          <p:cNvSpPr>
            <a:spLocks noGrp="1" noChangeArrowheads="1"/>
          </p:cNvSpPr>
          <p:nvPr>
            <p:ph sz="quarter" idx="13"/>
          </p:nvPr>
        </p:nvSpPr>
        <p:spPr/>
        <p:txBody>
          <a:bodyPr>
            <a:normAutofit fontScale="92500" lnSpcReduction="20000"/>
          </a:bodyPr>
          <a:lstStyle/>
          <a:p>
            <a:pPr eaLnBrk="1" hangingPunct="1">
              <a:defRPr/>
            </a:pPr>
            <a:r>
              <a:rPr lang="zh-CN" altLang="zh-CN" sz="2500" dirty="0" smtClean="0">
                <a:latin typeface="仿宋" pitchFamily="49" charset="-122"/>
                <a:ea typeface="仿宋" pitchFamily="49" charset="-122"/>
              </a:rPr>
              <a:t>　国务院要求，着力推进</a:t>
            </a:r>
            <a:r>
              <a:rPr lang="en-US" altLang="zh-CN" sz="2500" dirty="0" smtClean="0">
                <a:latin typeface="仿宋" pitchFamily="49" charset="-122"/>
                <a:ea typeface="仿宋" pitchFamily="49" charset="-122"/>
              </a:rPr>
              <a:t>“</a:t>
            </a:r>
            <a:r>
              <a:rPr lang="zh-CN" altLang="zh-CN" sz="2500" dirty="0" smtClean="0">
                <a:latin typeface="仿宋" pitchFamily="49" charset="-122"/>
                <a:ea typeface="仿宋" pitchFamily="49" charset="-122"/>
              </a:rPr>
              <a:t>三公</a:t>
            </a:r>
            <a:r>
              <a:rPr lang="en-US" altLang="zh-CN" sz="2500" dirty="0" smtClean="0">
                <a:latin typeface="仿宋" pitchFamily="49" charset="-122"/>
                <a:ea typeface="仿宋" pitchFamily="49" charset="-122"/>
              </a:rPr>
              <a:t>”</a:t>
            </a:r>
            <a:r>
              <a:rPr lang="zh-CN" altLang="zh-CN" sz="2500" dirty="0" smtClean="0">
                <a:latin typeface="仿宋" pitchFamily="49" charset="-122"/>
                <a:ea typeface="仿宋" pitchFamily="49" charset="-122"/>
              </a:rPr>
              <a:t>经费公开，政府要全面公开省本级</a:t>
            </a:r>
            <a:r>
              <a:rPr lang="en-US" altLang="zh-CN" sz="2500" dirty="0" smtClean="0">
                <a:latin typeface="仿宋" pitchFamily="49" charset="-122"/>
                <a:ea typeface="仿宋" pitchFamily="49" charset="-122"/>
              </a:rPr>
              <a:t>“</a:t>
            </a:r>
            <a:r>
              <a:rPr lang="zh-CN" altLang="zh-CN" sz="2500" dirty="0" smtClean="0">
                <a:latin typeface="仿宋" pitchFamily="49" charset="-122"/>
                <a:ea typeface="仿宋" pitchFamily="49" charset="-122"/>
              </a:rPr>
              <a:t>三公</a:t>
            </a:r>
            <a:r>
              <a:rPr lang="en-US" altLang="zh-CN" sz="2500" dirty="0" smtClean="0">
                <a:latin typeface="仿宋" pitchFamily="49" charset="-122"/>
                <a:ea typeface="仿宋" pitchFamily="49" charset="-122"/>
              </a:rPr>
              <a:t>”</a:t>
            </a:r>
            <a:r>
              <a:rPr lang="zh-CN" altLang="zh-CN" sz="2500" dirty="0" smtClean="0">
                <a:latin typeface="仿宋" pitchFamily="49" charset="-122"/>
                <a:ea typeface="仿宋" pitchFamily="49" charset="-122"/>
              </a:rPr>
              <a:t>经费，并指导督促省级以下政府加快</a:t>
            </a:r>
            <a:r>
              <a:rPr lang="en-US" altLang="zh-CN" sz="2500" dirty="0" smtClean="0">
                <a:latin typeface="仿宋" pitchFamily="49" charset="-122"/>
                <a:ea typeface="仿宋" pitchFamily="49" charset="-122"/>
              </a:rPr>
              <a:t>“</a:t>
            </a:r>
            <a:r>
              <a:rPr lang="zh-CN" altLang="zh-CN" sz="2500" dirty="0" smtClean="0">
                <a:latin typeface="仿宋" pitchFamily="49" charset="-122"/>
                <a:ea typeface="仿宋" pitchFamily="49" charset="-122"/>
              </a:rPr>
              <a:t>三公</a:t>
            </a:r>
            <a:r>
              <a:rPr lang="en-US" altLang="zh-CN" sz="2500" dirty="0" smtClean="0">
                <a:latin typeface="仿宋" pitchFamily="49" charset="-122"/>
                <a:ea typeface="仿宋" pitchFamily="49" charset="-122"/>
              </a:rPr>
              <a:t>”</a:t>
            </a:r>
            <a:r>
              <a:rPr lang="zh-CN" altLang="zh-CN" sz="2500" dirty="0" smtClean="0">
                <a:latin typeface="仿宋" pitchFamily="49" charset="-122"/>
                <a:ea typeface="仿宋" pitchFamily="49" charset="-122"/>
              </a:rPr>
              <a:t>经费公开步伐，争取２０１５年之前实现全国市、县级政府全面公开</a:t>
            </a:r>
            <a:r>
              <a:rPr lang="en-US" altLang="zh-CN" sz="2500" dirty="0" smtClean="0">
                <a:latin typeface="仿宋" pitchFamily="49" charset="-122"/>
                <a:ea typeface="仿宋" pitchFamily="49" charset="-122"/>
              </a:rPr>
              <a:t>“</a:t>
            </a:r>
            <a:r>
              <a:rPr lang="zh-CN" altLang="zh-CN" sz="2500" dirty="0" smtClean="0">
                <a:latin typeface="仿宋" pitchFamily="49" charset="-122"/>
                <a:ea typeface="仿宋" pitchFamily="49" charset="-122"/>
              </a:rPr>
              <a:t>三公</a:t>
            </a:r>
            <a:r>
              <a:rPr lang="en-US" altLang="zh-CN" sz="2500" dirty="0" smtClean="0">
                <a:latin typeface="仿宋" pitchFamily="49" charset="-122"/>
                <a:ea typeface="仿宋" pitchFamily="49" charset="-122"/>
              </a:rPr>
              <a:t>”</a:t>
            </a:r>
            <a:r>
              <a:rPr lang="zh-CN" altLang="zh-CN" sz="2500" dirty="0" smtClean="0">
                <a:latin typeface="仿宋" pitchFamily="49" charset="-122"/>
                <a:ea typeface="仿宋" pitchFamily="49" charset="-122"/>
              </a:rPr>
              <a:t>经费。</a:t>
            </a:r>
          </a:p>
          <a:p>
            <a:pPr marL="0" indent="0" eaLnBrk="1" hangingPunct="1">
              <a:buFontTx/>
              <a:buNone/>
              <a:defRPr/>
            </a:pPr>
            <a:r>
              <a:rPr lang="zh-CN" altLang="zh-CN" dirty="0" smtClean="0"/>
              <a:t>　　</a:t>
            </a:r>
          </a:p>
        </p:txBody>
      </p:sp>
      <p:pic>
        <p:nvPicPr>
          <p:cNvPr id="4" name="内容占位符 3"/>
          <p:cNvPicPr>
            <a:picLocks noGrp="1" noChangeAspect="1"/>
          </p:cNvPicPr>
          <p:nvPr>
            <p:ph sz="quarter" idx="14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45025" y="2606755"/>
            <a:ext cx="3419475" cy="2906553"/>
          </a:xfrm>
        </p:spPr>
      </p:pic>
    </p:spTree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2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2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CN" altLang="en-US" dirty="0" smtClean="0"/>
              <a:t>北京市政府某部门“三公”经费财政拨款情况</a:t>
            </a:r>
            <a:endParaRPr lang="zh-CN" altLang="en-US" dirty="0"/>
          </a:p>
        </p:txBody>
      </p:sp>
      <p:sp>
        <p:nvSpPr>
          <p:cNvPr id="6" name="内容占位符 5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83114065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奥斯汀">
  <a:themeElements>
    <a:clrScheme name="奥斯汀">
      <a:dk1>
        <a:sysClr val="windowText" lastClr="000000"/>
      </a:dk1>
      <a:lt1>
        <a:sysClr val="window" lastClr="FFFFFF"/>
      </a:lt1>
      <a:dk2>
        <a:srgbClr val="3E3D2D"/>
      </a:dk2>
      <a:lt2>
        <a:srgbClr val="CAF278"/>
      </a:lt2>
      <a:accent1>
        <a:srgbClr val="94C600"/>
      </a:accent1>
      <a:accent2>
        <a:srgbClr val="71685A"/>
      </a:accent2>
      <a:accent3>
        <a:srgbClr val="FF6700"/>
      </a:accent3>
      <a:accent4>
        <a:srgbClr val="909465"/>
      </a:accent4>
      <a:accent5>
        <a:srgbClr val="956B43"/>
      </a:accent5>
      <a:accent6>
        <a:srgbClr val="FEA022"/>
      </a:accent6>
      <a:hlink>
        <a:srgbClr val="E68200"/>
      </a:hlink>
      <a:folHlink>
        <a:srgbClr val="FFA94A"/>
      </a:folHlink>
    </a:clrScheme>
    <a:fontScheme name="奥斯汀">
      <a:majorFont>
        <a:latin typeface="Century Gothic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奥斯汀">
      <a:fillStyleLst>
        <a:solidFill>
          <a:schemeClr val="phClr"/>
        </a:solidFill>
        <a:gradFill rotWithShape="1">
          <a:gsLst>
            <a:gs pos="0">
              <a:schemeClr val="phClr">
                <a:tint val="20000"/>
                <a:satMod val="180000"/>
                <a:lumMod val="98000"/>
              </a:schemeClr>
            </a:gs>
            <a:gs pos="40000">
              <a:schemeClr val="phClr">
                <a:tint val="30000"/>
                <a:satMod val="260000"/>
                <a:lumMod val="84000"/>
              </a:schemeClr>
            </a:gs>
            <a:gs pos="100000">
              <a:schemeClr val="phClr">
                <a:tint val="100000"/>
                <a:satMod val="110000"/>
                <a:lumMod val="100000"/>
              </a:schemeClr>
            </a:gs>
          </a:gsLst>
          <a:lin ang="5040000" scaled="1"/>
        </a:gradFill>
        <a:gradFill rotWithShape="1">
          <a:gsLst>
            <a:gs pos="0">
              <a:schemeClr val="phClr"/>
            </a:gs>
            <a:gs pos="100000">
              <a:schemeClr val="phClr">
                <a:shade val="75000"/>
                <a:satMod val="120000"/>
                <a:lumMod val="9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25400" dir="5400000" rotWithShape="0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20400000"/>
            </a:lightRig>
          </a:scene3d>
          <a:sp3d>
            <a:bevelT w="50800" h="12700" prst="softRound"/>
          </a:sp3d>
        </a:effectStyle>
        <a:effectStyle>
          <a:effectLst>
            <a:outerShdw blurRad="44450" dist="50800" dir="5400000" sx="96000" rotWithShape="0">
              <a:srgbClr val="000000">
                <a:alpha val="34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20400000"/>
            </a:lightRig>
          </a:scene3d>
          <a:sp3d contourW="15875" prstMaterial="metal">
            <a:bevelT w="101600" h="25400" prst="softRound"/>
            <a:contourClr>
              <a:schemeClr val="phClr">
                <a:shade val="3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94000"/>
                <a:satMod val="114000"/>
                <a:lumMod val="96000"/>
              </a:schemeClr>
            </a:gs>
            <a:gs pos="62000">
              <a:schemeClr val="phClr">
                <a:tint val="92000"/>
                <a:shade val="66000"/>
                <a:satMod val="110000"/>
                <a:lumMod val="80000"/>
              </a:schemeClr>
            </a:gs>
            <a:gs pos="100000">
              <a:schemeClr val="phClr">
                <a:tint val="89000"/>
                <a:shade val="62000"/>
                <a:satMod val="110000"/>
                <a:lumMod val="72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tint val="80000"/>
                <a:shade val="58000"/>
              </a:schemeClr>
              <a:schemeClr val="phClr">
                <a:tint val="73000"/>
                <a:shade val="68000"/>
                <a:satMod val="150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Austin</Template>
  <TotalTime>95</TotalTime>
  <Words>42</Words>
  <Application>Microsoft Office PowerPoint</Application>
  <PresentationFormat>全屏显示(4:3)</PresentationFormat>
  <Paragraphs>8</Paragraphs>
  <Slides>3</Slides>
  <Notes>1</Notes>
  <HiddenSlides>0</HiddenSlides>
  <MMClips>0</MMClips>
  <ScaleCrop>false</ScaleCrop>
  <HeadingPairs>
    <vt:vector size="4" baseType="variant">
      <vt:variant>
        <vt:lpstr>主题</vt:lpstr>
      </vt:variant>
      <vt:variant>
        <vt:i4>1</vt:i4>
      </vt:variant>
      <vt:variant>
        <vt:lpstr>幻灯片标题</vt:lpstr>
      </vt:variant>
      <vt:variant>
        <vt:i4>3</vt:i4>
      </vt:variant>
    </vt:vector>
  </HeadingPairs>
  <TitlesOfParts>
    <vt:vector size="4" baseType="lpstr">
      <vt:lpstr>奥斯汀</vt:lpstr>
      <vt:lpstr>全面公开政府“三公”经费</vt:lpstr>
      <vt:lpstr>全面公开政府“三公”经费</vt:lpstr>
      <vt:lpstr>北京市政府某部门“三公”经费财政拨款情况</vt:lpstr>
    </vt:vector>
  </TitlesOfParts>
  <Company>北航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4笑话：形象的比喻</dc:title>
  <dc:creator>计算中心</dc:creator>
  <cp:lastModifiedBy>86133</cp:lastModifiedBy>
  <cp:revision>9</cp:revision>
  <dcterms:created xsi:type="dcterms:W3CDTF">2001-12-20T11:55:14Z</dcterms:created>
  <dcterms:modified xsi:type="dcterms:W3CDTF">2021-04-29T07:13:19Z</dcterms:modified>
</cp:coreProperties>
</file>