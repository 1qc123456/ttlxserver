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2" r:id="rId3"/>
    <p:sldId id="257" r:id="rId5"/>
    <p:sldId id="256" r:id="rId6"/>
    <p:sldId id="258" r:id="rId7"/>
    <p:sldId id="259" r:id="rId8"/>
    <p:sldId id="260" r:id="rId9"/>
  </p:sldIdLst>
  <p:sldSz cx="9144000" cy="6858000" type="screen4x3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clrMru>
    <a:srgbClr val="33C3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2" d="100"/>
          <a:sy n="82" d="100"/>
        </p:scale>
        <p:origin x="-1474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C3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无锡融创乐园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403985" y="2780665"/>
            <a:ext cx="648000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7200" b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梦回江南</a:t>
            </a:r>
            <a:endParaRPr lang="zh-CN" altLang="en-US" sz="7200" b="1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无锡融创乐园占地面积</a:t>
            </a:r>
            <a:r>
              <a:rPr lang="en-US" altLang="zh-CN" dirty="0"/>
              <a:t>57</a:t>
            </a:r>
            <a:r>
              <a:rPr lang="zh-CN" altLang="en-US" dirty="0"/>
              <a:t>万平方米，由世界知名主题乐园设计公司美国</a:t>
            </a:r>
            <a:r>
              <a:rPr lang="en-US" altLang="zh-CN" dirty="0"/>
              <a:t>RVJMA</a:t>
            </a:r>
            <a:r>
              <a:rPr lang="zh-CN" altLang="en-US"/>
              <a:t>公司设计，拥有多项创新的游乐项目和精彩的娱乐表演，为江南传统文化赋予时尚元素，是世界级的主题乐园。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WPS演示028素材文件"/>
          <p:cNvPicPr/>
          <p:nvPr/>
        </p:nvPicPr>
        <p:blipFill>
          <a:blip r:embed="rId1"/>
          <a:stretch>
            <a:fillRect/>
          </a:stretch>
        </p:blipFill>
        <p:spPr>
          <a:xfrm>
            <a:off x="1547495" y="1916430"/>
            <a:ext cx="5760000" cy="432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tags/tag1.xml><?xml version="1.0" encoding="utf-8"?>
<p:tagLst xmlns:p="http://schemas.openxmlformats.org/presentationml/2006/main">
  <p:tag name="KSO_WPP_MARK_KEY" val="558299f2-1b58-43e4-8022-027d9aa6fcc3"/>
  <p:tag name="COMMONDATA" val="eyJoZGlkIjoiM2Q2NDY3ODBmZDEyZTZiNTFiOWYyZGE1YmNkNTA1NzMifQ=="/>
  <p:tag name="commondata" val="eyJoZGlkIjoiMDYwN2JiOGVkZTYyNGQ5MGRjNDMyYWMwZGI5YmExY2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</Words>
  <Application>WPS 演示</Application>
  <PresentationFormat>全屏显示(4:3)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Arial</vt:lpstr>
      <vt:lpstr>宋体</vt:lpstr>
      <vt:lpstr>Wingdings</vt:lpstr>
      <vt:lpstr>Calibri</vt:lpstr>
      <vt:lpstr>微软雅黑</vt:lpstr>
      <vt:lpstr>Arial Unicode MS</vt:lpstr>
      <vt:lpstr>Office 主题</vt:lpstr>
      <vt:lpstr>无锡融创乐园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zy</cp:lastModifiedBy>
  <cp:revision>8</cp:revision>
  <dcterms:created xsi:type="dcterms:W3CDTF">2019-10-17T08:30:00Z</dcterms:created>
  <dcterms:modified xsi:type="dcterms:W3CDTF">2023-11-23T09:41:04Z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33FB1659E2444F7881C3CB4945FC71A9_12</vt:lpwstr>
  </property>
  <property fmtid="{D5CDD505-2E9C-101B-9397-08002B2CF9AE}" pid="3" name="KSOProductBuildVer">
    <vt:lpwstr>2052-12.1.0.15712</vt:lpwstr>
  </property>
</Properties>
</file>