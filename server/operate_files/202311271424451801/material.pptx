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无锡融创乐园占地面积</a:t>
            </a:r>
            <a:r>
              <a:rPr lang="en-US" altLang="zh-CN" dirty="0"/>
              <a:t>57</a:t>
            </a:r>
            <a:r>
              <a:rPr lang="zh-CN" altLang="en-US" dirty="0"/>
              <a:t>万平方米，由世界知名主题乐园设计公司美国</a:t>
            </a:r>
            <a:r>
              <a:rPr lang="en-US" altLang="zh-CN" dirty="0"/>
              <a:t>RVJMA</a:t>
            </a:r>
            <a:r>
              <a:rPr lang="zh-CN" altLang="en-US"/>
              <a:t>公司设计，拥有多项创新的游乐项目和精彩的娱乐表演，为江南传统文化赋予时尚元素，是世界级的主题乐园。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469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139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497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835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11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</Words>
  <Application>Microsoft Office PowerPoint</Application>
  <PresentationFormat>全屏显示(4:3)</PresentationFormat>
  <Paragraphs>1</Paragraphs>
  <Slides>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6" baseType="lpstr"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ZhijieIT</cp:lastModifiedBy>
  <cp:revision>2</cp:revision>
  <dcterms:created xsi:type="dcterms:W3CDTF">2019-10-17T08:30:28Z</dcterms:created>
  <dcterms:modified xsi:type="dcterms:W3CDTF">2019-10-17T09:29:20Z</dcterms:modified>
</cp:coreProperties>
</file>