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3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image" Target="../media/image1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2.xml"/><Relationship Id="rId4" Type="http://schemas.openxmlformats.org/officeDocument/2006/relationships/image" Target="../media/image4.png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6400" y="0"/>
            <a:ext cx="1962000" cy="6858000"/>
          </a:xfrm>
        </p:spPr>
        <p:txBody>
          <a:bodyPr vert="eaVert">
            <a:normAutofit/>
          </a:bodyPr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785200" y="3204000"/>
            <a:ext cx="2746800" cy="2988000"/>
          </a:xfrm>
        </p:spPr>
        <p:txBody>
          <a:bodyPr vert="mongolianVert">
            <a:normAutofit/>
          </a:bodyPr>
          <a:p>
            <a:r>
              <a:rPr lang="zh-CN" altLang="en-US" sz="2000"/>
              <a:t>探斑斓色彩</a:t>
            </a:r>
            <a:br>
              <a:rPr lang="zh-CN" altLang="en-US" sz="2000"/>
            </a:br>
            <a:r>
              <a:rPr lang="zh-CN" altLang="en-US" sz="2000"/>
              <a:t>映入心放花开</a:t>
            </a:r>
            <a:br>
              <a:rPr lang="zh-CN" altLang="en-US" sz="2000"/>
            </a:br>
            <a:r>
              <a:rPr lang="zh-CN" altLang="en-US" sz="2000"/>
              <a:t>香飘缭绕远扬四海</a:t>
            </a:r>
            <a:br>
              <a:rPr lang="zh-CN" altLang="en-US" sz="2000"/>
            </a:br>
            <a:r>
              <a:rPr lang="zh-CN" altLang="en-US" sz="2000"/>
              <a:t>琳琅满目食材</a:t>
            </a:r>
            <a:br>
              <a:rPr lang="zh-CN" altLang="en-US" sz="2000"/>
            </a:br>
            <a:r>
              <a:rPr lang="zh-CN" altLang="en-US" sz="2000"/>
              <a:t>满是不同期待</a:t>
            </a:r>
            <a:br>
              <a:rPr lang="zh-CN" altLang="en-US" sz="2000"/>
            </a:br>
            <a:r>
              <a:rPr lang="zh-CN" altLang="en-US" sz="2000"/>
              <a:t>味缠唇齿乐人开怀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13970"/>
            <a:ext cx="5086350" cy="68865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10801" y="608400"/>
            <a:ext cx="1051200" cy="5990400"/>
          </a:xfrm>
        </p:spPr>
        <p:txBody>
          <a:bodyPr/>
          <a:p>
            <a:r>
              <a:rPr lang="zh-CN" altLang="en-US"/>
              <a:t>刀削面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6000" y="1004400"/>
            <a:ext cx="5724000" cy="540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刀削面，是山西的汉族传统面食，为“中国十大面条”之一，流行于北方。操作过程：将面粉和成团块状，左手举面团，右手拿弧形刀</a:t>
            </a:r>
            <a:endParaRPr lang="zh-CN" altLang="en-US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将面一片一片地削到开水锅内，煮熟后捞出</a:t>
            </a:r>
            <a:endParaRPr lang="zh-CN" altLang="en-US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加入臊子、调料食用，以山西大同刀削面最为著名。山西刀削面因其风味独特，驰名中外</a:t>
            </a:r>
            <a:endParaRPr lang="zh-CN" altLang="en-US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刀削面全凭刀削，因此得名。用刀削出的面叶中厚边薄。棱锋分明，形似柳叶；入口外滑内筋，软而不粘，越嚼越香，深受喜食面食者欢迎。它与北京的炸酱面、河南的烩面、湖北的热干面、四川的担担面，同称为中国五大面食享有盛誉</a:t>
            </a:r>
            <a:endParaRPr lang="zh-CN" altLang="en-US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5600" y="1166400"/>
            <a:ext cx="6734175" cy="45434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10801" y="608400"/>
            <a:ext cx="1051200" cy="5990400"/>
          </a:xfrm>
        </p:spPr>
        <p:txBody>
          <a:bodyPr/>
          <a:p>
            <a:r>
              <a:rPr lang="zh-CN" altLang="en-US"/>
              <a:t>过桥米线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45600" y="2210400"/>
            <a:ext cx="3636000" cy="3492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>
                    <a:lumMod val="8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过桥米线，源于滇南，乃云南一绝，至今已有一百年的历史它源于滇南蒙自县，1920年，昆明市建立了第一家过桥米线馆“仁和园”。米线含有丰富的碳水化合物、维生素、矿物质及酵素等，具有熟透迅速、均匀，耐煮不烂，爽口滑嫩，煮后汤水不浊，易于消化的特点，特别适合火锅和休闲快餐食用</a:t>
            </a:r>
            <a:endParaRPr lang="zh-CN" altLang="en-US" sz="2000">
              <a:solidFill>
                <a:schemeClr val="bg1">
                  <a:lumMod val="8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81880" y="448945"/>
            <a:ext cx="5314950" cy="3543300"/>
          </a:xfrm>
          <a:prstGeom prst="ellipse">
            <a:avLst/>
          </a:prstGeom>
        </p:spPr>
      </p:pic>
      <p:pic>
        <p:nvPicPr>
          <p:cNvPr id="5" name="图片 4" descr="图片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50180" y="3429000"/>
            <a:ext cx="3651250" cy="25057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WPS 演示</Application>
  <PresentationFormat>宽屏</PresentationFormat>
  <Paragraphs>13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PowerPoint 演示文稿</vt:lpstr>
      <vt:lpstr>刀削面</vt:lpstr>
      <vt:lpstr>PowerPoint 演示文稿</vt:lpstr>
      <vt:lpstr>过桥米线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158</cp:revision>
  <dcterms:created xsi:type="dcterms:W3CDTF">2019-06-19T02:08:00Z</dcterms:created>
  <dcterms:modified xsi:type="dcterms:W3CDTF">2025-10-27T05:52:13Z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3A3DAE93FA924361B2BD8D96440D92DB_11</vt:lpwstr>
  </property>
</Properties>
</file>