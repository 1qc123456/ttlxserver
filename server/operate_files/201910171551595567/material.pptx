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48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3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994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2019-10-17T07:35:49Z</dcterms:created>
  <dcterms:modified xsi:type="dcterms:W3CDTF">2019-10-17T07:41:06Z</dcterms:modified>
</cp:coreProperties>
</file>