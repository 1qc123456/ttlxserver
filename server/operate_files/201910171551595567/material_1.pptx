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DCAF7-1764-45A3-BD9F-6C5469B50F76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44DCA-D643-42D7-B84F-C05EB65FE9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936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4B8DE-CA03-431D-AE50-B842941A5298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85FC-D189-46B0-9047-4152E6766548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EB500-CCE9-4649-A436-7D05945CE427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D7B7E-54E7-4FC8-939A-54452915CEE8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3AF31-310D-48B7-AB24-E9A15346C6F2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4701-75A4-4C38-AE28-328241566E12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90F11-F1EA-4C83-B2A6-2FAA0B0BBF52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C7D1-AD01-436D-A180-63D907EF018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1BA89-AAD8-4A5F-A597-024D58E9526B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B7DD-D5E9-4691-93B3-45CBDD6C36FB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CA74-C7C3-42B5-B0A5-7A67DB3F2129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67E5D499-66EE-47BB-9064-DB7381AE8B5F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5185-C254-49E9-BA27-4C21FDF989FD}" type="datetime1">
              <a:rPr lang="zh-CN" altLang="en-US" smtClean="0"/>
              <a:t>2021/5/24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482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00" y="2436876"/>
            <a:ext cx="3657600" cy="2441448"/>
          </a:xfr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9F09-0D5C-4B91-B774-D9C3602065F4}" type="datetime1">
              <a:rPr lang="zh-CN" altLang="en-US" smtClean="0"/>
              <a:t>2021/5/24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36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CCCFF"/>
            </a:gs>
            <a:gs pos="17999">
              <a:srgbClr val="99CCFF"/>
            </a:gs>
            <a:gs pos="36000">
              <a:srgbClr val="9966FF"/>
            </a:gs>
            <a:gs pos="61000">
              <a:srgbClr val="CC99FF"/>
            </a:gs>
            <a:gs pos="82001">
              <a:srgbClr val="99CCFF"/>
            </a:gs>
            <a:gs pos="100000">
              <a:srgbClr val="CCCC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0C3B-319B-4D81-B00F-E095233DFE85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动作按钮: 第一张 4">
            <a:hlinkClick r:id="" action="ppaction://hlinkshowjump?jump=firstslide" highlightClick="1"/>
          </p:cNvPr>
          <p:cNvSpPr/>
          <p:nvPr/>
        </p:nvSpPr>
        <p:spPr>
          <a:xfrm>
            <a:off x="467544" y="6021288"/>
            <a:ext cx="720080" cy="6480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994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极目远眺">
  <a:themeElements>
    <a:clrScheme name="极目远眺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极目远眺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</TotalTime>
  <Words>3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极目远眺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2</cp:revision>
  <dcterms:created xsi:type="dcterms:W3CDTF">2019-10-17T07:35:49Z</dcterms:created>
  <dcterms:modified xsi:type="dcterms:W3CDTF">2021-05-24T01:18:43Z</dcterms:modified>
</cp:coreProperties>
</file>