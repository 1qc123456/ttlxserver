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7.xml"/><Relationship Id="rId5" Type="http://schemas.openxmlformats.org/officeDocument/2006/relationships/image" Target="../media/image4.png"/><Relationship Id="rId4" Type="http://schemas.openxmlformats.org/officeDocument/2006/relationships/tags" Target="../tags/tag66.xml"/><Relationship Id="rId3" Type="http://schemas.openxmlformats.org/officeDocument/2006/relationships/image" Target="../media/image3.png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5.png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 b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6800" y="2336400"/>
            <a:ext cx="3276000" cy="2520000"/>
          </a:xfrm>
        </p:spPr>
        <p:txBody>
          <a:bodyPr/>
          <a:p>
            <a:pPr algn="ctr"/>
            <a:r>
              <a:rPr lang="zh-CN" altLang="en-US" sz="7200"/>
              <a:t>目录</a:t>
            </a:r>
            <a:endParaRPr lang="zh-CN" altLang="en-US" sz="7200"/>
          </a:p>
        </p:txBody>
      </p:sp>
      <p:sp>
        <p:nvSpPr>
          <p:cNvPr id="4" name="文本框 3"/>
          <p:cNvSpPr txBox="1"/>
          <p:nvPr/>
        </p:nvSpPr>
        <p:spPr>
          <a:xfrm>
            <a:off x="864000" y="1720800"/>
            <a:ext cx="6526800" cy="452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/>
              <a:t>猫咪的起源与分类</a:t>
            </a:r>
            <a:endParaRPr lang="zh-CN" altLang="en-US" sz="4800"/>
          </a:p>
          <a:p>
            <a:r>
              <a:rPr lang="zh-CN" altLang="en-US" sz="4800"/>
              <a:t>猫咪的身体结构与特点</a:t>
            </a:r>
            <a:endParaRPr lang="zh-CN" altLang="en-US" sz="4800"/>
          </a:p>
          <a:p>
            <a:r>
              <a:rPr lang="zh-CN" altLang="en-US" sz="4800"/>
              <a:t>猫咪的生活习性</a:t>
            </a:r>
            <a:endParaRPr lang="zh-CN" altLang="en-US" sz="48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猫咪的起源与分类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015" y="1173480"/>
            <a:ext cx="3442970" cy="4511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8330" y="2008800"/>
            <a:ext cx="6476400" cy="3758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起源</a:t>
            </a:r>
            <a:endParaRPr lang="zh-CN" altLang="en-US"/>
          </a:p>
          <a:p>
            <a:r>
              <a:rPr lang="zh-CN" altLang="en-US"/>
              <a:t>猫咪属于猫科动物，起源于沙漠地区，经过长时间的演化逐渐适应了家庭环境。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分类</a:t>
            </a:r>
            <a:endParaRPr lang="zh-CN" altLang="en-US"/>
          </a:p>
          <a:p>
            <a:r>
              <a:rPr lang="zh-CN" altLang="en-US"/>
              <a:t>根据毛发的长短，猫咪可分为长毛猫和短毛猫；根据品种的不同，又可分为波斯猫、暹罗猫、英短等多个品种。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猫咪的身体结构与特点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47200" y="1843200"/>
            <a:ext cx="6177915" cy="4438015"/>
          </a:xfrm>
          <a:prstGeom prst="round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62800" y="2308860"/>
            <a:ext cx="5436000" cy="3830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身体结构</a:t>
            </a:r>
            <a:endParaRPr lang="zh-CN" altLang="en-US"/>
          </a:p>
          <a:p>
            <a:r>
              <a:rPr lang="zh-CN" altLang="en-US"/>
              <a:t>猫咪的身体结构轻盈灵活，具有敏锐的听力和视力，以及强大的捕猎能力。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特点</a:t>
            </a:r>
            <a:endParaRPr lang="zh-CN" altLang="en-US"/>
          </a:p>
          <a:p>
            <a:r>
              <a:rPr lang="zh-CN" altLang="en-US"/>
              <a:t>猫咪的爪子尖锐且可伸缩，便于捕猎和攀爬；尾巴细长且多毛，可用来保持平衡和传递信号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8400" y="1515505"/>
            <a:ext cx="3801600" cy="5093149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2800" y="5407200"/>
            <a:ext cx="4053600" cy="705485"/>
          </a:xfrm>
        </p:spPr>
        <p:txBody>
          <a:bodyPr/>
          <a:p>
            <a:r>
              <a:rPr lang="zh-CN" altLang="en-US">
                <a:sym typeface="+mn-ea"/>
              </a:rPr>
              <a:t>猫咪的生活习性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37755" y="1008380"/>
            <a:ext cx="3202305" cy="38906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6000" y="745200"/>
            <a:ext cx="6120000" cy="536760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猫是一种独立且爱干净的动物，它们拥有强烈的领地意识和夜行性。猫天生好奇，喜欢探索新事物，并且具有出色的跳跃能力和捕猎本能。它们每天需要长时间的睡眠，通常可达16小时以上。尽管猫相对独立，但它们也会与主人建立社交联系。猫对环境变化敏感，并且通过不同的叫声与人类交流。它们需要定期磨爪以保持爪子的锋利，并且对蛋白质有很高的需求。了解这些习性有助于更好地照顾和与猫建立和谐的关系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WPS 演示</Application>
  <PresentationFormat>宽屏</PresentationFormat>
  <Paragraphs>28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目录</vt:lpstr>
      <vt:lpstr>猫咪的起源与分类</vt:lpstr>
      <vt:lpstr>猫咪的身体结构与特点</vt:lpstr>
      <vt:lpstr>猫咪的生活习性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2024-11-13T03:54:51Z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51F934866F6C4FA18FDDFA96301B6BCC_11</vt:lpwstr>
  </property>
</Properties>
</file>