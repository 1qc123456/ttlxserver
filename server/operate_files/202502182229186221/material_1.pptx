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1" r:id="rId3"/>
    <p:sldId id="257" r:id="rId4"/>
    <p:sldId id="258" r:id="rId5"/>
    <p:sldId id="259" r:id="rId6"/>
    <p:sldId id="260" r:id="rId7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Rg st="1" end="5"/>
  </p:showPr>
  <p:clrMru>
    <a:srgbClr val="EF6623"/>
    <a:srgbClr val="B1310F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70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3.xml"/><Relationship Id="rId2" Type="http://schemas.openxmlformats.org/officeDocument/2006/relationships/slide" Target="slide4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4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67.xml"/><Relationship Id="rId5" Type="http://schemas.openxmlformats.org/officeDocument/2006/relationships/image" Target="../media/image5.png"/><Relationship Id="rId4" Type="http://schemas.openxmlformats.org/officeDocument/2006/relationships/tags" Target="../tags/tag66.xml"/><Relationship Id="rId3" Type="http://schemas.openxmlformats.org/officeDocument/2006/relationships/image" Target="../media/image4.png"/><Relationship Id="rId2" Type="http://schemas.openxmlformats.org/officeDocument/2006/relationships/tags" Target="../tags/tag65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9.xml"/><Relationship Id="rId3" Type="http://schemas.openxmlformats.org/officeDocument/2006/relationships/image" Target="../media/image6.png"/><Relationship Id="rId2" Type="http://schemas.openxmlformats.org/officeDocument/2006/relationships/tags" Target="../tags/tag68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 sz="9600" i="1" strike="sngStrike">
                <a:solidFill>
                  <a:schemeClr val="accent6"/>
                </a:solidFill>
                <a:latin typeface="等线" panose="02010600030101010101" charset="-122"/>
                <a:ea typeface="等线" panose="02010600030101010101" charset="-122"/>
              </a:rPr>
              <a:t>猫</a:t>
            </a:r>
            <a:endParaRPr lang="zh-CN" altLang="en-US" sz="9600" i="1" strike="sngStrike">
              <a:solidFill>
                <a:schemeClr val="accent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lus/>
      </p:transition>
    </mc:Choice>
    <mc:Fallback>
      <p:transition spd="slow">
        <p:plus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66800" y="2336400"/>
            <a:ext cx="3276000" cy="2520000"/>
          </a:xfrm>
        </p:spPr>
        <p:txBody>
          <a:bodyPr/>
          <a:p>
            <a:pPr algn="ctr"/>
            <a:r>
              <a:rPr lang="zh-CN" altLang="en-US" sz="7200"/>
              <a:t>目录</a:t>
            </a:r>
            <a:endParaRPr lang="zh-CN" altLang="en-US" sz="7200"/>
          </a:p>
        </p:txBody>
      </p:sp>
      <p:sp>
        <p:nvSpPr>
          <p:cNvPr id="4" name="文本框 3"/>
          <p:cNvSpPr txBox="1"/>
          <p:nvPr/>
        </p:nvSpPr>
        <p:spPr>
          <a:xfrm>
            <a:off x="864000" y="1720800"/>
            <a:ext cx="6526800" cy="452160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perspectiveRight"/>
              <a:lightRig rig="threePt" dir="t"/>
            </a:scene3d>
          </a:bodyPr>
          <a:p>
            <a:pPr marL="685800" indent="-685800">
              <a:buClr>
                <a:srgbClr val="000000"/>
              </a:buClr>
              <a:buSzPct val="105000"/>
              <a:buFont typeface="HoloLens MDL2 Assets" panose="050A0102010101010101" charset="0"/>
              <a:buChar char=""/>
            </a:pPr>
            <a:r>
              <a:rPr lang="zh-CN" altLang="en-US" sz="4800">
                <a:hlinkClick r:id="rId2" action="ppaction://hlinksldjump"/>
              </a:rPr>
              <a:t>猫咪的起源与分类</a:t>
            </a:r>
            <a:endParaRPr lang="zh-CN" altLang="en-US" sz="4800">
              <a:hlinkClick r:id="rId2" action="ppaction://hlinksldjump"/>
            </a:endParaRPr>
          </a:p>
          <a:p>
            <a:pPr marL="685800" indent="-685800">
              <a:buClr>
                <a:srgbClr val="000000"/>
              </a:buClr>
              <a:buSzPct val="105000"/>
              <a:buFont typeface="HoloLens MDL2 Assets" panose="050A0102010101010101" charset="0"/>
              <a:buChar char=""/>
            </a:pPr>
            <a:r>
              <a:rPr lang="zh-CN" altLang="en-US" sz="4800">
                <a:hlinkClick r:id="rId2" action="ppaction://hlinksldjump"/>
              </a:rPr>
              <a:t>猫咪的身体结构与特点</a:t>
            </a:r>
            <a:endParaRPr lang="zh-CN" altLang="en-US" sz="4800">
              <a:hlinkClick r:id="rId2" action="ppaction://hlinksldjump"/>
            </a:endParaRPr>
          </a:p>
          <a:p>
            <a:pPr marL="685800" indent="-685800">
              <a:buClr>
                <a:srgbClr val="000000"/>
              </a:buClr>
              <a:buSzPct val="105000"/>
              <a:buFont typeface="HoloLens MDL2 Assets" panose="050A0102010101010101" charset="0"/>
              <a:buChar char=""/>
            </a:pPr>
            <a:r>
              <a:rPr lang="zh-CN" altLang="en-US" sz="4800">
                <a:hlinkClick r:id="rId2" action="ppaction://hlinksldjump"/>
              </a:rPr>
              <a:t>猫咪的生活习性</a:t>
            </a:r>
            <a:endParaRPr lang="en-US" altLang="zh-CN" sz="4800">
              <a:hlinkClick r:id="rId2" action="ppaction://hlinksldjump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heel spokes="4"/>
      </p:transition>
    </mc:Choice>
    <mc:Fallback>
      <p:transition spd="slow">
        <p:wheel spokes="4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4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猫咪的起源与分类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7015" y="1173480"/>
            <a:ext cx="3442970" cy="45110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08330" y="2008800"/>
            <a:ext cx="6476400" cy="37584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800"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起源</a:t>
            </a:r>
            <a:endParaRPr lang="zh-CN" altLang="en-US" sz="2800"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800"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猫咪属于猫科动物，起源于沙漠地区，经过长时间的演化逐渐适应了家庭环境。</a:t>
            </a:r>
            <a:endParaRPr lang="zh-CN" altLang="en-US" sz="2800"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2800"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800"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分类</a:t>
            </a:r>
            <a:endParaRPr lang="zh-CN" altLang="en-US" sz="2800"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800">
                <a:effectLst>
                  <a:glow rad="139700">
                    <a:schemeClr val="accent5">
                      <a:satMod val="175000"/>
                      <a:alpha val="40000"/>
                    </a:schemeClr>
                  </a:glo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根据毛发的长短，猫咪可分为长毛猫和短毛猫；根据品种的不同，又可分为波斯猫、暹罗猫、英短等多个品种。</a:t>
            </a:r>
            <a:endParaRPr lang="zh-CN" altLang="en-US" sz="2800">
              <a:effectLst>
                <a:glow rad="139700">
                  <a:schemeClr val="accent5">
                    <a:satMod val="175000"/>
                    <a:alpha val="40000"/>
                  </a:schemeClr>
                </a:glo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7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猫咪的身体结构与特点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047200" y="1843200"/>
            <a:ext cx="6177915" cy="4438015"/>
          </a:xfrm>
          <a:prstGeom prst="round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662800" y="2308860"/>
            <a:ext cx="5436000" cy="3830400"/>
          </a:xfrm>
          <a:prstGeom prst="rect">
            <a:avLst/>
          </a:prstGeom>
          <a:noFill/>
          <a:effectLst>
            <a:reflection blurRad="6350" stA="50000" endA="300" endPos="55500" dist="50800" dir="5400000" sy="-100000" algn="bl" rotWithShape="0"/>
          </a:effectLst>
        </p:spPr>
        <p:txBody>
          <a:bodyPr wrap="square" rtlCol="0">
            <a:noAutofit/>
          </a:bodyPr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rgbClr val="C00000"/>
                </a:solidFill>
              </a:rPr>
              <a:t>身体结构</a:t>
            </a:r>
            <a:endParaRPr lang="zh-CN" altLang="en-US">
              <a:solidFill>
                <a:srgbClr val="C00000"/>
              </a:solidFill>
            </a:endParaRPr>
          </a:p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rgbClr val="C00000"/>
                </a:solidFill>
              </a:rPr>
              <a:t>猫咪的身体结构轻盈灵活，具有敏锐的听力和视力，以及强大的捕猎能力。</a:t>
            </a:r>
            <a:endParaRPr lang="zh-CN" altLang="en-US">
              <a:solidFill>
                <a:srgbClr val="C00000"/>
              </a:solidFill>
            </a:endParaRPr>
          </a:p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endParaRPr lang="zh-CN" altLang="en-US">
              <a:solidFill>
                <a:srgbClr val="C00000"/>
              </a:solidFill>
            </a:endParaRPr>
          </a:p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endParaRPr lang="zh-CN" altLang="en-US">
              <a:solidFill>
                <a:srgbClr val="C00000"/>
              </a:solidFill>
            </a:endParaRPr>
          </a:p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endParaRPr lang="zh-CN" altLang="en-US">
              <a:solidFill>
                <a:srgbClr val="C00000"/>
              </a:solidFill>
            </a:endParaRPr>
          </a:p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rgbClr val="C00000"/>
                </a:solidFill>
              </a:rPr>
              <a:t>特点</a:t>
            </a:r>
            <a:endParaRPr lang="zh-CN" altLang="en-US">
              <a:solidFill>
                <a:srgbClr val="C00000"/>
              </a:solidFill>
            </a:endParaRPr>
          </a:p>
          <a:p>
            <a:pPr indent="4572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>
                <a:solidFill>
                  <a:srgbClr val="C00000"/>
                </a:solidFill>
              </a:rPr>
              <a:t>猫咪的爪子尖锐且可伸缩，便于捕猎和攀爬；尾巴细长且多毛，可用来保持平衡和传递信号</a:t>
            </a:r>
            <a:endParaRPr lang="zh-CN" altLang="en-US">
              <a:solidFill>
                <a:srgbClr val="C00000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08400" y="1515505"/>
            <a:ext cx="3801600" cy="5093149"/>
          </a:xfrm>
          <a:prstGeom prst="cube">
            <a:avLst/>
          </a:prstGeom>
          <a:ln w="38100">
            <a:solidFill>
              <a:srgbClr val="C00000"/>
            </a:solidFill>
          </a:ln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heel spokes="4"/>
      </p:transition>
    </mc:Choice>
    <mc:Fallback>
      <p:transition spd="slow">
        <p:wheel spokes="4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12800" y="5407200"/>
            <a:ext cx="4053600" cy="705485"/>
          </a:xfrm>
        </p:spPr>
        <p:txBody>
          <a:bodyPr/>
          <a:p>
            <a:r>
              <a:rPr lang="zh-CN" altLang="en-US">
                <a:sym typeface="+mn-ea"/>
              </a:rPr>
              <a:t>猫咪的生活习性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 rot="5400000">
            <a:off x="7437755" y="1008380"/>
            <a:ext cx="3202305" cy="389064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96000" y="745200"/>
            <a:ext cx="6120000" cy="5367600"/>
          </a:xfrm>
          <a:prstGeom prst="rect">
            <a:avLst/>
          </a:prstGeom>
          <a:ln w="38100" cap="flat" cmpd="sng" algn="ctr">
            <a:solidFill>
              <a:srgbClr val="EF6623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vert="eaVert" wrap="square" rtlCol="0">
            <a:noAutofit/>
          </a:bodyPr>
          <a:p>
            <a:pPr indent="457200" fontAlgn="auto">
              <a:lnSpc>
                <a:spcPct val="150000"/>
              </a:lnSpc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猫是一种独立且爱干净的动物，它们拥有强烈的领地意识和夜行性。猫天生好奇，喜欢探索新事物，并且具有出色的跳跃能力和捕猎本能。它们每天需要长时间的睡眠，通常可达16小时以上。尽管猫相对独立，但它们也会与主人建立社交联系。猫对环境变化敏感，并且通过不同的叫声与人类交流。它们需要定期磨爪以保持爪子的锋利，并且对蛋白质有很高的需求。了解这些习性有助于更好地照顾和与猫建立和谐的关系。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lus/>
      </p:transition>
    </mc:Choice>
    <mc:Fallback>
      <p:transition spd="slow">
        <p:plus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COMMONDATA" val="eyJoZGlkIjoiNzFlMGY3OGRmZGU1YjQ0MmVmN2U4Yjg3M2ZkYWM1ZjIifQ=="/>
  <p:tag name="commondata" val="eyJoZGlkIjoiNjQwNzdkNTI0ZmEyODlhNmVjYjU4ZGU0YTBmMWRhMTcifQ=="/>
</p:tagLst>
</file>

<file path=ppt/theme/theme1.xml><?xml version="1.0" encoding="utf-8"?>
<a:theme xmlns:a="http://schemas.openxmlformats.org/drawingml/2006/main" name="WPS">
  <a:themeElements>
    <a:clrScheme name="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0000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407</Words>
  <Application>WPS 演示</Application>
  <PresentationFormat>宽屏</PresentationFormat>
  <Paragraphs>30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等线</vt:lpstr>
      <vt:lpstr>HoloLens MDL2 Assets</vt:lpstr>
      <vt:lpstr>微软雅黑</vt:lpstr>
      <vt:lpstr>Arial Unicode MS</vt:lpstr>
      <vt:lpstr>Calibri</vt:lpstr>
      <vt:lpstr>WPS</vt:lpstr>
      <vt:lpstr>猫</vt:lpstr>
      <vt:lpstr>目录</vt:lpstr>
      <vt:lpstr>猫咪的起源与分类</vt:lpstr>
      <vt:lpstr>猫咪的身体结构与特点</vt:lpstr>
      <vt:lpstr>猫咪的生活习性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湖北技能高考-陈欢</cp:lastModifiedBy>
  <cp:revision>160</cp:revision>
  <dcterms:created xsi:type="dcterms:W3CDTF">2019-06-19T02:08:00Z</dcterms:created>
  <dcterms:modified xsi:type="dcterms:W3CDTF">2025-06-13T00:51:18Z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51F934866F6C4FA18FDDFA96301B6BCC_11</vt:lpwstr>
  </property>
</Properties>
</file>