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2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Office 主题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微软用户</cp:lastModifiedBy>
  <cp:revision>1</cp:revision>
  <dcterms:created xsi:type="dcterms:W3CDTF">2018-12-28T08:17:39Z</dcterms:created>
  <dcterms:modified xsi:type="dcterms:W3CDTF">2019-03-13T06:50:30Z</dcterms:modified>
</cp:coreProperties>
</file>