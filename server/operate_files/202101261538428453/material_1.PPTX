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1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08" y="-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6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2021</a:t>
            </a:r>
            <a:r>
              <a:rPr lang="zh-CN" altLang="en-US" sz="6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技能高考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76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9712" y="1268760"/>
            <a:ext cx="504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7119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读万卷书行万里路</a:t>
            </a:r>
          </a:p>
        </p:txBody>
      </p:sp>
      <p:pic>
        <p:nvPicPr>
          <p:cNvPr id="1026" name="Picture 2" descr="F:\S试题录入\12.2日计算机题18~史海云\12.2日计算机题18~史海云\12月新增PPT~OK\素材和答案\2\文件\行路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636912"/>
            <a:ext cx="2946400" cy="194310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00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精装书">
  <a:themeElements>
    <a:clrScheme name="精装书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精装书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精装书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103</TotalTime>
  <Words>7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精装书</vt:lpstr>
      <vt:lpstr>2021技能高考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14</cp:revision>
  <dcterms:created xsi:type="dcterms:W3CDTF">2018-12-28T08:17:39Z</dcterms:created>
  <dcterms:modified xsi:type="dcterms:W3CDTF">2021-01-26T07:38:35Z</dcterms:modified>
</cp:coreProperties>
</file>