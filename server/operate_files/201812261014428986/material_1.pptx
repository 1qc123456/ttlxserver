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-29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530820CF-B880-4189-942D-D702A7CBA730}" type="datetimeFigureOut">
              <a:rPr lang="zh-CN" altLang="en-US" smtClean="0"/>
              <a:t>2021/5/21</a:t>
            </a:fld>
            <a:endParaRPr lang="zh-CN" altLang="en-US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2021/5/21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2021/5/21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2021/5/21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2021/5/21</a:t>
            </a:fld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2021/5/21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6400" dirty="0">
                <a:latin typeface="微软雅黑" pitchFamily="34" charset="-122"/>
                <a:ea typeface="微软雅黑" pitchFamily="34" charset="-122"/>
              </a:rPr>
              <a:t>森林</a:t>
            </a:r>
            <a:endParaRPr lang="zh-CN" altLang="en-US" sz="6400" dirty="0"/>
          </a:p>
        </p:txBody>
      </p:sp>
    </p:spTree>
    <p:extLst>
      <p:ext uri="{BB962C8B-B14F-4D97-AF65-F5344CB8AC3E}">
        <p14:creationId xmlns:p14="http://schemas.microsoft.com/office/powerpoint/2010/main" val="1198987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zh-CN" altLang="en-US" sz="64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" name="内容占位符 6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3975" y="2631281"/>
            <a:ext cx="2857500" cy="2857500"/>
          </a:xfrm>
        </p:spPr>
      </p:pic>
      <p:sp>
        <p:nvSpPr>
          <p:cNvPr id="6" name="内容占位符 5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71739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奥斯汀">
  <a:themeElements>
    <a:clrScheme name="奥斯汀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奥斯汀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奥斯汀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5</TotalTime>
  <Words>1</Words>
  <Application>Microsoft Office PowerPoint</Application>
  <PresentationFormat>全屏显示(4:3)</PresentationFormat>
  <Paragraphs>1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奥斯汀</vt:lpstr>
      <vt:lpstr>森林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森林</dc:title>
  <dc:creator>dafan han</dc:creator>
  <cp:lastModifiedBy>86133</cp:lastModifiedBy>
  <cp:revision>3</cp:revision>
  <dcterms:created xsi:type="dcterms:W3CDTF">2017-03-31T02:59:21Z</dcterms:created>
  <dcterms:modified xsi:type="dcterms:W3CDTF">2021-05-21T02:14:04Z</dcterms:modified>
</cp:coreProperties>
</file>