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Animation="0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2" d="100"/>
          <a:sy n="62" d="100"/>
        </p:scale>
        <p:origin x="-876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viewProps" Target="viewProps.xml"/><Relationship Id="rId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5" Type="http://schemas.openxmlformats.org/officeDocument/2006/relationships/tableStyles" Target="tableStyles.xml"/><Relationship Id="rId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2018/12/26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2018/12/26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2018/12/26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2018/12/26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2018/12/26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2018/12/26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2018/12/26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2018/12/26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2018/12/26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2018/12/26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2018/12/26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t>2018/12/26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全屏显示(4:3)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0</vt:i4>
      </vt:variant>
    </vt:vector>
  </HeadingPairs>
  <TitlesOfParts>
    <vt:vector size="1" baseType="lpstr">
      <vt:lpstr>Office 主题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dafan han</dc:creator>
  <cp:lastModifiedBy>win7</cp:lastModifiedBy>
  <cp:revision>1</cp:revision>
  <dcterms:created xsi:type="dcterms:W3CDTF">2017-03-31T02:59:21Z</dcterms:created>
  <dcterms:modified xsi:type="dcterms:W3CDTF">2018-12-26T02:13:54Z</dcterms:modified>
</cp:coreProperties>
</file>