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9" r:id="rId3"/>
    <p:sldId id="257" r:id="rId4"/>
  </p:sld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6C585-57A8-41EA-8E03-20A1B2D8F99E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85456-FFE6-4E06-A655-004FFA6EB8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101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85449F9-EA08-40FF-9CBC-E3609427E631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849BD-7628-4134-8E73-8181B2CA9215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60B0-34B3-4B55-8C6D-B6CC5F828D74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82666-0BAA-43DC-9944-054125ED6464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3F33-A79F-4219-9758-A523D6DC17EF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60C7-04A5-4A9D-A5EE-F79BDCD44E8A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F2AA-1786-445B-9FD4-A74FC8ED9B10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FFBE-6F7D-41AE-A8E2-EF393615B4C5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DDCE-D889-477B-9643-DF46401E6D9C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957D-F331-4C65-91F0-8F9A8EC74F50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65BF-CD40-499B-94A3-66500DB04C63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0B624AA3-ECE0-4565-9CB2-532F6E2970F9}" type="datetime1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华文行楷" pitchFamily="2" charset="-122"/>
                <a:ea typeface="华文行楷" pitchFamily="2" charset="-122"/>
              </a:rPr>
              <a:t>草原生态补奖政策实施十年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38.2</a:t>
            </a:r>
            <a:r>
              <a:rPr lang="zh-CN" altLang="en-US" sz="2000" dirty="0">
                <a:latin typeface="华文楷体" pitchFamily="2" charset="-122"/>
                <a:ea typeface="华文楷体" pitchFamily="2" charset="-122"/>
              </a:rPr>
              <a:t>亿亩草原得到休养生息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95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万马奔腾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中国科普网讯（记者胡利娟）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日，记者从国家林业和草原局获悉，草原生态保护补助奖励政策实施十年来，国家累计投入资金超过</a:t>
            </a:r>
            <a:r>
              <a:rPr lang="en-US" altLang="zh-CN" dirty="0"/>
              <a:t>1500</a:t>
            </a:r>
            <a:r>
              <a:rPr lang="zh-CN" altLang="en-US" dirty="0"/>
              <a:t>亿元，</a:t>
            </a:r>
            <a:r>
              <a:rPr lang="en-US" altLang="zh-CN" dirty="0"/>
              <a:t>1200</a:t>
            </a:r>
            <a:r>
              <a:rPr lang="zh-CN" altLang="en-US" dirty="0"/>
              <a:t>多万户农牧民受益，草原生态持续恢复，生物多样性明显增加，草原无序利用、过度开发、严重过牧的状况得到扭转。目前，该政策已实施两轮，落实禁牧面积</a:t>
            </a:r>
            <a:r>
              <a:rPr lang="en-US" altLang="zh-CN" dirty="0"/>
              <a:t>12.1</a:t>
            </a:r>
            <a:r>
              <a:rPr lang="zh-CN" altLang="en-US" dirty="0"/>
              <a:t>亿亩，草畜平衡面积</a:t>
            </a:r>
            <a:r>
              <a:rPr lang="en-US" altLang="zh-CN" dirty="0"/>
              <a:t>26.1</a:t>
            </a:r>
            <a:r>
              <a:rPr lang="zh-CN" altLang="en-US" dirty="0"/>
              <a:t>亿亩，取得了很好的生态、经济和社会效益。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3099974"/>
            <a:ext cx="3419475" cy="19201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1159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草原生态补奖政策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为促进草原生态稳步恢复和牧区经济可持续发展、不断拓宽农牧民增收渠道，</a:t>
            </a:r>
            <a:r>
              <a:rPr lang="en-US" altLang="zh-CN" dirty="0"/>
              <a:t>2011</a:t>
            </a:r>
            <a:r>
              <a:rPr lang="zh-CN" altLang="en-US" dirty="0"/>
              <a:t>年开始，我国在内蒙古、新疆、西藏、青海等</a:t>
            </a:r>
            <a:r>
              <a:rPr lang="en-US" altLang="zh-CN" dirty="0"/>
              <a:t>13</a:t>
            </a:r>
            <a:r>
              <a:rPr lang="zh-CN" altLang="en-US" dirty="0"/>
              <a:t>个省区，</a:t>
            </a:r>
            <a:r>
              <a:rPr lang="en-US" altLang="zh-CN" dirty="0"/>
              <a:t>657</a:t>
            </a:r>
            <a:r>
              <a:rPr lang="zh-CN" altLang="en-US" dirty="0"/>
              <a:t>个县、旗（团场、农场），实施草原生态保护补助奖励政策。其中，内蒙古草原禁牧区的草品种数量，由政策实施前的每平方米</a:t>
            </a:r>
            <a:r>
              <a:rPr lang="en-US" altLang="zh-CN" dirty="0"/>
              <a:t>8</a:t>
            </a:r>
            <a:r>
              <a:rPr lang="zh-CN" altLang="en-US" dirty="0"/>
              <a:t>种增加到</a:t>
            </a:r>
            <a:r>
              <a:rPr lang="en-US" altLang="zh-CN" dirty="0"/>
              <a:t>12</a:t>
            </a:r>
            <a:r>
              <a:rPr lang="zh-CN" altLang="en-US" dirty="0"/>
              <a:t>种，草畜平衡区从</a:t>
            </a:r>
            <a:r>
              <a:rPr lang="en-US" altLang="zh-CN" dirty="0"/>
              <a:t>12</a:t>
            </a:r>
            <a:r>
              <a:rPr lang="zh-CN" altLang="en-US" dirty="0"/>
              <a:t>种增加到</a:t>
            </a:r>
            <a:r>
              <a:rPr lang="en-US" altLang="zh-CN" dirty="0"/>
              <a:t>46</a:t>
            </a:r>
            <a:r>
              <a:rPr lang="zh-CN" altLang="en-US" dirty="0"/>
              <a:t>种。青海三江源草地整体退化的趋势得到遏制，野生动物种群明显增多。青海等省区的一些贫困县，补奖政策收入占比达到</a:t>
            </a:r>
            <a:r>
              <a:rPr lang="en-US" altLang="zh-CN" dirty="0"/>
              <a:t>65%</a:t>
            </a:r>
            <a:r>
              <a:rPr lang="zh-CN" altLang="en-US" dirty="0"/>
              <a:t>。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为进一步巩固提升草原生态保护成果，财政部、农业农村部、国家林草局联合印发了指导意见，在“十四五”期间继续实施第三轮草原生态保护补助奖励政策，投入资金有增无减，实施范围进一步扩大。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1106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MESSAGE" val="{&quot;State&quot;:1,&quot;KejianId&quot;:null,&quot;KejianName&quot;:null,&quot;PeriodId&quot;:null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6</TotalTime>
  <Words>315</Words>
  <Application>Microsoft Office PowerPoint</Application>
  <PresentationFormat>全屏显示(4:3)</PresentationFormat>
  <Paragraphs>13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奥斯汀</vt:lpstr>
      <vt:lpstr>草原生态补奖政策实施十年</vt:lpstr>
      <vt:lpstr>万马奔腾</vt:lpstr>
      <vt:lpstr>草原生态补奖政策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草原生态补奖政策实施十年</dc:title>
  <dc:creator>Administrator</dc:creator>
  <cp:lastModifiedBy>lipp</cp:lastModifiedBy>
  <cp:revision>20</cp:revision>
  <dcterms:created xsi:type="dcterms:W3CDTF">2021-12-03T11:31:19Z</dcterms:created>
  <dcterms:modified xsi:type="dcterms:W3CDTF">2022-01-12T07:20:09Z</dcterms:modified>
</cp:coreProperties>
</file>