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61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anchor="ctr" anchorCtr="0"/>
          <a:p>
            <a:pPr algn="l"/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anchor="ctr" anchorCtr="0"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扬州</a:t>
            </a:r>
            <a:r>
              <a:rPr lang="zh-CN" altLang="en-US"/>
              <a:t>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94985" y="1738630"/>
            <a:ext cx="5982335" cy="35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扬州，别称广陵，江苏省地级市，为联合国人居奖获奖城市、国家历史文化名城、中国温泉名城、中国海上丝绸之路8个申报世界遗产城市之一，是南水北调东线工程水源地有“淮左名都，竹西佳处”之称，享有“中国运河第一城”的美誉。</a:t>
            </a:r>
            <a:endParaRPr lang="zh-CN" altLang="en-US"/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东部与盐城市、泰州市毗邻，南部濒临长江与镇江市隔江相望，西南部与南京市相连,西部与安徽省滁州市交界，西北部与淮安市接壤;有瘦西湖、孟城驿等景点。1949年1月，设立扬州市，属苏皖边区第二行政区;</a:t>
            </a:r>
            <a:endParaRPr lang="zh-CN" altLang="en-US"/>
          </a:p>
        </p:txBody>
      </p:sp>
      <p:pic>
        <p:nvPicPr>
          <p:cNvPr id="3" name="图片 2" descr="图片1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608330" y="2075180"/>
            <a:ext cx="4285771" cy="2736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1805" y="1553210"/>
            <a:ext cx="1143508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京杭大运河是世界上里程最长、工程最大的古代运河，也是最古老的运河之一，与长城、坎儿井并称为中国古代的项伟大工程，并且使用至今，是中国古代劳动人民创造的一项伟大工程，是中国文化地位的象征之一。大运河南起余杭(今杭州)，北到涿郡(今北京)，途经今浙江、江苏、山东、河北四省及天津、北京两市，贯通海河、黄河、淮河、长江、钱塘江五大水系、全长约1797公里。运河对中国南北地区之间的经济、文化与交流，特别对沿线地区工农业经济的发展起了巨大作用。</a:t>
            </a:r>
            <a:endParaRPr lang="zh-CN" altLang="en-US"/>
          </a:p>
        </p:txBody>
      </p:sp>
      <p:pic>
        <p:nvPicPr>
          <p:cNvPr id="3" name="图片 2" descr="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3420" y="3960495"/>
            <a:ext cx="5148580" cy="28975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扬州美食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2125" y="206311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三丁包子，是一道传统特色小吃，江苏扬州 名点。特点是面粉的发酵方式和馅心的精工 细作。发酵所用面粉“洁白如雪”，所发面 本地软而带韧，食不粘牙。所谓“三丁”，  即以鸡丁、肉丁、笋丁制成，鸡丁选用隔年 母鸡，既肥且嫩；肉丁选用五花肋条，膘头 适中；笋丁根据季节选用鲜笋。三丁又称三 鲜，三鲜一体，津津有味，清晨果腹，至午 不饥。以这三丁作馅，鲜、香、脆、嫩俱备， 肥而不腻。在此基础上加入参丁、虾丁的 “五丁包子”更是营养滋补。</a:t>
            </a:r>
            <a:endParaRPr lang="zh-CN" altLang="en-US"/>
          </a:p>
        </p:txBody>
      </p:sp>
      <p:pic>
        <p:nvPicPr>
          <p:cNvPr id="3" name="图片 2" descr="图片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785" y="0"/>
            <a:ext cx="565721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commondata" val="eyJoZGlkIjoiNzQwM2JlZjhkOGIxYWYxYzhkYTNhNzkyZWY2YzA1OTEifQ=="/>
  <p:tag name="COMMONDATA" val="eyJoZGlkIjoiNTU3MTZlNzg4NGU0NTE5MjdjM2FjMTc0NmQ4ZGYyMm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WPS 演示</Application>
  <PresentationFormat>宽屏</PresentationFormat>
  <Paragraphs>11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扬州简介</vt:lpstr>
      <vt:lpstr>PowerPoint 演示文稿</vt:lpstr>
      <vt:lpstr>扬州美食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MAO</cp:lastModifiedBy>
  <cp:revision>176</cp:revision>
  <dcterms:created xsi:type="dcterms:W3CDTF">2019-06-19T02:08:00Z</dcterms:created>
  <dcterms:modified xsi:type="dcterms:W3CDTF">2024-06-14T01:26:49Z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96A86D16DABD43FF93EB2AEF907E46A4_11</vt:lpwstr>
  </property>
</Properties>
</file>