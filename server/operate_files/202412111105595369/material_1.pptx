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4.png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 sz="9600" strike="sngStrike" spc="-500" normalizeH="1">
                <a:solidFill>
                  <a:srgbClr val="FFC000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北岳恒山</a:t>
            </a:r>
            <a:endParaRPr lang="zh-CN" altLang="zh-CN" sz="9600" strike="sngStrike" spc="-500" normalizeH="1">
              <a:solidFill>
                <a:srgbClr val="FFC000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5050155" cy="705485"/>
          </a:xfrm>
        </p:spPr>
        <p:txBody>
          <a:bodyPr>
            <a:normAutofit fontScale="90000"/>
          </a:bodyPr>
          <a:p>
            <a:r>
              <a:rPr lang="zh-CN" altLang="en-US"/>
              <a:t>北岳恒山的命名与历史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1230" y="1622425"/>
            <a:ext cx="5760000" cy="360000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effectLst>
                  <a:reflection blurRad="6350" stA="55000" endA="300" endPos="45500" dir="5400000" sy="-100000" algn="bl" rotWithShape="0"/>
                </a:effectLst>
              </a:rPr>
              <a:t>恒山古称“太恒山”、“元岳”、“紫岳”，因其位于北方，且五岳中以北为尊，故又被称为“北岳”。其名字寓意着恒定、长久，象征着中华民族坚韧不拔的精神。</a:t>
            </a:r>
            <a:endParaRPr lang="zh-CN" altLang="en-US">
              <a:effectLst>
                <a:reflection blurRad="6350" stA="55000" endA="300" endPos="45500" dir="5400000" sy="-100000" algn="bl" rotWithShape="0"/>
              </a:effectLst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effectLst>
                  <a:reflection blurRad="6350" stA="55000" endA="300" endPos="45500" dir="5400000" sy="-100000" algn="bl" rotWithShape="0"/>
                </a:effectLst>
              </a:rPr>
              <a:t>恒山具有悠久的历史背景，自古以来就是兵家必争之地。同时，恒山也是道教和佛教的重要圣地，吸引了众多信徒前来朝拜。在历史长河中，恒山积累了丰富的文化底蕴。</a:t>
            </a:r>
            <a:endParaRPr lang="zh-CN" altLang="en-US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885" y="1313815"/>
            <a:ext cx="3585210" cy="4248785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6030" y="344170"/>
            <a:ext cx="6054090" cy="705485"/>
          </a:xfrm>
        </p:spPr>
        <p:txBody>
          <a:bodyPr>
            <a:normAutofit fontScale="90000"/>
          </a:bodyPr>
          <a:p>
            <a:r>
              <a:rPr lang="zh-CN" altLang="en-US"/>
              <a:t>恒山在文化与宗教中的地位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51200" y="2151380"/>
            <a:ext cx="6941185" cy="3784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  <a:scene3d>
              <a:camera prst="isometricOffAxis2Left"/>
              <a:lightRig rig="threePt" dir="t"/>
            </a:scene3d>
          </a:bodyPr>
          <a:p>
            <a:r>
              <a:rPr lang="zh-CN" altLang="en-US" sz="2400"/>
              <a:t>恒山以其独特的自然风光和人文景观，成为了中国传统文化的重要组成部分。许多文人墨客曾在此留下诗篇和墨宝，为恒山增添了浓厚的文化氛围。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恒山是道教和佛教的圣地，拥有众多寺庙和道观。这些宗教建筑不仅具有高超的建筑艺术价值，还承载着深厚的宗教文化内涵。恒山的宗教活动也极为丰富多样，吸引了大量信徒和游客前来参观和朝拜。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1395730" y="2151380"/>
            <a:ext cx="1110615" cy="2593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olidFill>
                  <a:srgbClr val="00B0F0"/>
                </a:solidFill>
                <a:uFillTx/>
              </a:rPr>
              <a:t>文化地位</a:t>
            </a:r>
            <a:endParaRPr lang="zh-CN" altLang="en-US" sz="3200">
              <a:solidFill>
                <a:srgbClr val="00B0F0"/>
              </a:solidFill>
              <a:uFillTx/>
            </a:endParaRPr>
          </a:p>
          <a:p>
            <a:endParaRPr lang="zh-CN" altLang="en-US" sz="3200">
              <a:solidFill>
                <a:srgbClr val="00B0F0"/>
              </a:solidFill>
              <a:uFillTx/>
            </a:endParaRPr>
          </a:p>
          <a:p>
            <a:endParaRPr lang="zh-CN" altLang="en-US" sz="3200">
              <a:solidFill>
                <a:srgbClr val="00B0F0"/>
              </a:solidFill>
              <a:uFillTx/>
            </a:endParaRPr>
          </a:p>
          <a:p>
            <a:endParaRPr lang="zh-CN" altLang="en-US" sz="3200">
              <a:solidFill>
                <a:srgbClr val="00B0F0"/>
              </a:solidFill>
              <a:uFillTx/>
            </a:endParaRPr>
          </a:p>
          <a:p>
            <a:r>
              <a:rPr lang="zh-CN" altLang="en-US" sz="3200">
                <a:solidFill>
                  <a:srgbClr val="00B0F0"/>
                </a:solidFill>
                <a:uFillTx/>
              </a:rPr>
              <a:t>宗教地位</a:t>
            </a:r>
            <a:endParaRPr lang="zh-CN" altLang="en-US" sz="3200">
              <a:solidFill>
                <a:srgbClr val="00B0F0"/>
              </a:solidFill>
              <a:uFillTx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5000">
        <p:wipe/>
      </p:transition>
    </mc:Choice>
    <mc:Fallback>
      <p:transition spd="slow" advTm="5000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9675" y="731520"/>
            <a:ext cx="4697095" cy="705485"/>
          </a:xfrm>
        </p:spPr>
        <p:txBody>
          <a:bodyPr/>
          <a:p>
            <a:r>
              <a:rPr lang="zh-CN" altLang="en-US"/>
              <a:t>恒山的古建筑与寺庙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60720" y="2045335"/>
            <a:ext cx="5755005" cy="3927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Clr>
                <a:srgbClr val="0070C0"/>
              </a:buClr>
              <a:buSzPct val="125000"/>
              <a:buFont typeface="HoloLens MDL2 Assets" panose="050A0102010101010101" charset="0"/>
              <a:buChar char=""/>
            </a:pPr>
            <a:r>
              <a:rPr lang="zh-CN" altLang="en-US" sz="2400"/>
              <a:t>悬空寺：于恒山金龙峡西侧翠屏峰峭壁间，是中国仅存的佛、道、儒三教合一的独特寺庙，以其悬挂在悬崖上的奇特建筑而闻名。</a:t>
            </a:r>
            <a:endParaRPr lang="zh-CN" altLang="en-US" sz="2400"/>
          </a:p>
          <a:p>
            <a:pPr marL="342900" indent="-342900">
              <a:buClr>
                <a:srgbClr val="0070C0"/>
              </a:buClr>
              <a:buSzPct val="125000"/>
              <a:buFont typeface="HoloLens MDL2 Assets" panose="050A0102010101010101" charset="0"/>
              <a:buChar char=""/>
            </a:pPr>
            <a:r>
              <a:rPr lang="zh-CN" altLang="en-US" sz="2400"/>
              <a:t>恒宗殿：恒山主庙，供奉北岳大帝，是恒山上最古老的建筑之一，展现了古代建筑艺术的精湛技艺。</a:t>
            </a:r>
            <a:endParaRPr lang="zh-CN" altLang="en-US" sz="2400"/>
          </a:p>
          <a:p>
            <a:pPr marL="342900" indent="-342900">
              <a:buClr>
                <a:srgbClr val="0070C0"/>
              </a:buClr>
              <a:buSzPct val="125000"/>
              <a:buFont typeface="HoloLens MDL2 Assets" panose="050A0102010101010101" charset="0"/>
              <a:buChar char=""/>
            </a:pPr>
            <a:r>
              <a:rPr lang="zh-CN" altLang="en-US" sz="2400"/>
              <a:t>会仙府：位于恒山山腰，是道教修行者的居所，建筑风格古朴典雅，充满神秘色彩。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3775" y="608330"/>
            <a:ext cx="4311650" cy="5737225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8" dur="1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0" dur="1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2" dur="1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2" grpId="1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84000" y="828000"/>
            <a:ext cx="5463868" cy="540000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532765" y="706120"/>
            <a:ext cx="918210" cy="56794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734695" cy="5868035"/>
          </a:xfrm>
        </p:spPr>
        <p:txBody>
          <a:bodyPr>
            <a:normAutofit/>
          </a:bodyPr>
          <a:p>
            <a:r>
              <a:rPr lang="zh-CN" altLang="en-US"/>
              <a:t>恒山的碑刻与石刻艺术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43025" y="933450"/>
            <a:ext cx="6880860" cy="537273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3200"/>
              <a:t>镌刻在恒山主峰的天峰岭上，字形雄浑壮观，是恒山的标志性碑刻之一。</a:t>
            </a:r>
            <a:endParaRPr lang="zh-CN" altLang="en-US" sz="3200"/>
          </a:p>
          <a:p>
            <a:r>
              <a:rPr lang="zh-CN" altLang="en-US" sz="3200"/>
              <a:t>恒山上有众多摩崖石刻，包括题字、诗词、佛像等，是研究古代石刻艺术的重要资料。</a:t>
            </a:r>
            <a:endParaRPr lang="zh-CN" altLang="en-US" sz="3200"/>
          </a:p>
          <a:p>
            <a:r>
              <a:rPr lang="zh-CN" altLang="en-US" sz="3200"/>
              <a:t>集中展示了恒山历史上的各类碑刻，包括记事碑、功德碑、墓碑等，是了解恒山历史文化的重要途径。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5000">
        <p:wipe/>
      </p:transition>
    </mc:Choice>
    <mc:Fallback>
      <p:transition spd="slow" advTm="5000">
        <p:wip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NzFlMGY3OGRmZGU1YjQ0MmVmN2U4Yjg3M2ZkYWM1ZjIifQ=="/>
  <p:tag name="commondata" val="eyJoZGlkIjoiNjQwNzdkNTI0ZmEyODlhNmVjYjU4ZGU0YTBmMWRhM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WPS 演示</Application>
  <PresentationFormat>宽屏</PresentationFormat>
  <Paragraphs>33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黑体</vt:lpstr>
      <vt:lpstr>HoloLens MDL2 Assets</vt:lpstr>
      <vt:lpstr>微软雅黑</vt:lpstr>
      <vt:lpstr>Arial Unicode MS</vt:lpstr>
      <vt:lpstr>Calibri</vt:lpstr>
      <vt:lpstr>WPS</vt:lpstr>
      <vt:lpstr>北岳恒山</vt:lpstr>
      <vt:lpstr>北岳恒山的命名与历史</vt:lpstr>
      <vt:lpstr>恒山在文化与宗教中的地位</vt:lpstr>
      <vt:lpstr>恒山的古建筑与寺庙</vt:lpstr>
      <vt:lpstr>恒山的碑刻与石刻艺术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zy</cp:lastModifiedBy>
  <cp:revision>165</cp:revision>
  <dcterms:created xsi:type="dcterms:W3CDTF">2019-06-19T02:08:00Z</dcterms:created>
  <dcterms:modified xsi:type="dcterms:W3CDTF">2024-12-25T03:20:10Z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85144CB61E844753B6B1A01A69D80B3D_11</vt:lpwstr>
  </property>
</Properties>
</file>