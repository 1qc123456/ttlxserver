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3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2.png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image" Target="../media/image3.png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北岳恒山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5050155" cy="705485"/>
          </a:xfrm>
        </p:spPr>
        <p:txBody>
          <a:bodyPr>
            <a:normAutofit fontScale="90000"/>
          </a:bodyPr>
          <a:p>
            <a:r>
              <a:rPr lang="zh-CN" altLang="en-US"/>
              <a:t>北岳恒山的命名与历史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51230" y="1622425"/>
            <a:ext cx="5831205" cy="2046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恒山古称“太恒山”、“元岳”、“紫岳”，因其位于北方，且五岳中以北为尊，故又被称为“北岳”。其名字寓意着恒定、长久，象征着中华民族坚韧不拔的精神。</a:t>
            </a:r>
            <a:endParaRPr lang="zh-CN" altLang="en-US"/>
          </a:p>
          <a:p>
            <a:r>
              <a:rPr lang="zh-CN" altLang="en-US"/>
              <a:t>恒山具有悠久的历史背景，自古以来就是兵家必争之地。同时，恒山也是道教和佛教的重要圣地，吸引了众多信徒前来朝拜。在历史长河中，恒山积累了丰富的文化底蕴。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15885" y="1313815"/>
            <a:ext cx="3585210" cy="42487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6030" y="344170"/>
            <a:ext cx="6054090" cy="705485"/>
          </a:xfrm>
        </p:spPr>
        <p:txBody>
          <a:bodyPr>
            <a:normAutofit fontScale="90000"/>
          </a:bodyPr>
          <a:p>
            <a:r>
              <a:rPr lang="zh-CN" altLang="en-US"/>
              <a:t>恒山在文化与宗教中的地位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51200" y="2151380"/>
            <a:ext cx="694118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恒山以其独特的自然风光和人文景观，成为了中国传统文化的重要组成部分。许多文人墨客曾在此留下诗篇和墨宝，为恒山增添了浓厚的文化氛围。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恒山是道教和佛教的圣地，拥有众多寺庙和道观。这些宗教建筑不仅具有高超的建筑艺术价值，还承载着深厚的宗教文化内涵。恒山的宗教活动也极为丰富多样，吸引了大量信徒和游客前来参观和朝拜。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1487805" y="2151380"/>
            <a:ext cx="1110615" cy="2593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文化地位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宗教地位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9675" y="731520"/>
            <a:ext cx="4697095" cy="705485"/>
          </a:xfrm>
        </p:spPr>
        <p:txBody>
          <a:bodyPr/>
          <a:p>
            <a:r>
              <a:rPr lang="zh-CN" altLang="en-US"/>
              <a:t>恒山的古建筑与寺庙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760720" y="2045335"/>
            <a:ext cx="5755005" cy="3927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悬空寺：于恒山金龙峡西侧翠屏峰峭壁间，是中国仅存的佛、道、儒三教合一的独特寺庙，以其悬挂在悬崖上的奇特建筑而闻名。</a:t>
            </a:r>
            <a:endParaRPr lang="zh-CN" altLang="en-US" sz="2400"/>
          </a:p>
          <a:p>
            <a:r>
              <a:rPr lang="zh-CN" altLang="en-US" sz="2400"/>
              <a:t>恒宗殿：恒山主庙，供奉北岳大帝，是恒山上最古老的建筑之一，展现了古代建筑艺术的精湛技艺。</a:t>
            </a:r>
            <a:endParaRPr lang="zh-CN" altLang="en-US" sz="2400"/>
          </a:p>
          <a:p>
            <a:r>
              <a:rPr lang="zh-CN" altLang="en-US" sz="2400"/>
              <a:t>会仙府：位于恒山山腰，是道教修行者的居所，建筑风格古朴典雅，充满神秘色彩。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93775" y="608330"/>
            <a:ext cx="4311650" cy="57372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719185" y="1895475"/>
            <a:ext cx="2770505" cy="273812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734695" cy="5868035"/>
          </a:xfrm>
        </p:spPr>
        <p:txBody>
          <a:bodyPr>
            <a:normAutofit/>
          </a:bodyPr>
          <a:p>
            <a:r>
              <a:rPr lang="zh-CN" altLang="en-US"/>
              <a:t>恒山的碑刻与石刻艺术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43025" y="933450"/>
            <a:ext cx="6880860" cy="537273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3200"/>
              <a:t>镌刻在恒山主峰的天峰岭上，字形雄浑壮观，是恒山的标志性碑刻之一。</a:t>
            </a:r>
            <a:endParaRPr lang="zh-CN" altLang="en-US" sz="3200"/>
          </a:p>
          <a:p>
            <a:r>
              <a:rPr lang="zh-CN" altLang="en-US" sz="3200"/>
              <a:t>恒山上有众多摩崖石刻，包括题字、诗词、佛像等，是研究古代石刻艺术的重要资料。</a:t>
            </a:r>
            <a:endParaRPr lang="zh-CN" altLang="en-US" sz="3200"/>
          </a:p>
          <a:p>
            <a:r>
              <a:rPr lang="zh-CN" altLang="en-US" sz="3200"/>
              <a:t>集中展示了恒山历史上的各类碑刻，包括记事碑、功德碑、墓碑等，是了解恒山历史文化的重要途径。</a:t>
            </a:r>
            <a:endParaRPr lang="zh-CN" altLang="en-US" sz="32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WPS 演示</Application>
  <PresentationFormat>宽屏</PresentationFormat>
  <Paragraphs>37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155</cp:revision>
  <dcterms:created xsi:type="dcterms:W3CDTF">2019-06-19T02:08:00Z</dcterms:created>
  <dcterms:modified xsi:type="dcterms:W3CDTF">2024-11-22T02:09:21Z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85144CB61E844753B6B1A01A69D80B3D_11</vt:lpwstr>
  </property>
</Properties>
</file>