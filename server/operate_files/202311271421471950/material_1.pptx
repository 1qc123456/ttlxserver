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0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1AF23-99B3-493E-B5CC-C3B2CA5AD9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FF4F7-FE50-4640-AA7F-F4A25D1B75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microsoft.com/office/2007/relationships/hdphoto" Target="../media/image2.wdp"/><Relationship Id="rId20" Type="http://schemas.openxmlformats.org/officeDocument/2006/relationships/image" Target="../media/image1.png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7" Type="http://schemas.microsoft.com/office/2007/relationships/hdphoto" Target="../media/image2.wdp"/><Relationship Id="rId16" Type="http://schemas.openxmlformats.org/officeDocument/2006/relationships/image" Target="../media/image1.png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6" Type="http://schemas.microsoft.com/office/2007/relationships/hdphoto" Target="../media/image2.wdp"/><Relationship Id="rId15" Type="http://schemas.openxmlformats.org/officeDocument/2006/relationships/image" Target="../media/image1.png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45"/>
          <p:cNvSpPr/>
          <p:nvPr>
            <p:custDataLst>
              <p:tags r:id="rId2"/>
            </p:custDataLst>
          </p:nvPr>
        </p:nvSpPr>
        <p:spPr>
          <a:xfrm rot="746688">
            <a:off x="4120754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3"/>
            </p:custDataLst>
          </p:nvPr>
        </p:nvSpPr>
        <p:spPr>
          <a:xfrm>
            <a:off x="0" y="439737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grpSp>
        <p:nvGrpSpPr>
          <p:cNvPr id="7" name="组合 14"/>
          <p:cNvGrpSpPr/>
          <p:nvPr>
            <p:custDataLst>
              <p:tags r:id="rId4"/>
            </p:custDataLst>
          </p:nvPr>
        </p:nvGrpSpPr>
        <p:grpSpPr bwMode="auto">
          <a:xfrm>
            <a:off x="971550" y="1522413"/>
            <a:ext cx="236935" cy="315912"/>
            <a:chOff x="1772042" y="1225638"/>
            <a:chExt cx="316282" cy="316282"/>
          </a:xfrm>
        </p:grpSpPr>
        <p:cxnSp>
          <p:nvCxnSpPr>
            <p:cNvPr id="8" name="直接连接符 7"/>
            <p:cNvCxnSpPr/>
            <p:nvPr>
              <p:custDataLst>
                <p:tags r:id="rId5"/>
              </p:custDataLst>
            </p:nvPr>
          </p:nvCxnSpPr>
          <p:spPr>
            <a:xfrm flipH="1">
              <a:off x="1772042" y="1384574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 rot="5400000" flipH="1">
              <a:off x="1772836" y="1383779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任意多边形 12"/>
          <p:cNvSpPr/>
          <p:nvPr>
            <p:custDataLst>
              <p:tags r:id="rId7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2" name="等腰三角形 11"/>
          <p:cNvSpPr/>
          <p:nvPr>
            <p:custDataLst>
              <p:tags r:id="rId8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3" name="等腰三角形 12"/>
          <p:cNvSpPr/>
          <p:nvPr>
            <p:custDataLst>
              <p:tags r:id="rId9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4" name="等腰三角形 13"/>
          <p:cNvSpPr/>
          <p:nvPr>
            <p:custDataLst>
              <p:tags r:id="rId10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5" name="任意多边形 46"/>
          <p:cNvSpPr/>
          <p:nvPr>
            <p:custDataLst>
              <p:tags r:id="rId11"/>
            </p:custDataLst>
          </p:nvPr>
        </p:nvSpPr>
        <p:spPr>
          <a:xfrm rot="746688">
            <a:off x="4504135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6" name="等腰三角形 24"/>
          <p:cNvSpPr/>
          <p:nvPr>
            <p:custDataLst>
              <p:tags r:id="rId12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1019209" y="4795838"/>
            <a:ext cx="4429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899099" y="2009457"/>
            <a:ext cx="4682792" cy="1198800"/>
          </a:xfrm>
        </p:spPr>
        <p:txBody>
          <a:bodyPr anchor="ctr">
            <a:normAutofit/>
          </a:bodyPr>
          <a:lstStyle>
            <a:lvl1pPr algn="l">
              <a:defRPr sz="4500" spc="6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899160" y="3313163"/>
            <a:ext cx="2556510" cy="13798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3000" b="1" i="1" spc="300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编辑副标题</a:t>
            </a:r>
            <a:endParaRPr lang="zh-CN" altLang="en-US" noProof="1"/>
          </a:p>
        </p:txBody>
      </p:sp>
      <p:sp>
        <p:nvSpPr>
          <p:cNvPr id="19" name="日期占位符 15"/>
          <p:cNvSpPr>
            <a:spLocks noGrp="1"/>
          </p:cNvSpPr>
          <p:nvPr>
            <p:ph type="dt" sz="half" idx="15"/>
            <p:custDataLst>
              <p:tags r:id="rId1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6"/>
          <p:cNvSpPr>
            <a:spLocks noGrp="1"/>
          </p:cNvSpPr>
          <p:nvPr>
            <p:ph type="ftr" sz="quarter" idx="16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古典名著赏析</a:t>
            </a:r>
            <a:endParaRPr lang="zh-CN" altLang="en-US"/>
          </a:p>
        </p:txBody>
      </p:sp>
      <p:sp>
        <p:nvSpPr>
          <p:cNvPr id="21" name="灯片编号占位符 17"/>
          <p:cNvSpPr>
            <a:spLocks noGrp="1"/>
          </p:cNvSpPr>
          <p:nvPr>
            <p:ph type="sldNum" sz="quarter" idx="17"/>
            <p:custDataLst>
              <p:tags r:id="rId1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email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30791" y="0"/>
            <a:ext cx="913209" cy="2540000"/>
          </a:xfrm>
          <a:custGeom>
            <a:avLst/>
            <a:gdLst>
              <a:gd name="connsiteX0" fmla="*/ 0 w 1218152"/>
              <a:gd name="connsiteY0" fmla="*/ 0 h 2539914"/>
              <a:gd name="connsiteX1" fmla="*/ 1218152 w 1218152"/>
              <a:gd name="connsiteY1" fmla="*/ 0 h 2539914"/>
              <a:gd name="connsiteX2" fmla="*/ 1218152 w 1218152"/>
              <a:gd name="connsiteY2" fmla="*/ 2539914 h 253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8152" h="2539914">
                <a:moveTo>
                  <a:pt x="0" y="0"/>
                </a:moveTo>
                <a:lnTo>
                  <a:pt x="1218152" y="0"/>
                </a:lnTo>
                <a:lnTo>
                  <a:pt x="1218152" y="25399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 rot="10800000">
            <a:off x="8759429" y="0"/>
            <a:ext cx="384572" cy="1141413"/>
          </a:xfrm>
          <a:custGeom>
            <a:avLst/>
            <a:gdLst>
              <a:gd name="connsiteX0" fmla="*/ 512148 w 512148"/>
              <a:gd name="connsiteY0" fmla="*/ 1140923 h 1140923"/>
              <a:gd name="connsiteX1" fmla="*/ 0 w 512148"/>
              <a:gd name="connsiteY1" fmla="*/ 1140923 h 1140923"/>
              <a:gd name="connsiteX2" fmla="*/ 0 w 512148"/>
              <a:gd name="connsiteY2" fmla="*/ 0 h 114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148" h="1140923">
                <a:moveTo>
                  <a:pt x="512148" y="1140923"/>
                </a:moveTo>
                <a:lnTo>
                  <a:pt x="0" y="1140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0" name="等腰三角形 24"/>
          <p:cNvSpPr/>
          <p:nvPr>
            <p:custDataLst>
              <p:tags r:id="rId8"/>
            </p:custDataLst>
          </p:nvPr>
        </p:nvSpPr>
        <p:spPr>
          <a:xfrm rot="10800000">
            <a:off x="8540354" y="863600"/>
            <a:ext cx="507206" cy="674688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1" name="等腰三角形 6"/>
          <p:cNvSpPr/>
          <p:nvPr>
            <p:custDataLst>
              <p:tags r:id="rId9"/>
            </p:custDataLst>
          </p:nvPr>
        </p:nvSpPr>
        <p:spPr>
          <a:xfrm>
            <a:off x="0" y="5688013"/>
            <a:ext cx="360760" cy="1179512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2" name="等腰三角形 11"/>
          <p:cNvSpPr/>
          <p:nvPr>
            <p:custDataLst>
              <p:tags r:id="rId10"/>
            </p:custDataLst>
          </p:nvPr>
        </p:nvSpPr>
        <p:spPr>
          <a:xfrm>
            <a:off x="294085" y="5200650"/>
            <a:ext cx="507206" cy="16573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467916" y="406800"/>
            <a:ext cx="8208169" cy="863601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2"/>
            </p:custDataLst>
          </p:nvPr>
        </p:nvSpPr>
        <p:spPr>
          <a:xfrm>
            <a:off x="467916" y="1412875"/>
            <a:ext cx="8208168" cy="4895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古典名著赏析</a:t>
            </a:r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2"/>
          <p:cNvSpPr/>
          <p:nvPr>
            <p:custDataLst>
              <p:tags r:id="rId2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等腰三角形 4"/>
          <p:cNvSpPr/>
          <p:nvPr>
            <p:custDataLst>
              <p:tags r:id="rId3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4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等腰三角形 6"/>
          <p:cNvSpPr/>
          <p:nvPr>
            <p:custDataLst>
              <p:tags r:id="rId5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等腰三角形 24"/>
          <p:cNvSpPr/>
          <p:nvPr>
            <p:custDataLst>
              <p:tags r:id="rId6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grpSp>
        <p:nvGrpSpPr>
          <p:cNvPr id="10" name="组合 14"/>
          <p:cNvGrpSpPr/>
          <p:nvPr>
            <p:custDataLst>
              <p:tags r:id="rId7"/>
            </p:custDataLst>
          </p:nvPr>
        </p:nvGrpSpPr>
        <p:grpSpPr bwMode="auto">
          <a:xfrm flipH="1">
            <a:off x="-234553" y="88900"/>
            <a:ext cx="2218135" cy="3230563"/>
            <a:chOff x="-313138" y="88946"/>
            <a:chExt cx="2958463" cy="3230885"/>
          </a:xfrm>
        </p:grpSpPr>
        <p:sp>
          <p:nvSpPr>
            <p:cNvPr id="11" name="任意多边形 45"/>
            <p:cNvSpPr/>
            <p:nvPr>
              <p:custDataLst>
                <p:tags r:id="rId8"/>
              </p:custDataLst>
            </p:nvPr>
          </p:nvSpPr>
          <p:spPr>
            <a:xfrm rot="746688">
              <a:off x="-313138" y="247712"/>
              <a:ext cx="2958463" cy="3072119"/>
            </a:xfrm>
            <a:custGeom>
              <a:avLst/>
              <a:gdLst>
                <a:gd name="connsiteX0" fmla="*/ 0 w 2958463"/>
                <a:gd name="connsiteY0" fmla="*/ 28269 h 3072739"/>
                <a:gd name="connsiteX1" fmla="*/ 128100 w 2958463"/>
                <a:gd name="connsiteY1" fmla="*/ 0 h 3072739"/>
                <a:gd name="connsiteX2" fmla="*/ 2958463 w 2958463"/>
                <a:gd name="connsiteY2" fmla="*/ 2912645 h 3072739"/>
                <a:gd name="connsiteX3" fmla="*/ 2958463 w 2958463"/>
                <a:gd name="connsiteY3" fmla="*/ 3072739 h 3072739"/>
                <a:gd name="connsiteX4" fmla="*/ 0 w 2958463"/>
                <a:gd name="connsiteY4" fmla="*/ 28269 h 307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8463" h="3072739">
                  <a:moveTo>
                    <a:pt x="0" y="28269"/>
                  </a:moveTo>
                  <a:lnTo>
                    <a:pt x="128100" y="0"/>
                  </a:lnTo>
                  <a:lnTo>
                    <a:pt x="2958463" y="2912645"/>
                  </a:lnTo>
                  <a:lnTo>
                    <a:pt x="2958463" y="3072739"/>
                  </a:lnTo>
                  <a:lnTo>
                    <a:pt x="0" y="28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350" noProof="1"/>
            </a:p>
          </p:txBody>
        </p:sp>
        <p:sp>
          <p:nvSpPr>
            <p:cNvPr id="12" name="任意多边形 46"/>
            <p:cNvSpPr/>
            <p:nvPr>
              <p:custDataLst>
                <p:tags r:id="rId9"/>
              </p:custDataLst>
            </p:nvPr>
          </p:nvSpPr>
          <p:spPr>
            <a:xfrm rot="746688">
              <a:off x="196613" y="88946"/>
              <a:ext cx="1305344" cy="1371737"/>
            </a:xfrm>
            <a:custGeom>
              <a:avLst/>
              <a:gdLst>
                <a:gd name="connsiteX0" fmla="*/ 0 w 1305254"/>
                <a:gd name="connsiteY0" fmla="*/ 28270 h 1371469"/>
                <a:gd name="connsiteX1" fmla="*/ 128101 w 1305254"/>
                <a:gd name="connsiteY1" fmla="*/ 0 h 1371469"/>
                <a:gd name="connsiteX2" fmla="*/ 1305254 w 1305254"/>
                <a:gd name="connsiteY2" fmla="*/ 1211374 h 1371469"/>
                <a:gd name="connsiteX3" fmla="*/ 1305253 w 1305254"/>
                <a:gd name="connsiteY3" fmla="*/ 1371469 h 1371469"/>
                <a:gd name="connsiteX4" fmla="*/ 0 w 1305254"/>
                <a:gd name="connsiteY4" fmla="*/ 28270 h 137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254" h="1371469">
                  <a:moveTo>
                    <a:pt x="0" y="28270"/>
                  </a:moveTo>
                  <a:lnTo>
                    <a:pt x="128101" y="0"/>
                  </a:lnTo>
                  <a:lnTo>
                    <a:pt x="1305254" y="1211374"/>
                  </a:lnTo>
                  <a:lnTo>
                    <a:pt x="1305253" y="1371469"/>
                  </a:lnTo>
                  <a:lnTo>
                    <a:pt x="0" y="28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35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413212" y="3414578"/>
            <a:ext cx="3762851" cy="863174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413211" y="4332272"/>
            <a:ext cx="3762851" cy="1112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古典名著赏析</a:t>
            </a:r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古典名著赏析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古典名著赏析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古典名著赏析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3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4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古典名著赏析</a:t>
            </a:r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古典名著赏析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古典名著赏析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古典名著赏析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3AF71B-F04C-4371-B519-F65995945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/>
          <p:nvPr>
            <p:custDataLst>
              <p:tags r:id="rId2"/>
            </p:custDataLst>
          </p:nvPr>
        </p:nvSpPr>
        <p:spPr>
          <a:xfrm flipH="1">
            <a:off x="8391525" y="440372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4" name="任意多边形 45"/>
          <p:cNvSpPr/>
          <p:nvPr>
            <p:custDataLst>
              <p:tags r:id="rId3"/>
            </p:custDataLst>
          </p:nvPr>
        </p:nvSpPr>
        <p:spPr>
          <a:xfrm rot="20853312" flipH="1">
            <a:off x="2803922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12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10800000" flipH="1">
            <a:off x="0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等腰三角形 6"/>
          <p:cNvSpPr/>
          <p:nvPr>
            <p:custDataLst>
              <p:tags r:id="rId6"/>
            </p:custDataLst>
          </p:nvPr>
        </p:nvSpPr>
        <p:spPr>
          <a:xfrm rot="10800000" flipH="1">
            <a:off x="2721059" y="647700"/>
            <a:ext cx="1127522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等腰三角形 7"/>
          <p:cNvSpPr/>
          <p:nvPr>
            <p:custDataLst>
              <p:tags r:id="rId7"/>
            </p:custDataLst>
          </p:nvPr>
        </p:nvSpPr>
        <p:spPr>
          <a:xfrm rot="10800000" flipH="1">
            <a:off x="2445977" y="0"/>
            <a:ext cx="1127522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9" name="任意多边形 46"/>
          <p:cNvSpPr/>
          <p:nvPr>
            <p:custDataLst>
              <p:tags r:id="rId8"/>
            </p:custDataLst>
          </p:nvPr>
        </p:nvSpPr>
        <p:spPr>
          <a:xfrm rot="20853312" flipH="1">
            <a:off x="3661172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0" name="等腰三角形 24"/>
          <p:cNvSpPr/>
          <p:nvPr>
            <p:custDataLst>
              <p:tags r:id="rId9"/>
            </p:custDataLst>
          </p:nvPr>
        </p:nvSpPr>
        <p:spPr>
          <a:xfrm rot="10800000" flipH="1">
            <a:off x="721519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243140" y="2420938"/>
            <a:ext cx="4212089" cy="2016125"/>
          </a:xfrm>
        </p:spPr>
        <p:txBody>
          <a:bodyPr anchor="ctr">
            <a:normAutofit/>
          </a:bodyPr>
          <a:lstStyle>
            <a:lvl1pPr algn="ctr">
              <a:defRPr sz="6000" spc="600"/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古典名著赏析</a:t>
            </a:r>
            <a:endParaRPr lang="zh-CN" altLang="en-US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6F48EE0-4ABF-491F-B0BA-FE21D3D573F9}" type="slidenum">
              <a:rPr lang="zh-CN" altLang="en-US"/>
            </a:fld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10800000" flipV="1">
            <a:off x="291439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古典名著赏析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tags" Target="../tags/tag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pPr marL="685800" indent="-685800">
              <a:buFont typeface="Arial" panose="020B0604020202020204" pitchFamily="34" charset="0"/>
              <a:buChar char="•"/>
            </a:pPr>
            <a:r>
              <a:rPr lang="zh-CN" altLang="en-US"/>
              <a:t>大圣</a:t>
            </a:r>
            <a:r>
              <a:rPr lang="zh-CN" altLang="en-US"/>
              <a:t>归来</a:t>
            </a:r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古典名著赏析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" name="内容占位符 9" descr="WPS演示023素材文件"/>
          <p:cNvPicPr>
            <a:picLocks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7850" y="2534920"/>
            <a:ext cx="3810000" cy="2222500"/>
          </a:xfrm>
          <a:prstGeom prst="rect">
            <a:avLst/>
          </a:prstGeom>
        </p:spPr>
      </p:pic>
      <p:sp>
        <p:nvSpPr>
          <p:cNvPr id="9" name="内容占位符 8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古典名著赏析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4"/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</p:tagLst>
</file>

<file path=ppt/tags/tag106.xml><?xml version="1.0" encoding="utf-8"?>
<p:tagLst xmlns:p="http://schemas.openxmlformats.org/presentationml/2006/main">
  <p:tag name="KSO_WM_UNIT_PLACING_PICTURE_USER_VIEWPORT" val="{&quot;height&quot;:3500,&quot;width&quot;:6000}"/>
</p:tagLst>
</file>

<file path=ppt/tags/tag107.xml><?xml version="1.0" encoding="utf-8"?>
<p:tagLst xmlns:p="http://schemas.openxmlformats.org/presentationml/2006/main">
  <p:tag name="COMMONDATA" val="eyJoZGlkIjoiM2Q2NDY3ODBmZDEyZTZiNTFiOWYyZGE1YmNkNTA1NzMifQ=="/>
</p:tagLst>
</file>

<file path=ppt/theme/theme1.xml><?xml version="1.0" encoding="utf-8"?>
<a:theme xmlns:a="http://schemas.openxmlformats.org/drawingml/2006/main" name="主题四">
  <a:themeElements>
    <a:clrScheme name="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8519"/>
      </a:accent1>
      <a:accent2>
        <a:srgbClr val="20908A"/>
      </a:accent2>
      <a:accent3>
        <a:srgbClr val="F39231"/>
      </a:accent3>
      <a:accent4>
        <a:srgbClr val="EF8519"/>
      </a:accent4>
      <a:accent5>
        <a:srgbClr val="20908A"/>
      </a:accent5>
      <a:accent6>
        <a:srgbClr val="FFFFF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WPS 演示</Application>
  <PresentationFormat>全屏显示(4:3)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主题四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6</cp:revision>
  <dcterms:created xsi:type="dcterms:W3CDTF">2019-10-17T06:38:00Z</dcterms:created>
  <dcterms:modified xsi:type="dcterms:W3CDTF">2023-10-23T06:38:45Z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14ACB01BDEC9442B880D9F8CC8168911_12</vt:lpwstr>
  </property>
  <property fmtid="{D5CDD505-2E9C-101B-9397-08002B2CF9AE}" pid="3" name="KSOProductBuildVer">
    <vt:lpwstr>2052-11.1.0.14227</vt:lpwstr>
  </property>
</Properties>
</file>