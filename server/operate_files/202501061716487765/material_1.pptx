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36" y="-78"/>
      </p:cViewPr>
      <p:guideLst>
        <p:guide orient="horz" pos="213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9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一定要放眼未来，统筹规划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486A307-B902-4BBD-A878-E7EB8D4BB5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F4AE98-B0E3-475B-A65E-82FAC98DB8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8734971-D62F-403E-ADEA-C59C830081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5DCBE5A-8461-4580-9C1D-C02D05108E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AB09C82-91F9-4219-AFB4-E5B3AAD86B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299F5A6-247F-4F78-807B-97F6417924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2685A4C-33C4-4169-977F-82DF254F6C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E60E45D-DC44-46AA-9DB7-906F039DA0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3025EF3-D2CA-4121-AE4A-B5D217B243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23ED0-9AC0-4F34-ABCA-4B6795D6D0A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8921A-3659-40E6-BF05-B007AA185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39F093D1-92FE-4204-A03B-90DD26B11528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r>
              <a:rPr lang="zh-CN" altLang="en-US" sz="6000">
                <a:solidFill>
                  <a:srgbClr val="E6E600"/>
                </a:solidFill>
                <a:latin typeface="黑体" panose="02010609060101010101" charset="-122"/>
                <a:ea typeface="黑体" panose="02010609060101010101" charset="-122"/>
              </a:rPr>
              <a:t>普及天下，运筹帷幄</a:t>
            </a:r>
            <a:endParaRPr lang="zh-CN" altLang="en-US" sz="6000">
              <a:solidFill>
                <a:srgbClr val="E6E6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建</a:t>
            </a:r>
            <a:r>
              <a:rPr lang="zh-CN" altLang="en-US" dirty="0" smtClean="0"/>
              <a:t>全国公用电话</a:t>
            </a:r>
            <a:r>
              <a:rPr lang="zh-CN" altLang="en-US" dirty="0"/>
              <a:t>管理系统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电话管理系统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系统建设目标</a:t>
            </a:r>
            <a:endParaRPr lang="zh-CN" altLang="en-US" dirty="0"/>
          </a:p>
          <a:p>
            <a:r>
              <a:rPr lang="zh-CN" altLang="en-US" dirty="0"/>
              <a:t>系统建设规划</a:t>
            </a:r>
            <a:endParaRPr lang="zh-CN" altLang="en-US" dirty="0"/>
          </a:p>
          <a:p>
            <a:r>
              <a:rPr lang="zh-CN" altLang="en-US" dirty="0"/>
              <a:t>系统建设方案</a:t>
            </a:r>
            <a:endParaRPr lang="zh-CN" altLang="en-US" dirty="0"/>
          </a:p>
          <a:p>
            <a:r>
              <a:rPr lang="zh-CN" altLang="en-US" dirty="0"/>
              <a:t>系统执行效果</a:t>
            </a:r>
            <a:endParaRPr lang="zh-CN" altLang="en-US" dirty="0"/>
          </a:p>
        </p:txBody>
      </p:sp>
      <p:pic>
        <p:nvPicPr>
          <p:cNvPr id="6" name="内容占位符 5" descr="WPS演示047素材文件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030470" y="2314575"/>
            <a:ext cx="3258820" cy="2663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099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008000" y="1476000"/>
            <a:ext cx="9364980" cy="1908000"/>
          </a:xfrm>
          <a:prstGeom prst="rect">
            <a:avLst/>
          </a:prstGeom>
          <a:noFill/>
          <a:ln>
            <a:noFill/>
          </a:ln>
          <a:scene3d>
            <a:camera prst="perspectiveRelaxedModerately"/>
            <a:lightRig rig="threePt" dir="t"/>
          </a:scene3d>
        </p:spPr>
        <p:txBody>
          <a:bodyPr wrap="none" rtlCol="0" anchor="t">
            <a:noAutofit/>
          </a:bodyPr>
          <a:p>
            <a:pPr algn="ctr"/>
            <a:r>
              <a:rPr lang="zh-CN" altLang="en-US" sz="5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全国公用电话管理系统</a:t>
            </a:r>
            <a:endParaRPr lang="zh-CN" altLang="en-US" sz="50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PP_MARK_KEY" val="82a7a005-4e20-4c98-9f25-ae3003685901"/>
  <p:tag name="COMMONDATA" val="eyJoZGlkIjoiM2Q2NDY3ODBmZDEyZTZiNTFiOWYyZGE1YmNkNTA1NzM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演示</Application>
  <PresentationFormat>全屏显示(4:3)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等线</vt:lpstr>
      <vt:lpstr>等线 Light</vt:lpstr>
      <vt:lpstr>黑体</vt:lpstr>
      <vt:lpstr>主题七</vt:lpstr>
      <vt:lpstr>PowerPoint 演示文稿</vt:lpstr>
      <vt:lpstr>PowerPoint 演示文稿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zy</cp:lastModifiedBy>
  <cp:revision>18</cp:revision>
  <dcterms:created xsi:type="dcterms:W3CDTF">2001-12-18T01:27:00Z</dcterms:created>
  <dcterms:modified xsi:type="dcterms:W3CDTF">2023-10-25T10:13:02Z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EC3370DD69934FAC9B58A13A8A0E71A1_12</vt:lpwstr>
  </property>
  <property fmtid="{D5CDD505-2E9C-101B-9397-08002B2CF9AE}" pid="3" name="KSOProductBuildVer">
    <vt:lpwstr>2052-11.1.0.14227</vt:lpwstr>
  </property>
</Properties>
</file>