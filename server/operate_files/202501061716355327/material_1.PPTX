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8" r:id="rId3"/>
    <p:sldId id="256" r:id="rId4"/>
    <p:sldId id="257" r:id="rId5"/>
    <p:sldId id="259" r:id="rId6"/>
  </p:sldIdLst>
  <p:sldSz cx="9144000" cy="6858000" type="screen4x3"/>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506" y="-102"/>
      </p:cViewPr>
      <p:guideLst>
        <p:guide orient="horz" pos="218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gs" Target="tags/tag98.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奥运冠军邹市明</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任意多边形: 形状 3"/>
          <p:cNvSpPr/>
          <p:nvPr>
            <p:custDataLst>
              <p:tags r:id="rId2"/>
            </p:custDataLst>
          </p:nvPr>
        </p:nvSpPr>
        <p:spPr>
          <a:xfrm>
            <a:off x="8342710" y="-7938"/>
            <a:ext cx="801290" cy="1052513"/>
          </a:xfrm>
          <a:custGeom>
            <a:avLst/>
            <a:gdLst>
              <a:gd name="connsiteX0" fmla="*/ 65352 w 1068729"/>
              <a:gd name="connsiteY0" fmla="*/ 0 h 1052118"/>
              <a:gd name="connsiteX1" fmla="*/ 1068729 w 1068729"/>
              <a:gd name="connsiteY1" fmla="*/ 0 h 1052118"/>
              <a:gd name="connsiteX2" fmla="*/ 1068729 w 1068729"/>
              <a:gd name="connsiteY2" fmla="*/ 977750 h 1052118"/>
              <a:gd name="connsiteX3" fmla="*/ 1040113 w 1068729"/>
              <a:gd name="connsiteY3" fmla="*/ 993283 h 1052118"/>
              <a:gd name="connsiteX4" fmla="*/ 748689 w 1068729"/>
              <a:gd name="connsiteY4" fmla="*/ 1052118 h 1052118"/>
              <a:gd name="connsiteX5" fmla="*/ 0 w 1068729"/>
              <a:gd name="connsiteY5" fmla="*/ 303429 h 1052118"/>
              <a:gd name="connsiteX6" fmla="*/ 58836 w 1068729"/>
              <a:gd name="connsiteY6" fmla="*/ 12005 h 1052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8729" h="1052118">
                <a:moveTo>
                  <a:pt x="65352" y="0"/>
                </a:moveTo>
                <a:lnTo>
                  <a:pt x="1068729" y="0"/>
                </a:lnTo>
                <a:lnTo>
                  <a:pt x="1068729" y="977750"/>
                </a:lnTo>
                <a:lnTo>
                  <a:pt x="1040113" y="993283"/>
                </a:lnTo>
                <a:cubicBezTo>
                  <a:pt x="950541" y="1031168"/>
                  <a:pt x="852062" y="1052118"/>
                  <a:pt x="748689" y="1052118"/>
                </a:cubicBezTo>
                <a:cubicBezTo>
                  <a:pt x="335199" y="1052118"/>
                  <a:pt x="0" y="716919"/>
                  <a:pt x="0" y="303429"/>
                </a:cubicBezTo>
                <a:cubicBezTo>
                  <a:pt x="0" y="200056"/>
                  <a:pt x="20950" y="101577"/>
                  <a:pt x="58836" y="1200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5" name="椭圆 4"/>
          <p:cNvSpPr/>
          <p:nvPr>
            <p:custDataLst>
              <p:tags r:id="rId3"/>
            </p:custDataLst>
          </p:nvPr>
        </p:nvSpPr>
        <p:spPr>
          <a:xfrm>
            <a:off x="6022181" y="458788"/>
            <a:ext cx="556022" cy="74136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6" name="任意多边形: 形状 5"/>
          <p:cNvSpPr/>
          <p:nvPr>
            <p:custDataLst>
              <p:tags r:id="rId4"/>
            </p:custDataLst>
          </p:nvPr>
        </p:nvSpPr>
        <p:spPr>
          <a:xfrm>
            <a:off x="2465785" y="-7938"/>
            <a:ext cx="1092994" cy="584201"/>
          </a:xfrm>
          <a:custGeom>
            <a:avLst/>
            <a:gdLst>
              <a:gd name="connsiteX0" fmla="*/ 0 w 1458561"/>
              <a:gd name="connsiteY0" fmla="*/ 0 h 584280"/>
              <a:gd name="connsiteX1" fmla="*/ 1458561 w 1458561"/>
              <a:gd name="connsiteY1" fmla="*/ 0 h 584280"/>
              <a:gd name="connsiteX2" fmla="*/ 1419134 w 1458561"/>
              <a:gd name="connsiteY2" fmla="*/ 127015 h 584280"/>
              <a:gd name="connsiteX3" fmla="*/ 729281 w 1458561"/>
              <a:gd name="connsiteY3" fmla="*/ 584280 h 584280"/>
              <a:gd name="connsiteX4" fmla="*/ 39427 w 1458561"/>
              <a:gd name="connsiteY4" fmla="*/ 127015 h 58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561" h="584280">
                <a:moveTo>
                  <a:pt x="0" y="0"/>
                </a:moveTo>
                <a:lnTo>
                  <a:pt x="1458561" y="0"/>
                </a:lnTo>
                <a:lnTo>
                  <a:pt x="1419134" y="127015"/>
                </a:lnTo>
                <a:cubicBezTo>
                  <a:pt x="1305477" y="395731"/>
                  <a:pt x="1039398" y="584280"/>
                  <a:pt x="729281" y="584280"/>
                </a:cubicBezTo>
                <a:cubicBezTo>
                  <a:pt x="419163" y="584280"/>
                  <a:pt x="153084" y="395731"/>
                  <a:pt x="39427" y="12701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7" name="任意多边形: 形状 6"/>
          <p:cNvSpPr/>
          <p:nvPr>
            <p:custDataLst>
              <p:tags r:id="rId5"/>
            </p:custDataLst>
          </p:nvPr>
        </p:nvSpPr>
        <p:spPr>
          <a:xfrm>
            <a:off x="3899297" y="5929313"/>
            <a:ext cx="1371600" cy="938212"/>
          </a:xfrm>
          <a:custGeom>
            <a:avLst/>
            <a:gdLst>
              <a:gd name="connsiteX0" fmla="*/ 1058486 w 2116971"/>
              <a:gd name="connsiteY0" fmla="*/ 0 h 1086707"/>
              <a:gd name="connsiteX1" fmla="*/ 2116971 w 2116971"/>
              <a:gd name="connsiteY1" fmla="*/ 1058486 h 1086707"/>
              <a:gd name="connsiteX2" fmla="*/ 2114126 w 2116971"/>
              <a:gd name="connsiteY2" fmla="*/ 1086707 h 1086707"/>
              <a:gd name="connsiteX3" fmla="*/ 2845 w 2116971"/>
              <a:gd name="connsiteY3" fmla="*/ 1086707 h 1086707"/>
              <a:gd name="connsiteX4" fmla="*/ 0 w 2116971"/>
              <a:gd name="connsiteY4" fmla="*/ 1058486 h 1086707"/>
              <a:gd name="connsiteX5" fmla="*/ 1058486 w 2116971"/>
              <a:gd name="connsiteY5" fmla="*/ 0 h 10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6971" h="1086707">
                <a:moveTo>
                  <a:pt x="1058486" y="0"/>
                </a:moveTo>
                <a:cubicBezTo>
                  <a:pt x="1643071" y="0"/>
                  <a:pt x="2116971" y="473900"/>
                  <a:pt x="2116971" y="1058486"/>
                </a:cubicBezTo>
                <a:lnTo>
                  <a:pt x="2114126" y="1086707"/>
                </a:lnTo>
                <a:lnTo>
                  <a:pt x="2845" y="1086707"/>
                </a:lnTo>
                <a:lnTo>
                  <a:pt x="0" y="1058486"/>
                </a:lnTo>
                <a:cubicBezTo>
                  <a:pt x="0" y="473900"/>
                  <a:pt x="473899" y="0"/>
                  <a:pt x="105848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8" name="任意多边形: 形状 7"/>
          <p:cNvSpPr/>
          <p:nvPr>
            <p:custDataLst>
              <p:tags r:id="rId6"/>
            </p:custDataLst>
          </p:nvPr>
        </p:nvSpPr>
        <p:spPr>
          <a:xfrm>
            <a:off x="8209360" y="6275388"/>
            <a:ext cx="777478" cy="593725"/>
          </a:xfrm>
          <a:custGeom>
            <a:avLst/>
            <a:gdLst>
              <a:gd name="connsiteX0" fmla="*/ 517890 w 1035780"/>
              <a:gd name="connsiteY0" fmla="*/ 0 h 593238"/>
              <a:gd name="connsiteX1" fmla="*/ 1035780 w 1035780"/>
              <a:gd name="connsiteY1" fmla="*/ 517890 h 593238"/>
              <a:gd name="connsiteX2" fmla="*/ 1028184 w 1035780"/>
              <a:gd name="connsiteY2" fmla="*/ 593238 h 593238"/>
              <a:gd name="connsiteX3" fmla="*/ 7596 w 1035780"/>
              <a:gd name="connsiteY3" fmla="*/ 593238 h 593238"/>
              <a:gd name="connsiteX4" fmla="*/ 0 w 1035780"/>
              <a:gd name="connsiteY4" fmla="*/ 517890 h 593238"/>
              <a:gd name="connsiteX5" fmla="*/ 517890 w 1035780"/>
              <a:gd name="connsiteY5" fmla="*/ 0 h 5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5780" h="593238">
                <a:moveTo>
                  <a:pt x="517890" y="0"/>
                </a:moveTo>
                <a:cubicBezTo>
                  <a:pt x="803913" y="0"/>
                  <a:pt x="1035780" y="231867"/>
                  <a:pt x="1035780" y="517890"/>
                </a:cubicBezTo>
                <a:lnTo>
                  <a:pt x="1028184" y="593238"/>
                </a:lnTo>
                <a:lnTo>
                  <a:pt x="7596" y="593238"/>
                </a:lnTo>
                <a:lnTo>
                  <a:pt x="0" y="517890"/>
                </a:lnTo>
                <a:cubicBezTo>
                  <a:pt x="0" y="231867"/>
                  <a:pt x="231867" y="0"/>
                  <a:pt x="5178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9" name="任意多边形: 形状 8"/>
          <p:cNvSpPr/>
          <p:nvPr>
            <p:custDataLst>
              <p:tags r:id="rId7"/>
            </p:custDataLst>
          </p:nvPr>
        </p:nvSpPr>
        <p:spPr>
          <a:xfrm>
            <a:off x="-14287" y="6184900"/>
            <a:ext cx="590550" cy="673100"/>
          </a:xfrm>
          <a:custGeom>
            <a:avLst/>
            <a:gdLst>
              <a:gd name="connsiteX0" fmla="*/ 269296 w 787186"/>
              <a:gd name="connsiteY0" fmla="*/ 0 h 673570"/>
              <a:gd name="connsiteX1" fmla="*/ 787186 w 787186"/>
              <a:gd name="connsiteY1" fmla="*/ 517890 h 673570"/>
              <a:gd name="connsiteX2" fmla="*/ 776665 w 787186"/>
              <a:gd name="connsiteY2" fmla="*/ 622263 h 673570"/>
              <a:gd name="connsiteX3" fmla="*/ 760738 w 787186"/>
              <a:gd name="connsiteY3" fmla="*/ 673570 h 673570"/>
              <a:gd name="connsiteX4" fmla="*/ 0 w 787186"/>
              <a:gd name="connsiteY4" fmla="*/ 673570 h 673570"/>
              <a:gd name="connsiteX5" fmla="*/ 0 w 787186"/>
              <a:gd name="connsiteY5" fmla="*/ 77450 h 673570"/>
              <a:gd name="connsiteX6" fmla="*/ 67710 w 787186"/>
              <a:gd name="connsiteY6" fmla="*/ 40699 h 673570"/>
              <a:gd name="connsiteX7" fmla="*/ 269296 w 787186"/>
              <a:gd name="connsiteY7" fmla="*/ 0 h 67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7186" h="673570">
                <a:moveTo>
                  <a:pt x="269296" y="0"/>
                </a:moveTo>
                <a:cubicBezTo>
                  <a:pt x="555319" y="0"/>
                  <a:pt x="787186" y="231867"/>
                  <a:pt x="787186" y="517890"/>
                </a:cubicBezTo>
                <a:cubicBezTo>
                  <a:pt x="787186" y="553643"/>
                  <a:pt x="783563" y="588550"/>
                  <a:pt x="776665" y="622263"/>
                </a:cubicBezTo>
                <a:lnTo>
                  <a:pt x="760738" y="673570"/>
                </a:lnTo>
                <a:lnTo>
                  <a:pt x="0" y="673570"/>
                </a:lnTo>
                <a:lnTo>
                  <a:pt x="0" y="77450"/>
                </a:lnTo>
                <a:lnTo>
                  <a:pt x="67710" y="40699"/>
                </a:lnTo>
                <a:cubicBezTo>
                  <a:pt x="129669" y="14492"/>
                  <a:pt x="197790" y="0"/>
                  <a:pt x="26929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10" name="KSO_Shape"/>
          <p:cNvSpPr/>
          <p:nvPr>
            <p:custDataLst>
              <p:tags r:id="rId8"/>
            </p:custDataLst>
          </p:nvPr>
        </p:nvSpPr>
        <p:spPr>
          <a:xfrm rot="13141020">
            <a:off x="363141" y="1138238"/>
            <a:ext cx="145256" cy="169862"/>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1" name="KSO_Shape"/>
          <p:cNvSpPr/>
          <p:nvPr>
            <p:custDataLst>
              <p:tags r:id="rId9"/>
            </p:custDataLst>
          </p:nvPr>
        </p:nvSpPr>
        <p:spPr>
          <a:xfrm rot="17100000">
            <a:off x="616744" y="3236913"/>
            <a:ext cx="161925" cy="190500"/>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2" name="KSO_Shape"/>
          <p:cNvSpPr/>
          <p:nvPr>
            <p:custDataLst>
              <p:tags r:id="rId10"/>
            </p:custDataLst>
          </p:nvPr>
        </p:nvSpPr>
        <p:spPr>
          <a:xfrm rot="10154805">
            <a:off x="6324600" y="6116638"/>
            <a:ext cx="235744"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3" name="KSO_Shape"/>
          <p:cNvSpPr/>
          <p:nvPr>
            <p:custDataLst>
              <p:tags r:id="rId11"/>
            </p:custDataLst>
          </p:nvPr>
        </p:nvSpPr>
        <p:spPr>
          <a:xfrm rot="11738950">
            <a:off x="8083154" y="2560638"/>
            <a:ext cx="235744"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4" name=" 184"/>
          <p:cNvSpPr/>
          <p:nvPr>
            <p:custDataLst>
              <p:tags r:id="rId12"/>
            </p:custDataLst>
          </p:nvPr>
        </p:nvSpPr>
        <p:spPr>
          <a:xfrm>
            <a:off x="545306" y="1936750"/>
            <a:ext cx="702469" cy="93662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p>
            <a:pPr algn="ctr" fontAlgn="auto">
              <a:spcBef>
                <a:spcPts val="0"/>
              </a:spcBef>
              <a:spcAft>
                <a:spcPts val="0"/>
              </a:spcAft>
              <a:buFontTx/>
              <a:buNone/>
              <a:defRPr/>
            </a:pPr>
            <a:endParaRPr lang="zh-CN" altLang="en-US" sz="1350">
              <a:solidFill>
                <a:srgbClr val="FFFFFF"/>
              </a:solidFill>
              <a:latin typeface="微软雅黑" panose="020B0503020204020204" charset="-122"/>
              <a:cs typeface="微软雅黑" panose="020B0503020204020204" charset="-122"/>
            </a:endParaRPr>
          </a:p>
        </p:txBody>
      </p:sp>
      <p:sp>
        <p:nvSpPr>
          <p:cNvPr id="2" name="标题 1"/>
          <p:cNvSpPr>
            <a:spLocks noGrp="1"/>
          </p:cNvSpPr>
          <p:nvPr>
            <p:ph type="ctrTitle" hasCustomPrompt="1"/>
            <p:custDataLst>
              <p:tags r:id="rId13"/>
            </p:custDataLst>
          </p:nvPr>
        </p:nvSpPr>
        <p:spPr>
          <a:xfrm>
            <a:off x="2068286" y="2510565"/>
            <a:ext cx="5007429" cy="902363"/>
          </a:xfrm>
        </p:spPr>
        <p:txBody>
          <a:bodyPr anchor="b">
            <a:normAutofit/>
          </a:bodyPr>
          <a:lstStyle>
            <a:lvl1pPr algn="ctr">
              <a:defRPr sz="3600" b="1">
                <a:solidFill>
                  <a:schemeClr val="tx1">
                    <a:lumMod val="65000"/>
                    <a:lumOff val="35000"/>
                  </a:schemeClr>
                </a:solidFill>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14"/>
            </p:custDataLst>
          </p:nvPr>
        </p:nvSpPr>
        <p:spPr>
          <a:xfrm>
            <a:off x="2068286" y="3461461"/>
            <a:ext cx="5007429" cy="590550"/>
          </a:xfrm>
        </p:spPr>
        <p:txBody>
          <a:bodyPr>
            <a:normAutofit/>
          </a:bodyPr>
          <a:lstStyle>
            <a:lvl1pPr marL="0" indent="0" algn="ctr">
              <a:buNone/>
              <a:defRPr sz="1500">
                <a:solidFill>
                  <a:schemeClr val="tx1">
                    <a:lumMod val="65000"/>
                    <a:lumOff val="3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5" name="日期占位符 3"/>
          <p:cNvSpPr>
            <a:spLocks noGrp="1"/>
          </p:cNvSpPr>
          <p:nvPr>
            <p:ph type="dt" sz="half" idx="10"/>
            <p:custDataLst>
              <p:tags r:id="rId15"/>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16" name="页脚占位符 4"/>
          <p:cNvSpPr>
            <a:spLocks noGrp="1"/>
          </p:cNvSpPr>
          <p:nvPr>
            <p:ph type="ftr" sz="quarter" idx="11"/>
            <p:custDataLst>
              <p:tags r:id="rId1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17" name="灯片编号占位符 5"/>
          <p:cNvSpPr>
            <a:spLocks noGrp="1"/>
          </p:cNvSpPr>
          <p:nvPr>
            <p:ph type="sldNum" sz="quarter" idx="12"/>
            <p:custDataLst>
              <p:tags r:id="rId1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502412" y="952508"/>
            <a:ext cx="8139178"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椭圆 3"/>
          <p:cNvSpPr/>
          <p:nvPr>
            <p:custDataLst>
              <p:tags r:id="rId2"/>
            </p:custDataLst>
          </p:nvPr>
        </p:nvSpPr>
        <p:spPr>
          <a:xfrm>
            <a:off x="1056085" y="2114550"/>
            <a:ext cx="2010965" cy="2681288"/>
          </a:xfrm>
          <a:prstGeom prst="ellipse">
            <a:avLst/>
          </a:prstGeom>
          <a:solidFill>
            <a:schemeClr val="bg1">
              <a:lumMod val="95000"/>
            </a:schemeClr>
          </a:solidFill>
          <a:ln>
            <a:noFill/>
          </a:ln>
          <a:effectLst>
            <a:outerShdw blurRad="3302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dirty="0">
              <a:latin typeface="微软雅黑" panose="020B0503020204020204" charset="-122"/>
              <a:cs typeface="Arial" panose="020B0604020202020204" pitchFamily="34" charset="0"/>
              <a:sym typeface="+mn-ea"/>
            </a:endParaRPr>
          </a:p>
        </p:txBody>
      </p:sp>
      <p:sp>
        <p:nvSpPr>
          <p:cNvPr id="5" name="椭圆 4"/>
          <p:cNvSpPr/>
          <p:nvPr>
            <p:custDataLst>
              <p:tags r:id="rId3"/>
            </p:custDataLst>
          </p:nvPr>
        </p:nvSpPr>
        <p:spPr>
          <a:xfrm>
            <a:off x="1181100" y="2266950"/>
            <a:ext cx="1783556" cy="237648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cxnSp>
        <p:nvCxnSpPr>
          <p:cNvPr id="6" name="直接连接符 5"/>
          <p:cNvCxnSpPr/>
          <p:nvPr>
            <p:custDataLst>
              <p:tags r:id="rId4"/>
            </p:custDataLst>
          </p:nvPr>
        </p:nvCxnSpPr>
        <p:spPr>
          <a:xfrm>
            <a:off x="3571875" y="3602038"/>
            <a:ext cx="371117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椭圆 6"/>
          <p:cNvSpPr/>
          <p:nvPr>
            <p:custDataLst>
              <p:tags r:id="rId5"/>
            </p:custDataLst>
          </p:nvPr>
        </p:nvSpPr>
        <p:spPr>
          <a:xfrm>
            <a:off x="7352110" y="3541713"/>
            <a:ext cx="86915" cy="1158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8" name="椭圆 7"/>
          <p:cNvSpPr/>
          <p:nvPr>
            <p:custDataLst>
              <p:tags r:id="rId6"/>
            </p:custDataLst>
          </p:nvPr>
        </p:nvSpPr>
        <p:spPr>
          <a:xfrm>
            <a:off x="7724775" y="3541713"/>
            <a:ext cx="86916" cy="1158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9" name="椭圆 8"/>
          <p:cNvSpPr/>
          <p:nvPr>
            <p:custDataLst>
              <p:tags r:id="rId7"/>
            </p:custDataLst>
          </p:nvPr>
        </p:nvSpPr>
        <p:spPr>
          <a:xfrm>
            <a:off x="7475935" y="3541713"/>
            <a:ext cx="86915" cy="1158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10" name="椭圆 9"/>
          <p:cNvSpPr/>
          <p:nvPr>
            <p:custDataLst>
              <p:tags r:id="rId8"/>
            </p:custDataLst>
          </p:nvPr>
        </p:nvSpPr>
        <p:spPr>
          <a:xfrm>
            <a:off x="7600950" y="3541713"/>
            <a:ext cx="86916" cy="1158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Arial" panose="020B0604020202020204" pitchFamily="34" charset="0"/>
            </a:endParaRPr>
          </a:p>
        </p:txBody>
      </p:sp>
      <p:sp>
        <p:nvSpPr>
          <p:cNvPr id="11" name="KSO_Shape"/>
          <p:cNvSpPr/>
          <p:nvPr>
            <p:custDataLst>
              <p:tags r:id="rId9"/>
            </p:custDataLst>
          </p:nvPr>
        </p:nvSpPr>
        <p:spPr>
          <a:xfrm rot="237355">
            <a:off x="2078831" y="2308225"/>
            <a:ext cx="145256"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2" name="KSO_Shape"/>
          <p:cNvSpPr/>
          <p:nvPr>
            <p:custDataLst>
              <p:tags r:id="rId10"/>
            </p:custDataLst>
          </p:nvPr>
        </p:nvSpPr>
        <p:spPr>
          <a:xfrm rot="1275228">
            <a:off x="2252663" y="2360613"/>
            <a:ext cx="145256" cy="169862"/>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3" name="KSO_Shape"/>
          <p:cNvSpPr/>
          <p:nvPr>
            <p:custDataLst>
              <p:tags r:id="rId11"/>
            </p:custDataLst>
          </p:nvPr>
        </p:nvSpPr>
        <p:spPr>
          <a:xfrm rot="2175228">
            <a:off x="2407444" y="2478088"/>
            <a:ext cx="145256" cy="171450"/>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4" name="KSO_Shape"/>
          <p:cNvSpPr/>
          <p:nvPr>
            <p:custDataLst>
              <p:tags r:id="rId12"/>
            </p:custDataLst>
          </p:nvPr>
        </p:nvSpPr>
        <p:spPr>
          <a:xfrm rot="3075228">
            <a:off x="2522339" y="2640806"/>
            <a:ext cx="145256"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5" name="KSO_Shape"/>
          <p:cNvSpPr/>
          <p:nvPr>
            <p:custDataLst>
              <p:tags r:id="rId13"/>
            </p:custDataLst>
          </p:nvPr>
        </p:nvSpPr>
        <p:spPr>
          <a:xfrm rot="298659" flipH="1" flipV="1">
            <a:off x="1852613" y="4416425"/>
            <a:ext cx="145256" cy="171450"/>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6" name="KSO_Shape"/>
          <p:cNvSpPr/>
          <p:nvPr>
            <p:custDataLst>
              <p:tags r:id="rId14"/>
            </p:custDataLst>
          </p:nvPr>
        </p:nvSpPr>
        <p:spPr>
          <a:xfrm rot="1336532" flipH="1" flipV="1">
            <a:off x="1682354" y="4365625"/>
            <a:ext cx="145256"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7" name="KSO_Shape"/>
          <p:cNvSpPr/>
          <p:nvPr>
            <p:custDataLst>
              <p:tags r:id="rId15"/>
            </p:custDataLst>
          </p:nvPr>
        </p:nvSpPr>
        <p:spPr>
          <a:xfrm rot="2236532" flipH="1" flipV="1">
            <a:off x="1529954" y="4243388"/>
            <a:ext cx="145256" cy="169862"/>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8" name="KSO_Shape"/>
          <p:cNvSpPr/>
          <p:nvPr>
            <p:custDataLst>
              <p:tags r:id="rId16"/>
            </p:custDataLst>
          </p:nvPr>
        </p:nvSpPr>
        <p:spPr>
          <a:xfrm rot="3136532" flipH="1" flipV="1">
            <a:off x="1417439" y="4079081"/>
            <a:ext cx="145256" cy="169863"/>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2" name="标题 1"/>
          <p:cNvSpPr>
            <a:spLocks noGrp="1"/>
          </p:cNvSpPr>
          <p:nvPr>
            <p:ph type="title"/>
            <p:custDataLst>
              <p:tags r:id="rId17"/>
            </p:custDataLst>
          </p:nvPr>
        </p:nvSpPr>
        <p:spPr>
          <a:xfrm>
            <a:off x="3548063" y="2895613"/>
            <a:ext cx="3734753" cy="564898"/>
          </a:xfrm>
        </p:spPr>
        <p:txBody>
          <a:bodyPr anchor="b">
            <a:normAutofit/>
          </a:bodyPr>
          <a:lstStyle>
            <a:lvl1pPr>
              <a:defRPr sz="2100" b="1">
                <a:solidFill>
                  <a:schemeClr val="tx1">
                    <a:lumMod val="65000"/>
                    <a:lumOff val="35000"/>
                  </a:schemeClr>
                </a:solidFill>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18"/>
            </p:custDataLst>
          </p:nvPr>
        </p:nvSpPr>
        <p:spPr>
          <a:xfrm>
            <a:off x="3548063" y="3753579"/>
            <a:ext cx="3734753" cy="581108"/>
          </a:xfrm>
        </p:spPr>
        <p:txBody>
          <a:bodyPr>
            <a:normAutofit/>
          </a:bodyPr>
          <a:lstStyle>
            <a:lvl1pPr marL="0" indent="0">
              <a:buNone/>
              <a:defRPr sz="1050">
                <a:solidFill>
                  <a:schemeClr val="tx1">
                    <a:lumMod val="50000"/>
                    <a:lumOff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9" name="日期占位符 3"/>
          <p:cNvSpPr>
            <a:spLocks noGrp="1"/>
          </p:cNvSpPr>
          <p:nvPr>
            <p:ph type="dt" sz="half" idx="10"/>
            <p:custDataLst>
              <p:tags r:id="rId19"/>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20" name="页脚占位符 4"/>
          <p:cNvSpPr>
            <a:spLocks noGrp="1"/>
          </p:cNvSpPr>
          <p:nvPr>
            <p:ph type="ftr" sz="quarter" idx="11"/>
            <p:custDataLst>
              <p:tags r:id="rId20"/>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21" name="灯片编号占位符 5"/>
          <p:cNvSpPr>
            <a:spLocks noGrp="1"/>
          </p:cNvSpPr>
          <p:nvPr>
            <p:ph type="sldNum" sz="quarter" idx="12"/>
            <p:custDataLst>
              <p:tags r:id="rId21"/>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502448" y="952508"/>
            <a:ext cx="3962432"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4679158" y="952508"/>
            <a:ext cx="3962432" cy="5388907"/>
          </a:xfrm>
        </p:spPr>
        <p:txBody>
          <a:bodyPr>
            <a:noAutofit/>
          </a:bodyPr>
          <a:lstStyle>
            <a:lvl1pPr>
              <a:defRPr sz="1200">
                <a:latin typeface="微软雅黑" panose="020B0503020204020204" charset="-122"/>
                <a:ea typeface="微软雅黑" panose="020B0503020204020204" charset="-122"/>
              </a:defRPr>
            </a:lvl1pPr>
            <a:lvl2pPr>
              <a:defRPr sz="1200">
                <a:latin typeface="微软雅黑" panose="020B0503020204020204" charset="-122"/>
                <a:ea typeface="微软雅黑" panose="020B0503020204020204" charset="-122"/>
              </a:defRPr>
            </a:lvl2pPr>
            <a:lvl3pPr>
              <a:defRPr sz="1200">
                <a:latin typeface="微软雅黑" panose="020B0503020204020204" charset="-122"/>
                <a:ea typeface="微软雅黑" panose="020B0503020204020204" charset="-122"/>
              </a:defRPr>
            </a:lvl3pPr>
            <a:lvl4pPr>
              <a:defRPr sz="1200">
                <a:latin typeface="微软雅黑" panose="020B0503020204020204" charset="-122"/>
                <a:ea typeface="微软雅黑" panose="020B0503020204020204" charset="-122"/>
              </a:defRPr>
            </a:lvl4pPr>
            <a:lvl5pPr>
              <a:defRPr sz="1200">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502448" y="952508"/>
            <a:ext cx="3962432" cy="381003"/>
          </a:xfrm>
        </p:spPr>
        <p:txBody>
          <a:bodyPr tIns="38100" rIns="76200" bIns="3810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502444" y="1406525"/>
            <a:ext cx="3962400"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4676813" y="952508"/>
            <a:ext cx="396243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4676813" y="1406525"/>
            <a:ext cx="3962432"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530820CF-B880-4189-942D-D702A7CBA730}"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530820CF-B880-4189-942D-D702A7CBA730}" type="datetimeFigureOut">
              <a:rPr lang="zh-CN" altLang="en-US" smtClean="0"/>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530820CF-B880-4189-942D-D702A7CBA730}"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502448" y="952508"/>
            <a:ext cx="396243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4679194" y="952508"/>
            <a:ext cx="3962432" cy="5388907"/>
          </a:xfrm>
        </p:spPr>
        <p:txBody>
          <a:bodyPr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952508"/>
            <a:ext cx="713238"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502448" y="952508"/>
            <a:ext cx="8139178"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CC923ED0-9AC0-4F34-ABCA-4B6795D6D0AB}" type="slidenum">
              <a:rPr lang="zh-CN" altLang="en-US"/>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任意多边形: 形状 2"/>
          <p:cNvSpPr/>
          <p:nvPr>
            <p:custDataLst>
              <p:tags r:id="rId2"/>
            </p:custDataLst>
          </p:nvPr>
        </p:nvSpPr>
        <p:spPr>
          <a:xfrm>
            <a:off x="8342710" y="-7938"/>
            <a:ext cx="801290" cy="1052513"/>
          </a:xfrm>
          <a:custGeom>
            <a:avLst/>
            <a:gdLst>
              <a:gd name="connsiteX0" fmla="*/ 65352 w 1068729"/>
              <a:gd name="connsiteY0" fmla="*/ 0 h 1052118"/>
              <a:gd name="connsiteX1" fmla="*/ 1068729 w 1068729"/>
              <a:gd name="connsiteY1" fmla="*/ 0 h 1052118"/>
              <a:gd name="connsiteX2" fmla="*/ 1068729 w 1068729"/>
              <a:gd name="connsiteY2" fmla="*/ 977750 h 1052118"/>
              <a:gd name="connsiteX3" fmla="*/ 1040113 w 1068729"/>
              <a:gd name="connsiteY3" fmla="*/ 993283 h 1052118"/>
              <a:gd name="connsiteX4" fmla="*/ 748689 w 1068729"/>
              <a:gd name="connsiteY4" fmla="*/ 1052118 h 1052118"/>
              <a:gd name="connsiteX5" fmla="*/ 0 w 1068729"/>
              <a:gd name="connsiteY5" fmla="*/ 303429 h 1052118"/>
              <a:gd name="connsiteX6" fmla="*/ 58836 w 1068729"/>
              <a:gd name="connsiteY6" fmla="*/ 12005 h 1052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8729" h="1052118">
                <a:moveTo>
                  <a:pt x="65352" y="0"/>
                </a:moveTo>
                <a:lnTo>
                  <a:pt x="1068729" y="0"/>
                </a:lnTo>
                <a:lnTo>
                  <a:pt x="1068729" y="977750"/>
                </a:lnTo>
                <a:lnTo>
                  <a:pt x="1040113" y="993283"/>
                </a:lnTo>
                <a:cubicBezTo>
                  <a:pt x="950541" y="1031168"/>
                  <a:pt x="852062" y="1052118"/>
                  <a:pt x="748689" y="1052118"/>
                </a:cubicBezTo>
                <a:cubicBezTo>
                  <a:pt x="335199" y="1052118"/>
                  <a:pt x="0" y="716919"/>
                  <a:pt x="0" y="303429"/>
                </a:cubicBezTo>
                <a:cubicBezTo>
                  <a:pt x="0" y="200056"/>
                  <a:pt x="20950" y="101577"/>
                  <a:pt x="58836" y="1200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4" name="椭圆 3"/>
          <p:cNvSpPr/>
          <p:nvPr>
            <p:custDataLst>
              <p:tags r:id="rId3"/>
            </p:custDataLst>
          </p:nvPr>
        </p:nvSpPr>
        <p:spPr>
          <a:xfrm>
            <a:off x="1110854" y="1231812"/>
            <a:ext cx="1122759" cy="1498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5" name="任意多边形: 形状 4"/>
          <p:cNvSpPr/>
          <p:nvPr>
            <p:custDataLst>
              <p:tags r:id="rId4"/>
            </p:custDataLst>
          </p:nvPr>
        </p:nvSpPr>
        <p:spPr>
          <a:xfrm>
            <a:off x="6067425" y="-7938"/>
            <a:ext cx="785813" cy="420688"/>
          </a:xfrm>
          <a:custGeom>
            <a:avLst/>
            <a:gdLst>
              <a:gd name="connsiteX0" fmla="*/ 0 w 1458561"/>
              <a:gd name="connsiteY0" fmla="*/ 0 h 584280"/>
              <a:gd name="connsiteX1" fmla="*/ 1458561 w 1458561"/>
              <a:gd name="connsiteY1" fmla="*/ 0 h 584280"/>
              <a:gd name="connsiteX2" fmla="*/ 1419134 w 1458561"/>
              <a:gd name="connsiteY2" fmla="*/ 127015 h 584280"/>
              <a:gd name="connsiteX3" fmla="*/ 729281 w 1458561"/>
              <a:gd name="connsiteY3" fmla="*/ 584280 h 584280"/>
              <a:gd name="connsiteX4" fmla="*/ 39427 w 1458561"/>
              <a:gd name="connsiteY4" fmla="*/ 127015 h 58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561" h="584280">
                <a:moveTo>
                  <a:pt x="0" y="0"/>
                </a:moveTo>
                <a:lnTo>
                  <a:pt x="1458561" y="0"/>
                </a:lnTo>
                <a:lnTo>
                  <a:pt x="1419134" y="127015"/>
                </a:lnTo>
                <a:cubicBezTo>
                  <a:pt x="1305477" y="395731"/>
                  <a:pt x="1039398" y="584280"/>
                  <a:pt x="729281" y="584280"/>
                </a:cubicBezTo>
                <a:cubicBezTo>
                  <a:pt x="419163" y="584280"/>
                  <a:pt x="153084" y="395731"/>
                  <a:pt x="39427" y="12701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6" name="任意多边形: 形状 5"/>
          <p:cNvSpPr/>
          <p:nvPr>
            <p:custDataLst>
              <p:tags r:id="rId5"/>
            </p:custDataLst>
          </p:nvPr>
        </p:nvSpPr>
        <p:spPr>
          <a:xfrm>
            <a:off x="3444479" y="5781675"/>
            <a:ext cx="1587103" cy="1087438"/>
          </a:xfrm>
          <a:custGeom>
            <a:avLst/>
            <a:gdLst>
              <a:gd name="connsiteX0" fmla="*/ 1058486 w 2116971"/>
              <a:gd name="connsiteY0" fmla="*/ 0 h 1086707"/>
              <a:gd name="connsiteX1" fmla="*/ 2116971 w 2116971"/>
              <a:gd name="connsiteY1" fmla="*/ 1058486 h 1086707"/>
              <a:gd name="connsiteX2" fmla="*/ 2114126 w 2116971"/>
              <a:gd name="connsiteY2" fmla="*/ 1086707 h 1086707"/>
              <a:gd name="connsiteX3" fmla="*/ 2845 w 2116971"/>
              <a:gd name="connsiteY3" fmla="*/ 1086707 h 1086707"/>
              <a:gd name="connsiteX4" fmla="*/ 0 w 2116971"/>
              <a:gd name="connsiteY4" fmla="*/ 1058486 h 1086707"/>
              <a:gd name="connsiteX5" fmla="*/ 1058486 w 2116971"/>
              <a:gd name="connsiteY5" fmla="*/ 0 h 10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6971" h="1086707">
                <a:moveTo>
                  <a:pt x="1058486" y="0"/>
                </a:moveTo>
                <a:cubicBezTo>
                  <a:pt x="1643071" y="0"/>
                  <a:pt x="2116971" y="473900"/>
                  <a:pt x="2116971" y="1058486"/>
                </a:cubicBezTo>
                <a:lnTo>
                  <a:pt x="2114126" y="1086707"/>
                </a:lnTo>
                <a:lnTo>
                  <a:pt x="2845" y="1086707"/>
                </a:lnTo>
                <a:lnTo>
                  <a:pt x="0" y="1058486"/>
                </a:lnTo>
                <a:cubicBezTo>
                  <a:pt x="0" y="473900"/>
                  <a:pt x="473899" y="0"/>
                  <a:pt x="105848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7" name="任意多边形: 形状 6"/>
          <p:cNvSpPr/>
          <p:nvPr>
            <p:custDataLst>
              <p:tags r:id="rId6"/>
            </p:custDataLst>
          </p:nvPr>
        </p:nvSpPr>
        <p:spPr>
          <a:xfrm>
            <a:off x="8209360" y="6275388"/>
            <a:ext cx="777478" cy="593725"/>
          </a:xfrm>
          <a:custGeom>
            <a:avLst/>
            <a:gdLst>
              <a:gd name="connsiteX0" fmla="*/ 517890 w 1035780"/>
              <a:gd name="connsiteY0" fmla="*/ 0 h 593238"/>
              <a:gd name="connsiteX1" fmla="*/ 1035780 w 1035780"/>
              <a:gd name="connsiteY1" fmla="*/ 517890 h 593238"/>
              <a:gd name="connsiteX2" fmla="*/ 1028184 w 1035780"/>
              <a:gd name="connsiteY2" fmla="*/ 593238 h 593238"/>
              <a:gd name="connsiteX3" fmla="*/ 7596 w 1035780"/>
              <a:gd name="connsiteY3" fmla="*/ 593238 h 593238"/>
              <a:gd name="connsiteX4" fmla="*/ 0 w 1035780"/>
              <a:gd name="connsiteY4" fmla="*/ 517890 h 593238"/>
              <a:gd name="connsiteX5" fmla="*/ 517890 w 1035780"/>
              <a:gd name="connsiteY5" fmla="*/ 0 h 5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5780" h="593238">
                <a:moveTo>
                  <a:pt x="517890" y="0"/>
                </a:moveTo>
                <a:cubicBezTo>
                  <a:pt x="803913" y="0"/>
                  <a:pt x="1035780" y="231867"/>
                  <a:pt x="1035780" y="517890"/>
                </a:cubicBezTo>
                <a:lnTo>
                  <a:pt x="1028184" y="593238"/>
                </a:lnTo>
                <a:lnTo>
                  <a:pt x="7596" y="593238"/>
                </a:lnTo>
                <a:lnTo>
                  <a:pt x="0" y="517890"/>
                </a:lnTo>
                <a:cubicBezTo>
                  <a:pt x="0" y="231867"/>
                  <a:pt x="231867" y="0"/>
                  <a:pt x="5178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8" name="任意多边形: 形状 7"/>
          <p:cNvSpPr/>
          <p:nvPr>
            <p:custDataLst>
              <p:tags r:id="rId7"/>
            </p:custDataLst>
          </p:nvPr>
        </p:nvSpPr>
        <p:spPr>
          <a:xfrm>
            <a:off x="-14287" y="6184900"/>
            <a:ext cx="590550" cy="673100"/>
          </a:xfrm>
          <a:custGeom>
            <a:avLst/>
            <a:gdLst>
              <a:gd name="connsiteX0" fmla="*/ 269296 w 787186"/>
              <a:gd name="connsiteY0" fmla="*/ 0 h 673570"/>
              <a:gd name="connsiteX1" fmla="*/ 787186 w 787186"/>
              <a:gd name="connsiteY1" fmla="*/ 517890 h 673570"/>
              <a:gd name="connsiteX2" fmla="*/ 776665 w 787186"/>
              <a:gd name="connsiteY2" fmla="*/ 622263 h 673570"/>
              <a:gd name="connsiteX3" fmla="*/ 760738 w 787186"/>
              <a:gd name="connsiteY3" fmla="*/ 673570 h 673570"/>
              <a:gd name="connsiteX4" fmla="*/ 0 w 787186"/>
              <a:gd name="connsiteY4" fmla="*/ 673570 h 673570"/>
              <a:gd name="connsiteX5" fmla="*/ 0 w 787186"/>
              <a:gd name="connsiteY5" fmla="*/ 77450 h 673570"/>
              <a:gd name="connsiteX6" fmla="*/ 67710 w 787186"/>
              <a:gd name="connsiteY6" fmla="*/ 40699 h 673570"/>
              <a:gd name="connsiteX7" fmla="*/ 269296 w 787186"/>
              <a:gd name="connsiteY7" fmla="*/ 0 h 67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7186" h="673570">
                <a:moveTo>
                  <a:pt x="269296" y="0"/>
                </a:moveTo>
                <a:cubicBezTo>
                  <a:pt x="555319" y="0"/>
                  <a:pt x="787186" y="231867"/>
                  <a:pt x="787186" y="517890"/>
                </a:cubicBezTo>
                <a:cubicBezTo>
                  <a:pt x="787186" y="553643"/>
                  <a:pt x="783563" y="588550"/>
                  <a:pt x="776665" y="622263"/>
                </a:cubicBezTo>
                <a:lnTo>
                  <a:pt x="760738" y="673570"/>
                </a:lnTo>
                <a:lnTo>
                  <a:pt x="0" y="673570"/>
                </a:lnTo>
                <a:lnTo>
                  <a:pt x="0" y="77450"/>
                </a:lnTo>
                <a:lnTo>
                  <a:pt x="67710" y="40699"/>
                </a:lnTo>
                <a:cubicBezTo>
                  <a:pt x="129669" y="14492"/>
                  <a:pt x="197790" y="0"/>
                  <a:pt x="26929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
        <p:nvSpPr>
          <p:cNvPr id="9" name="KSO_Shape"/>
          <p:cNvSpPr/>
          <p:nvPr>
            <p:custDataLst>
              <p:tags r:id="rId8"/>
            </p:custDataLst>
          </p:nvPr>
        </p:nvSpPr>
        <p:spPr>
          <a:xfrm rot="10154805">
            <a:off x="7439025" y="4903788"/>
            <a:ext cx="235744"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a:solidFill>
                <a:srgbClr val="FFFFFF"/>
              </a:solidFill>
              <a:latin typeface="微软雅黑" panose="020B0503020204020204" charset="-122"/>
              <a:cs typeface="Arial" panose="020B0604020202020204" pitchFamily="34" charset="0"/>
            </a:endParaRPr>
          </a:p>
        </p:txBody>
      </p:sp>
      <p:sp>
        <p:nvSpPr>
          <p:cNvPr id="10" name="KSO_Shape"/>
          <p:cNvSpPr/>
          <p:nvPr>
            <p:custDataLst>
              <p:tags r:id="rId9"/>
            </p:custDataLst>
          </p:nvPr>
        </p:nvSpPr>
        <p:spPr>
          <a:xfrm rot="10154805">
            <a:off x="6204950" y="2335838"/>
            <a:ext cx="235744" cy="276225"/>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dirty="0">
              <a:solidFill>
                <a:srgbClr val="FFFFFF"/>
              </a:solidFill>
              <a:latin typeface="微软雅黑" panose="020B0503020204020204" charset="-122"/>
              <a:cs typeface="Arial" panose="020B0604020202020204" pitchFamily="34" charset="0"/>
            </a:endParaRPr>
          </a:p>
        </p:txBody>
      </p:sp>
      <p:sp>
        <p:nvSpPr>
          <p:cNvPr id="11" name="KSO_Shape"/>
          <p:cNvSpPr/>
          <p:nvPr>
            <p:custDataLst>
              <p:tags r:id="rId10"/>
            </p:custDataLst>
          </p:nvPr>
        </p:nvSpPr>
        <p:spPr>
          <a:xfrm rot="13326744">
            <a:off x="982266" y="4641850"/>
            <a:ext cx="471488" cy="554038"/>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dirty="0">
              <a:solidFill>
                <a:srgbClr val="FFFFFF"/>
              </a:solidFill>
              <a:latin typeface="微软雅黑" panose="020B0503020204020204" charset="-122"/>
              <a:cs typeface="Arial" panose="020B0604020202020204" pitchFamily="34" charset="0"/>
            </a:endParaRPr>
          </a:p>
        </p:txBody>
      </p:sp>
      <p:sp>
        <p:nvSpPr>
          <p:cNvPr id="12" name="KSO_Shape"/>
          <p:cNvSpPr/>
          <p:nvPr>
            <p:custDataLst>
              <p:tags r:id="rId11"/>
            </p:custDataLst>
          </p:nvPr>
        </p:nvSpPr>
        <p:spPr>
          <a:xfrm rot="6300000">
            <a:off x="4360069" y="893763"/>
            <a:ext cx="422672" cy="496887"/>
          </a:xfrm>
          <a:custGeom>
            <a:avLst/>
            <a:gdLst>
              <a:gd name="connsiteX0" fmla="*/ 282090 w 560550"/>
              <a:gd name="connsiteY0" fmla="*/ 0 h 493591"/>
              <a:gd name="connsiteX1" fmla="*/ 307359 w 560550"/>
              <a:gd name="connsiteY1" fmla="*/ 19328 h 493591"/>
              <a:gd name="connsiteX2" fmla="*/ 322151 w 560550"/>
              <a:gd name="connsiteY2" fmla="*/ 46641 h 493591"/>
              <a:gd name="connsiteX3" fmla="*/ 422483 w 560550"/>
              <a:gd name="connsiteY3" fmla="*/ 244308 h 493591"/>
              <a:gd name="connsiteX4" fmla="*/ 421839 w 560550"/>
              <a:gd name="connsiteY4" fmla="*/ 243943 h 493591"/>
              <a:gd name="connsiteX5" fmla="*/ 426075 w 560550"/>
              <a:gd name="connsiteY5" fmla="*/ 252279 h 493591"/>
              <a:gd name="connsiteX6" fmla="*/ 549713 w 560550"/>
              <a:gd name="connsiteY6" fmla="*/ 442022 h 493591"/>
              <a:gd name="connsiteX7" fmla="*/ 553726 w 560550"/>
              <a:gd name="connsiteY7" fmla="*/ 448555 h 493591"/>
              <a:gd name="connsiteX8" fmla="*/ 557360 w 560550"/>
              <a:gd name="connsiteY8" fmla="*/ 480662 h 493591"/>
              <a:gd name="connsiteX9" fmla="*/ 557111 w 560550"/>
              <a:gd name="connsiteY9" fmla="*/ 481348 h 493591"/>
              <a:gd name="connsiteX10" fmla="*/ 527738 w 560550"/>
              <a:gd name="connsiteY10" fmla="*/ 493568 h 493591"/>
              <a:gd name="connsiteX11" fmla="*/ 496688 w 560550"/>
              <a:gd name="connsiteY11" fmla="*/ 492722 h 493591"/>
              <a:gd name="connsiteX12" fmla="*/ 275338 w 560550"/>
              <a:gd name="connsiteY12" fmla="*/ 480778 h 493591"/>
              <a:gd name="connsiteX13" fmla="*/ 275975 w 560550"/>
              <a:gd name="connsiteY13" fmla="*/ 480403 h 493591"/>
              <a:gd name="connsiteX14" fmla="*/ 266629 w 560550"/>
              <a:gd name="connsiteY14" fmla="*/ 479903 h 493591"/>
              <a:gd name="connsiteX15" fmla="*/ 40497 w 560550"/>
              <a:gd name="connsiteY15" fmla="*/ 492105 h 493591"/>
              <a:gd name="connsiteX16" fmla="*/ 32832 w 560550"/>
              <a:gd name="connsiteY16" fmla="*/ 492314 h 493591"/>
              <a:gd name="connsiteX17" fmla="*/ 3210 w 560550"/>
              <a:gd name="connsiteY17" fmla="*/ 479408 h 493591"/>
              <a:gd name="connsiteX18" fmla="*/ 2740 w 560550"/>
              <a:gd name="connsiteY18" fmla="*/ 478849 h 493591"/>
              <a:gd name="connsiteX19" fmla="*/ 6844 w 560550"/>
              <a:gd name="connsiteY19" fmla="*/ 447301 h 493591"/>
              <a:gd name="connsiteX20" fmla="*/ 23102 w 560550"/>
              <a:gd name="connsiteY20" fmla="*/ 420834 h 493591"/>
              <a:gd name="connsiteX21" fmla="*/ 144121 w 560550"/>
              <a:gd name="connsiteY21" fmla="*/ 235111 h 493591"/>
              <a:gd name="connsiteX22" fmla="*/ 144127 w 560550"/>
              <a:gd name="connsiteY22" fmla="*/ 235851 h 493591"/>
              <a:gd name="connsiteX23" fmla="*/ 149231 w 560550"/>
              <a:gd name="connsiteY23" fmla="*/ 228009 h 493591"/>
              <a:gd name="connsiteX24" fmla="*/ 251731 w 560550"/>
              <a:gd name="connsiteY24" fmla="*/ 26070 h 493591"/>
              <a:gd name="connsiteX25" fmla="*/ 255383 w 560550"/>
              <a:gd name="connsiteY25" fmla="*/ 19328 h 493591"/>
              <a:gd name="connsiteX26" fmla="*/ 281371 w 560550"/>
              <a:gd name="connsiteY26" fmla="*/ 127 h 493591"/>
              <a:gd name="connsiteX27" fmla="*/ 282090 w 560550"/>
              <a:gd name="connsiteY27" fmla="*/ 0 h 493591"/>
              <a:gd name="connsiteX0-1" fmla="*/ 282090 w 560550"/>
              <a:gd name="connsiteY0-2" fmla="*/ 0 h 493591"/>
              <a:gd name="connsiteX1-3" fmla="*/ 307359 w 560550"/>
              <a:gd name="connsiteY1-4" fmla="*/ 19328 h 493591"/>
              <a:gd name="connsiteX2-5" fmla="*/ 322151 w 560550"/>
              <a:gd name="connsiteY2-6" fmla="*/ 46641 h 493591"/>
              <a:gd name="connsiteX3-7" fmla="*/ 422483 w 560550"/>
              <a:gd name="connsiteY3-8" fmla="*/ 244308 h 493591"/>
              <a:gd name="connsiteX4-9" fmla="*/ 426075 w 560550"/>
              <a:gd name="connsiteY4-10" fmla="*/ 252279 h 493591"/>
              <a:gd name="connsiteX5-11" fmla="*/ 549713 w 560550"/>
              <a:gd name="connsiteY5-12" fmla="*/ 442022 h 493591"/>
              <a:gd name="connsiteX6-13" fmla="*/ 553726 w 560550"/>
              <a:gd name="connsiteY6-14" fmla="*/ 448555 h 493591"/>
              <a:gd name="connsiteX7-15" fmla="*/ 557360 w 560550"/>
              <a:gd name="connsiteY7-16" fmla="*/ 480662 h 493591"/>
              <a:gd name="connsiteX8-17" fmla="*/ 557111 w 560550"/>
              <a:gd name="connsiteY8-18" fmla="*/ 481348 h 493591"/>
              <a:gd name="connsiteX9-19" fmla="*/ 527738 w 560550"/>
              <a:gd name="connsiteY9-20" fmla="*/ 493568 h 493591"/>
              <a:gd name="connsiteX10-21" fmla="*/ 496688 w 560550"/>
              <a:gd name="connsiteY10-22" fmla="*/ 492722 h 493591"/>
              <a:gd name="connsiteX11-23" fmla="*/ 275338 w 560550"/>
              <a:gd name="connsiteY11-24" fmla="*/ 480778 h 493591"/>
              <a:gd name="connsiteX12-25" fmla="*/ 275975 w 560550"/>
              <a:gd name="connsiteY12-26" fmla="*/ 480403 h 493591"/>
              <a:gd name="connsiteX13-27" fmla="*/ 266629 w 560550"/>
              <a:gd name="connsiteY13-28" fmla="*/ 479903 h 493591"/>
              <a:gd name="connsiteX14-29" fmla="*/ 40497 w 560550"/>
              <a:gd name="connsiteY14-30" fmla="*/ 492105 h 493591"/>
              <a:gd name="connsiteX15-31" fmla="*/ 32832 w 560550"/>
              <a:gd name="connsiteY15-32" fmla="*/ 492314 h 493591"/>
              <a:gd name="connsiteX16-33" fmla="*/ 3210 w 560550"/>
              <a:gd name="connsiteY16-34" fmla="*/ 479408 h 493591"/>
              <a:gd name="connsiteX17-35" fmla="*/ 2740 w 560550"/>
              <a:gd name="connsiteY17-36" fmla="*/ 478849 h 493591"/>
              <a:gd name="connsiteX18-37" fmla="*/ 6844 w 560550"/>
              <a:gd name="connsiteY18-38" fmla="*/ 447301 h 493591"/>
              <a:gd name="connsiteX19-39" fmla="*/ 23102 w 560550"/>
              <a:gd name="connsiteY19-40" fmla="*/ 420834 h 493591"/>
              <a:gd name="connsiteX20-41" fmla="*/ 144121 w 560550"/>
              <a:gd name="connsiteY20-42" fmla="*/ 235111 h 493591"/>
              <a:gd name="connsiteX21-43" fmla="*/ 144127 w 560550"/>
              <a:gd name="connsiteY21-44" fmla="*/ 235851 h 493591"/>
              <a:gd name="connsiteX22-45" fmla="*/ 149231 w 560550"/>
              <a:gd name="connsiteY22-46" fmla="*/ 228009 h 493591"/>
              <a:gd name="connsiteX23-47" fmla="*/ 251731 w 560550"/>
              <a:gd name="connsiteY23-48" fmla="*/ 26070 h 493591"/>
              <a:gd name="connsiteX24-49" fmla="*/ 255383 w 560550"/>
              <a:gd name="connsiteY24-50" fmla="*/ 19328 h 493591"/>
              <a:gd name="connsiteX25-51" fmla="*/ 281371 w 560550"/>
              <a:gd name="connsiteY25-52" fmla="*/ 127 h 493591"/>
              <a:gd name="connsiteX26-53" fmla="*/ 282090 w 560550"/>
              <a:gd name="connsiteY26-54" fmla="*/ 0 h 493591"/>
              <a:gd name="connsiteX0-55" fmla="*/ 282090 w 560550"/>
              <a:gd name="connsiteY0-56" fmla="*/ 0 h 493591"/>
              <a:gd name="connsiteX1-57" fmla="*/ 307359 w 560550"/>
              <a:gd name="connsiteY1-58" fmla="*/ 19328 h 493591"/>
              <a:gd name="connsiteX2-59" fmla="*/ 322151 w 560550"/>
              <a:gd name="connsiteY2-60" fmla="*/ 46641 h 493591"/>
              <a:gd name="connsiteX3-61" fmla="*/ 426075 w 560550"/>
              <a:gd name="connsiteY3-62" fmla="*/ 252279 h 493591"/>
              <a:gd name="connsiteX4-63" fmla="*/ 549713 w 560550"/>
              <a:gd name="connsiteY4-64" fmla="*/ 442022 h 493591"/>
              <a:gd name="connsiteX5-65" fmla="*/ 553726 w 560550"/>
              <a:gd name="connsiteY5-66" fmla="*/ 448555 h 493591"/>
              <a:gd name="connsiteX6-67" fmla="*/ 557360 w 560550"/>
              <a:gd name="connsiteY6-68" fmla="*/ 480662 h 493591"/>
              <a:gd name="connsiteX7-69" fmla="*/ 557111 w 560550"/>
              <a:gd name="connsiteY7-70" fmla="*/ 481348 h 493591"/>
              <a:gd name="connsiteX8-71" fmla="*/ 527738 w 560550"/>
              <a:gd name="connsiteY8-72" fmla="*/ 493568 h 493591"/>
              <a:gd name="connsiteX9-73" fmla="*/ 496688 w 560550"/>
              <a:gd name="connsiteY9-74" fmla="*/ 492722 h 493591"/>
              <a:gd name="connsiteX10-75" fmla="*/ 275338 w 560550"/>
              <a:gd name="connsiteY10-76" fmla="*/ 480778 h 493591"/>
              <a:gd name="connsiteX11-77" fmla="*/ 275975 w 560550"/>
              <a:gd name="connsiteY11-78" fmla="*/ 480403 h 493591"/>
              <a:gd name="connsiteX12-79" fmla="*/ 266629 w 560550"/>
              <a:gd name="connsiteY12-80" fmla="*/ 479903 h 493591"/>
              <a:gd name="connsiteX13-81" fmla="*/ 40497 w 560550"/>
              <a:gd name="connsiteY13-82" fmla="*/ 492105 h 493591"/>
              <a:gd name="connsiteX14-83" fmla="*/ 32832 w 560550"/>
              <a:gd name="connsiteY14-84" fmla="*/ 492314 h 493591"/>
              <a:gd name="connsiteX15-85" fmla="*/ 3210 w 560550"/>
              <a:gd name="connsiteY15-86" fmla="*/ 479408 h 493591"/>
              <a:gd name="connsiteX16-87" fmla="*/ 2740 w 560550"/>
              <a:gd name="connsiteY16-88" fmla="*/ 478849 h 493591"/>
              <a:gd name="connsiteX17-89" fmla="*/ 6844 w 560550"/>
              <a:gd name="connsiteY17-90" fmla="*/ 447301 h 493591"/>
              <a:gd name="connsiteX18-91" fmla="*/ 23102 w 560550"/>
              <a:gd name="connsiteY18-92" fmla="*/ 420834 h 493591"/>
              <a:gd name="connsiteX19-93" fmla="*/ 144121 w 560550"/>
              <a:gd name="connsiteY19-94" fmla="*/ 235111 h 493591"/>
              <a:gd name="connsiteX20-95" fmla="*/ 144127 w 560550"/>
              <a:gd name="connsiteY20-96" fmla="*/ 235851 h 493591"/>
              <a:gd name="connsiteX21-97" fmla="*/ 149231 w 560550"/>
              <a:gd name="connsiteY21-98" fmla="*/ 228009 h 493591"/>
              <a:gd name="connsiteX22-99" fmla="*/ 251731 w 560550"/>
              <a:gd name="connsiteY22-100" fmla="*/ 26070 h 493591"/>
              <a:gd name="connsiteX23-101" fmla="*/ 255383 w 560550"/>
              <a:gd name="connsiteY23-102" fmla="*/ 19328 h 493591"/>
              <a:gd name="connsiteX24-103" fmla="*/ 281371 w 560550"/>
              <a:gd name="connsiteY24-104" fmla="*/ 127 h 493591"/>
              <a:gd name="connsiteX25-105" fmla="*/ 282090 w 560550"/>
              <a:gd name="connsiteY25-106" fmla="*/ 0 h 493591"/>
              <a:gd name="connsiteX0-107" fmla="*/ 282090 w 560550"/>
              <a:gd name="connsiteY0-108" fmla="*/ 0 h 493591"/>
              <a:gd name="connsiteX1-109" fmla="*/ 307359 w 560550"/>
              <a:gd name="connsiteY1-110" fmla="*/ 19328 h 493591"/>
              <a:gd name="connsiteX2-111" fmla="*/ 322151 w 560550"/>
              <a:gd name="connsiteY2-112" fmla="*/ 46641 h 493591"/>
              <a:gd name="connsiteX3-113" fmla="*/ 426075 w 560550"/>
              <a:gd name="connsiteY3-114" fmla="*/ 252279 h 493591"/>
              <a:gd name="connsiteX4-115" fmla="*/ 549713 w 560550"/>
              <a:gd name="connsiteY4-116" fmla="*/ 442022 h 493591"/>
              <a:gd name="connsiteX5-117" fmla="*/ 553726 w 560550"/>
              <a:gd name="connsiteY5-118" fmla="*/ 448555 h 493591"/>
              <a:gd name="connsiteX6-119" fmla="*/ 557360 w 560550"/>
              <a:gd name="connsiteY6-120" fmla="*/ 480662 h 493591"/>
              <a:gd name="connsiteX7-121" fmla="*/ 557111 w 560550"/>
              <a:gd name="connsiteY7-122" fmla="*/ 481348 h 493591"/>
              <a:gd name="connsiteX8-123" fmla="*/ 527738 w 560550"/>
              <a:gd name="connsiteY8-124" fmla="*/ 493568 h 493591"/>
              <a:gd name="connsiteX9-125" fmla="*/ 496688 w 560550"/>
              <a:gd name="connsiteY9-126" fmla="*/ 492722 h 493591"/>
              <a:gd name="connsiteX10-127" fmla="*/ 275338 w 560550"/>
              <a:gd name="connsiteY10-128" fmla="*/ 480778 h 493591"/>
              <a:gd name="connsiteX11-129" fmla="*/ 275975 w 560550"/>
              <a:gd name="connsiteY11-130" fmla="*/ 480403 h 493591"/>
              <a:gd name="connsiteX12-131" fmla="*/ 266629 w 560550"/>
              <a:gd name="connsiteY12-132" fmla="*/ 479903 h 493591"/>
              <a:gd name="connsiteX13-133" fmla="*/ 40497 w 560550"/>
              <a:gd name="connsiteY13-134" fmla="*/ 492105 h 493591"/>
              <a:gd name="connsiteX14-135" fmla="*/ 32832 w 560550"/>
              <a:gd name="connsiteY14-136" fmla="*/ 492314 h 493591"/>
              <a:gd name="connsiteX15-137" fmla="*/ 3210 w 560550"/>
              <a:gd name="connsiteY15-138" fmla="*/ 479408 h 493591"/>
              <a:gd name="connsiteX16-139" fmla="*/ 2740 w 560550"/>
              <a:gd name="connsiteY16-140" fmla="*/ 478849 h 493591"/>
              <a:gd name="connsiteX17-141" fmla="*/ 6844 w 560550"/>
              <a:gd name="connsiteY17-142" fmla="*/ 447301 h 493591"/>
              <a:gd name="connsiteX18-143" fmla="*/ 23102 w 560550"/>
              <a:gd name="connsiteY18-144" fmla="*/ 420834 h 493591"/>
              <a:gd name="connsiteX19-145" fmla="*/ 144121 w 560550"/>
              <a:gd name="connsiteY19-146" fmla="*/ 235111 h 493591"/>
              <a:gd name="connsiteX20-147" fmla="*/ 144127 w 560550"/>
              <a:gd name="connsiteY20-148" fmla="*/ 235851 h 493591"/>
              <a:gd name="connsiteX21-149" fmla="*/ 149231 w 560550"/>
              <a:gd name="connsiteY21-150" fmla="*/ 228009 h 493591"/>
              <a:gd name="connsiteX22-151" fmla="*/ 251731 w 560550"/>
              <a:gd name="connsiteY22-152" fmla="*/ 26070 h 493591"/>
              <a:gd name="connsiteX23-153" fmla="*/ 255383 w 560550"/>
              <a:gd name="connsiteY23-154" fmla="*/ 19328 h 493591"/>
              <a:gd name="connsiteX24-155" fmla="*/ 281371 w 560550"/>
              <a:gd name="connsiteY24-156" fmla="*/ 127 h 493591"/>
              <a:gd name="connsiteX25-157" fmla="*/ 282090 w 560550"/>
              <a:gd name="connsiteY25-158" fmla="*/ 0 h 493591"/>
              <a:gd name="connsiteX0-159" fmla="*/ 282090 w 560550"/>
              <a:gd name="connsiteY0-160" fmla="*/ 0 h 493591"/>
              <a:gd name="connsiteX1-161" fmla="*/ 307359 w 560550"/>
              <a:gd name="connsiteY1-162" fmla="*/ 19328 h 493591"/>
              <a:gd name="connsiteX2-163" fmla="*/ 322151 w 560550"/>
              <a:gd name="connsiteY2-164" fmla="*/ 46641 h 493591"/>
              <a:gd name="connsiteX3-165" fmla="*/ 426075 w 560550"/>
              <a:gd name="connsiteY3-166" fmla="*/ 252279 h 493591"/>
              <a:gd name="connsiteX4-167" fmla="*/ 549713 w 560550"/>
              <a:gd name="connsiteY4-168" fmla="*/ 442022 h 493591"/>
              <a:gd name="connsiteX5-169" fmla="*/ 553726 w 560550"/>
              <a:gd name="connsiteY5-170" fmla="*/ 448555 h 493591"/>
              <a:gd name="connsiteX6-171" fmla="*/ 557360 w 560550"/>
              <a:gd name="connsiteY6-172" fmla="*/ 480662 h 493591"/>
              <a:gd name="connsiteX7-173" fmla="*/ 557111 w 560550"/>
              <a:gd name="connsiteY7-174" fmla="*/ 481348 h 493591"/>
              <a:gd name="connsiteX8-175" fmla="*/ 527738 w 560550"/>
              <a:gd name="connsiteY8-176" fmla="*/ 493568 h 493591"/>
              <a:gd name="connsiteX9-177" fmla="*/ 496688 w 560550"/>
              <a:gd name="connsiteY9-178" fmla="*/ 492722 h 493591"/>
              <a:gd name="connsiteX10-179" fmla="*/ 275338 w 560550"/>
              <a:gd name="connsiteY10-180" fmla="*/ 480778 h 493591"/>
              <a:gd name="connsiteX11-181" fmla="*/ 275975 w 560550"/>
              <a:gd name="connsiteY11-182" fmla="*/ 480403 h 493591"/>
              <a:gd name="connsiteX12-183" fmla="*/ 266629 w 560550"/>
              <a:gd name="connsiteY12-184" fmla="*/ 479903 h 493591"/>
              <a:gd name="connsiteX13-185" fmla="*/ 40497 w 560550"/>
              <a:gd name="connsiteY13-186" fmla="*/ 492105 h 493591"/>
              <a:gd name="connsiteX14-187" fmla="*/ 32832 w 560550"/>
              <a:gd name="connsiteY14-188" fmla="*/ 492314 h 493591"/>
              <a:gd name="connsiteX15-189" fmla="*/ 3210 w 560550"/>
              <a:gd name="connsiteY15-190" fmla="*/ 479408 h 493591"/>
              <a:gd name="connsiteX16-191" fmla="*/ 2740 w 560550"/>
              <a:gd name="connsiteY16-192" fmla="*/ 478849 h 493591"/>
              <a:gd name="connsiteX17-193" fmla="*/ 6844 w 560550"/>
              <a:gd name="connsiteY17-194" fmla="*/ 447301 h 493591"/>
              <a:gd name="connsiteX18-195" fmla="*/ 23102 w 560550"/>
              <a:gd name="connsiteY18-196" fmla="*/ 420834 h 493591"/>
              <a:gd name="connsiteX19-197" fmla="*/ 144121 w 560550"/>
              <a:gd name="connsiteY19-198" fmla="*/ 235111 h 493591"/>
              <a:gd name="connsiteX20-199" fmla="*/ 149231 w 560550"/>
              <a:gd name="connsiteY20-200" fmla="*/ 228009 h 493591"/>
              <a:gd name="connsiteX21-201" fmla="*/ 251731 w 560550"/>
              <a:gd name="connsiteY21-202" fmla="*/ 26070 h 493591"/>
              <a:gd name="connsiteX22-203" fmla="*/ 255383 w 560550"/>
              <a:gd name="connsiteY22-204" fmla="*/ 19328 h 493591"/>
              <a:gd name="connsiteX23-205" fmla="*/ 281371 w 560550"/>
              <a:gd name="connsiteY23-206" fmla="*/ 127 h 493591"/>
              <a:gd name="connsiteX24-207" fmla="*/ 282090 w 560550"/>
              <a:gd name="connsiteY24-208" fmla="*/ 0 h 493591"/>
              <a:gd name="connsiteX0-209" fmla="*/ 282090 w 560550"/>
              <a:gd name="connsiteY0-210" fmla="*/ 0 h 493591"/>
              <a:gd name="connsiteX1-211" fmla="*/ 307359 w 560550"/>
              <a:gd name="connsiteY1-212" fmla="*/ 19328 h 493591"/>
              <a:gd name="connsiteX2-213" fmla="*/ 322151 w 560550"/>
              <a:gd name="connsiteY2-214" fmla="*/ 46641 h 493591"/>
              <a:gd name="connsiteX3-215" fmla="*/ 426075 w 560550"/>
              <a:gd name="connsiteY3-216" fmla="*/ 252279 h 493591"/>
              <a:gd name="connsiteX4-217" fmla="*/ 549713 w 560550"/>
              <a:gd name="connsiteY4-218" fmla="*/ 442022 h 493591"/>
              <a:gd name="connsiteX5-219" fmla="*/ 553726 w 560550"/>
              <a:gd name="connsiteY5-220" fmla="*/ 448555 h 493591"/>
              <a:gd name="connsiteX6-221" fmla="*/ 557360 w 560550"/>
              <a:gd name="connsiteY6-222" fmla="*/ 480662 h 493591"/>
              <a:gd name="connsiteX7-223" fmla="*/ 557111 w 560550"/>
              <a:gd name="connsiteY7-224" fmla="*/ 481348 h 493591"/>
              <a:gd name="connsiteX8-225" fmla="*/ 527738 w 560550"/>
              <a:gd name="connsiteY8-226" fmla="*/ 493568 h 493591"/>
              <a:gd name="connsiteX9-227" fmla="*/ 496688 w 560550"/>
              <a:gd name="connsiteY9-228" fmla="*/ 492722 h 493591"/>
              <a:gd name="connsiteX10-229" fmla="*/ 275338 w 560550"/>
              <a:gd name="connsiteY10-230" fmla="*/ 480778 h 493591"/>
              <a:gd name="connsiteX11-231" fmla="*/ 275975 w 560550"/>
              <a:gd name="connsiteY11-232" fmla="*/ 480403 h 493591"/>
              <a:gd name="connsiteX12-233" fmla="*/ 266629 w 560550"/>
              <a:gd name="connsiteY12-234" fmla="*/ 479903 h 493591"/>
              <a:gd name="connsiteX13-235" fmla="*/ 40497 w 560550"/>
              <a:gd name="connsiteY13-236" fmla="*/ 492105 h 493591"/>
              <a:gd name="connsiteX14-237" fmla="*/ 32832 w 560550"/>
              <a:gd name="connsiteY14-238" fmla="*/ 492314 h 493591"/>
              <a:gd name="connsiteX15-239" fmla="*/ 3210 w 560550"/>
              <a:gd name="connsiteY15-240" fmla="*/ 479408 h 493591"/>
              <a:gd name="connsiteX16-241" fmla="*/ 2740 w 560550"/>
              <a:gd name="connsiteY16-242" fmla="*/ 478849 h 493591"/>
              <a:gd name="connsiteX17-243" fmla="*/ 6844 w 560550"/>
              <a:gd name="connsiteY17-244" fmla="*/ 447301 h 493591"/>
              <a:gd name="connsiteX18-245" fmla="*/ 23102 w 560550"/>
              <a:gd name="connsiteY18-246" fmla="*/ 420834 h 493591"/>
              <a:gd name="connsiteX19-247" fmla="*/ 149231 w 560550"/>
              <a:gd name="connsiteY19-248" fmla="*/ 228009 h 493591"/>
              <a:gd name="connsiteX20-249" fmla="*/ 251731 w 560550"/>
              <a:gd name="connsiteY20-250" fmla="*/ 26070 h 493591"/>
              <a:gd name="connsiteX21-251" fmla="*/ 255383 w 560550"/>
              <a:gd name="connsiteY21-252" fmla="*/ 19328 h 493591"/>
              <a:gd name="connsiteX22-253" fmla="*/ 281371 w 560550"/>
              <a:gd name="connsiteY22-254" fmla="*/ 127 h 493591"/>
              <a:gd name="connsiteX23-255" fmla="*/ 282090 w 560550"/>
              <a:gd name="connsiteY23-256" fmla="*/ 0 h 493591"/>
              <a:gd name="connsiteX0-257" fmla="*/ 282090 w 560550"/>
              <a:gd name="connsiteY0-258" fmla="*/ 0 h 493591"/>
              <a:gd name="connsiteX1-259" fmla="*/ 307359 w 560550"/>
              <a:gd name="connsiteY1-260" fmla="*/ 19328 h 493591"/>
              <a:gd name="connsiteX2-261" fmla="*/ 322151 w 560550"/>
              <a:gd name="connsiteY2-262" fmla="*/ 46641 h 493591"/>
              <a:gd name="connsiteX3-263" fmla="*/ 426075 w 560550"/>
              <a:gd name="connsiteY3-264" fmla="*/ 252279 h 493591"/>
              <a:gd name="connsiteX4-265" fmla="*/ 549713 w 560550"/>
              <a:gd name="connsiteY4-266" fmla="*/ 442022 h 493591"/>
              <a:gd name="connsiteX5-267" fmla="*/ 553726 w 560550"/>
              <a:gd name="connsiteY5-268" fmla="*/ 448555 h 493591"/>
              <a:gd name="connsiteX6-269" fmla="*/ 557360 w 560550"/>
              <a:gd name="connsiteY6-270" fmla="*/ 480662 h 493591"/>
              <a:gd name="connsiteX7-271" fmla="*/ 557111 w 560550"/>
              <a:gd name="connsiteY7-272" fmla="*/ 481348 h 493591"/>
              <a:gd name="connsiteX8-273" fmla="*/ 527738 w 560550"/>
              <a:gd name="connsiteY8-274" fmla="*/ 493568 h 493591"/>
              <a:gd name="connsiteX9-275" fmla="*/ 496688 w 560550"/>
              <a:gd name="connsiteY9-276" fmla="*/ 492722 h 493591"/>
              <a:gd name="connsiteX10-277" fmla="*/ 275338 w 560550"/>
              <a:gd name="connsiteY10-278" fmla="*/ 480778 h 493591"/>
              <a:gd name="connsiteX11-279" fmla="*/ 275975 w 560550"/>
              <a:gd name="connsiteY11-280" fmla="*/ 480403 h 493591"/>
              <a:gd name="connsiteX12-281" fmla="*/ 266629 w 560550"/>
              <a:gd name="connsiteY12-282" fmla="*/ 479903 h 493591"/>
              <a:gd name="connsiteX13-283" fmla="*/ 40497 w 560550"/>
              <a:gd name="connsiteY13-284" fmla="*/ 492105 h 493591"/>
              <a:gd name="connsiteX14-285" fmla="*/ 32832 w 560550"/>
              <a:gd name="connsiteY14-286" fmla="*/ 492314 h 493591"/>
              <a:gd name="connsiteX15-287" fmla="*/ 3210 w 560550"/>
              <a:gd name="connsiteY15-288" fmla="*/ 479408 h 493591"/>
              <a:gd name="connsiteX16-289" fmla="*/ 2740 w 560550"/>
              <a:gd name="connsiteY16-290" fmla="*/ 478849 h 493591"/>
              <a:gd name="connsiteX17-291" fmla="*/ 6844 w 560550"/>
              <a:gd name="connsiteY17-292" fmla="*/ 447301 h 493591"/>
              <a:gd name="connsiteX18-293" fmla="*/ 23102 w 560550"/>
              <a:gd name="connsiteY18-294" fmla="*/ 420834 h 493591"/>
              <a:gd name="connsiteX19-295" fmla="*/ 149231 w 560550"/>
              <a:gd name="connsiteY19-296" fmla="*/ 228009 h 493591"/>
              <a:gd name="connsiteX20-297" fmla="*/ 251731 w 560550"/>
              <a:gd name="connsiteY20-298" fmla="*/ 26070 h 493591"/>
              <a:gd name="connsiteX21-299" fmla="*/ 255383 w 560550"/>
              <a:gd name="connsiteY21-300" fmla="*/ 19328 h 493591"/>
              <a:gd name="connsiteX22-301" fmla="*/ 281371 w 560550"/>
              <a:gd name="connsiteY22-302" fmla="*/ 127 h 493591"/>
              <a:gd name="connsiteX23-303" fmla="*/ 282090 w 560550"/>
              <a:gd name="connsiteY23-304" fmla="*/ 0 h 493591"/>
              <a:gd name="connsiteX0-305" fmla="*/ 282090 w 560550"/>
              <a:gd name="connsiteY0-306" fmla="*/ 0 h 493591"/>
              <a:gd name="connsiteX1-307" fmla="*/ 307359 w 560550"/>
              <a:gd name="connsiteY1-308" fmla="*/ 19328 h 493591"/>
              <a:gd name="connsiteX2-309" fmla="*/ 322151 w 560550"/>
              <a:gd name="connsiteY2-310" fmla="*/ 46641 h 493591"/>
              <a:gd name="connsiteX3-311" fmla="*/ 426075 w 560550"/>
              <a:gd name="connsiteY3-312" fmla="*/ 252279 h 493591"/>
              <a:gd name="connsiteX4-313" fmla="*/ 549713 w 560550"/>
              <a:gd name="connsiteY4-314" fmla="*/ 442022 h 493591"/>
              <a:gd name="connsiteX5-315" fmla="*/ 553726 w 560550"/>
              <a:gd name="connsiteY5-316" fmla="*/ 448555 h 493591"/>
              <a:gd name="connsiteX6-317" fmla="*/ 557360 w 560550"/>
              <a:gd name="connsiteY6-318" fmla="*/ 480662 h 493591"/>
              <a:gd name="connsiteX7-319" fmla="*/ 557111 w 560550"/>
              <a:gd name="connsiteY7-320" fmla="*/ 481348 h 493591"/>
              <a:gd name="connsiteX8-321" fmla="*/ 527738 w 560550"/>
              <a:gd name="connsiteY8-322" fmla="*/ 493568 h 493591"/>
              <a:gd name="connsiteX9-323" fmla="*/ 496688 w 560550"/>
              <a:gd name="connsiteY9-324" fmla="*/ 492722 h 493591"/>
              <a:gd name="connsiteX10-325" fmla="*/ 275338 w 560550"/>
              <a:gd name="connsiteY10-326" fmla="*/ 480778 h 493591"/>
              <a:gd name="connsiteX11-327" fmla="*/ 266629 w 560550"/>
              <a:gd name="connsiteY11-328" fmla="*/ 479903 h 493591"/>
              <a:gd name="connsiteX12-329" fmla="*/ 40497 w 560550"/>
              <a:gd name="connsiteY12-330" fmla="*/ 492105 h 493591"/>
              <a:gd name="connsiteX13-331" fmla="*/ 32832 w 560550"/>
              <a:gd name="connsiteY13-332" fmla="*/ 492314 h 493591"/>
              <a:gd name="connsiteX14-333" fmla="*/ 3210 w 560550"/>
              <a:gd name="connsiteY14-334" fmla="*/ 479408 h 493591"/>
              <a:gd name="connsiteX15-335" fmla="*/ 2740 w 560550"/>
              <a:gd name="connsiteY15-336" fmla="*/ 478849 h 493591"/>
              <a:gd name="connsiteX16-337" fmla="*/ 6844 w 560550"/>
              <a:gd name="connsiteY16-338" fmla="*/ 447301 h 493591"/>
              <a:gd name="connsiteX17-339" fmla="*/ 23102 w 560550"/>
              <a:gd name="connsiteY17-340" fmla="*/ 420834 h 493591"/>
              <a:gd name="connsiteX18-341" fmla="*/ 149231 w 560550"/>
              <a:gd name="connsiteY18-342" fmla="*/ 228009 h 493591"/>
              <a:gd name="connsiteX19-343" fmla="*/ 251731 w 560550"/>
              <a:gd name="connsiteY19-344" fmla="*/ 26070 h 493591"/>
              <a:gd name="connsiteX20-345" fmla="*/ 255383 w 560550"/>
              <a:gd name="connsiteY20-346" fmla="*/ 19328 h 493591"/>
              <a:gd name="connsiteX21-347" fmla="*/ 281371 w 560550"/>
              <a:gd name="connsiteY21-348" fmla="*/ 127 h 493591"/>
              <a:gd name="connsiteX22-349" fmla="*/ 282090 w 560550"/>
              <a:gd name="connsiteY22-350" fmla="*/ 0 h 493591"/>
              <a:gd name="connsiteX0-351" fmla="*/ 282090 w 560550"/>
              <a:gd name="connsiteY0-352" fmla="*/ 0 h 493591"/>
              <a:gd name="connsiteX1-353" fmla="*/ 307359 w 560550"/>
              <a:gd name="connsiteY1-354" fmla="*/ 19328 h 493591"/>
              <a:gd name="connsiteX2-355" fmla="*/ 322151 w 560550"/>
              <a:gd name="connsiteY2-356" fmla="*/ 46641 h 493591"/>
              <a:gd name="connsiteX3-357" fmla="*/ 426075 w 560550"/>
              <a:gd name="connsiteY3-358" fmla="*/ 252279 h 493591"/>
              <a:gd name="connsiteX4-359" fmla="*/ 549713 w 560550"/>
              <a:gd name="connsiteY4-360" fmla="*/ 442022 h 493591"/>
              <a:gd name="connsiteX5-361" fmla="*/ 553726 w 560550"/>
              <a:gd name="connsiteY5-362" fmla="*/ 448555 h 493591"/>
              <a:gd name="connsiteX6-363" fmla="*/ 557360 w 560550"/>
              <a:gd name="connsiteY6-364" fmla="*/ 480662 h 493591"/>
              <a:gd name="connsiteX7-365" fmla="*/ 557111 w 560550"/>
              <a:gd name="connsiteY7-366" fmla="*/ 481348 h 493591"/>
              <a:gd name="connsiteX8-367" fmla="*/ 527738 w 560550"/>
              <a:gd name="connsiteY8-368" fmla="*/ 493568 h 493591"/>
              <a:gd name="connsiteX9-369" fmla="*/ 496688 w 560550"/>
              <a:gd name="connsiteY9-370" fmla="*/ 492722 h 493591"/>
              <a:gd name="connsiteX10-371" fmla="*/ 266629 w 560550"/>
              <a:gd name="connsiteY10-372" fmla="*/ 479903 h 493591"/>
              <a:gd name="connsiteX11-373" fmla="*/ 40497 w 560550"/>
              <a:gd name="connsiteY11-374" fmla="*/ 492105 h 493591"/>
              <a:gd name="connsiteX12-375" fmla="*/ 32832 w 560550"/>
              <a:gd name="connsiteY12-376" fmla="*/ 492314 h 493591"/>
              <a:gd name="connsiteX13-377" fmla="*/ 3210 w 560550"/>
              <a:gd name="connsiteY13-378" fmla="*/ 479408 h 493591"/>
              <a:gd name="connsiteX14-379" fmla="*/ 2740 w 560550"/>
              <a:gd name="connsiteY14-380" fmla="*/ 478849 h 493591"/>
              <a:gd name="connsiteX15-381" fmla="*/ 6844 w 560550"/>
              <a:gd name="connsiteY15-382" fmla="*/ 447301 h 493591"/>
              <a:gd name="connsiteX16-383" fmla="*/ 23102 w 560550"/>
              <a:gd name="connsiteY16-384" fmla="*/ 420834 h 493591"/>
              <a:gd name="connsiteX17-385" fmla="*/ 149231 w 560550"/>
              <a:gd name="connsiteY17-386" fmla="*/ 228009 h 493591"/>
              <a:gd name="connsiteX18-387" fmla="*/ 251731 w 560550"/>
              <a:gd name="connsiteY18-388" fmla="*/ 26070 h 493591"/>
              <a:gd name="connsiteX19-389" fmla="*/ 255383 w 560550"/>
              <a:gd name="connsiteY19-390" fmla="*/ 19328 h 493591"/>
              <a:gd name="connsiteX20-391" fmla="*/ 281371 w 560550"/>
              <a:gd name="connsiteY20-392" fmla="*/ 127 h 493591"/>
              <a:gd name="connsiteX21-393" fmla="*/ 282090 w 560550"/>
              <a:gd name="connsiteY21-394" fmla="*/ 0 h 493591"/>
              <a:gd name="connsiteX0-395" fmla="*/ 282090 w 560550"/>
              <a:gd name="connsiteY0-396" fmla="*/ 0 h 493591"/>
              <a:gd name="connsiteX1-397" fmla="*/ 307359 w 560550"/>
              <a:gd name="connsiteY1-398" fmla="*/ 19328 h 493591"/>
              <a:gd name="connsiteX2-399" fmla="*/ 322151 w 560550"/>
              <a:gd name="connsiteY2-400" fmla="*/ 46641 h 493591"/>
              <a:gd name="connsiteX3-401" fmla="*/ 426075 w 560550"/>
              <a:gd name="connsiteY3-402" fmla="*/ 252279 h 493591"/>
              <a:gd name="connsiteX4-403" fmla="*/ 549713 w 560550"/>
              <a:gd name="connsiteY4-404" fmla="*/ 442022 h 493591"/>
              <a:gd name="connsiteX5-405" fmla="*/ 553726 w 560550"/>
              <a:gd name="connsiteY5-406" fmla="*/ 448555 h 493591"/>
              <a:gd name="connsiteX6-407" fmla="*/ 557360 w 560550"/>
              <a:gd name="connsiteY6-408" fmla="*/ 480662 h 493591"/>
              <a:gd name="connsiteX7-409" fmla="*/ 557111 w 560550"/>
              <a:gd name="connsiteY7-410" fmla="*/ 481348 h 493591"/>
              <a:gd name="connsiteX8-411" fmla="*/ 527738 w 560550"/>
              <a:gd name="connsiteY8-412" fmla="*/ 493568 h 493591"/>
              <a:gd name="connsiteX9-413" fmla="*/ 496688 w 560550"/>
              <a:gd name="connsiteY9-414" fmla="*/ 492722 h 493591"/>
              <a:gd name="connsiteX10-415" fmla="*/ 266629 w 560550"/>
              <a:gd name="connsiteY10-416" fmla="*/ 479903 h 493591"/>
              <a:gd name="connsiteX11-417" fmla="*/ 40497 w 560550"/>
              <a:gd name="connsiteY11-418" fmla="*/ 492105 h 493591"/>
              <a:gd name="connsiteX12-419" fmla="*/ 32832 w 560550"/>
              <a:gd name="connsiteY12-420" fmla="*/ 492314 h 493591"/>
              <a:gd name="connsiteX13-421" fmla="*/ 3210 w 560550"/>
              <a:gd name="connsiteY13-422" fmla="*/ 479408 h 493591"/>
              <a:gd name="connsiteX14-423" fmla="*/ 2740 w 560550"/>
              <a:gd name="connsiteY14-424" fmla="*/ 478849 h 493591"/>
              <a:gd name="connsiteX15-425" fmla="*/ 6844 w 560550"/>
              <a:gd name="connsiteY15-426" fmla="*/ 447301 h 493591"/>
              <a:gd name="connsiteX16-427" fmla="*/ 23102 w 560550"/>
              <a:gd name="connsiteY16-428" fmla="*/ 420834 h 493591"/>
              <a:gd name="connsiteX17-429" fmla="*/ 149231 w 560550"/>
              <a:gd name="connsiteY17-430" fmla="*/ 228009 h 493591"/>
              <a:gd name="connsiteX18-431" fmla="*/ 251731 w 560550"/>
              <a:gd name="connsiteY18-432" fmla="*/ 26070 h 493591"/>
              <a:gd name="connsiteX19-433" fmla="*/ 255383 w 560550"/>
              <a:gd name="connsiteY19-434" fmla="*/ 19328 h 493591"/>
              <a:gd name="connsiteX20-435" fmla="*/ 281371 w 560550"/>
              <a:gd name="connsiteY20-436" fmla="*/ 127 h 493591"/>
              <a:gd name="connsiteX21-437" fmla="*/ 282090 w 560550"/>
              <a:gd name="connsiteY21-438" fmla="*/ 0 h 4935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560550" h="493591">
                <a:moveTo>
                  <a:pt x="282090" y="0"/>
                </a:moveTo>
                <a:cubicBezTo>
                  <a:pt x="291235" y="0"/>
                  <a:pt x="300381" y="6443"/>
                  <a:pt x="307359" y="19328"/>
                </a:cubicBezTo>
                <a:lnTo>
                  <a:pt x="322151" y="46641"/>
                </a:lnTo>
                <a:cubicBezTo>
                  <a:pt x="341937" y="85466"/>
                  <a:pt x="388148" y="186382"/>
                  <a:pt x="426075" y="252279"/>
                </a:cubicBezTo>
                <a:cubicBezTo>
                  <a:pt x="464002" y="318176"/>
                  <a:pt x="528438" y="409309"/>
                  <a:pt x="549713" y="442022"/>
                </a:cubicBezTo>
                <a:lnTo>
                  <a:pt x="553726" y="448555"/>
                </a:lnTo>
                <a:cubicBezTo>
                  <a:pt x="561598" y="461368"/>
                  <a:pt x="562451" y="472766"/>
                  <a:pt x="557360" y="480662"/>
                </a:cubicBezTo>
                <a:cubicBezTo>
                  <a:pt x="557347" y="480929"/>
                  <a:pt x="557231" y="481140"/>
                  <a:pt x="557111" y="481348"/>
                </a:cubicBezTo>
                <a:cubicBezTo>
                  <a:pt x="552538" y="489268"/>
                  <a:pt x="542386" y="493968"/>
                  <a:pt x="527738" y="493568"/>
                </a:cubicBezTo>
                <a:lnTo>
                  <a:pt x="496688" y="492722"/>
                </a:lnTo>
                <a:cubicBezTo>
                  <a:pt x="453170" y="490445"/>
                  <a:pt x="342661" y="480006"/>
                  <a:pt x="266629" y="479903"/>
                </a:cubicBezTo>
                <a:cubicBezTo>
                  <a:pt x="190597" y="479800"/>
                  <a:pt x="79463" y="490037"/>
                  <a:pt x="40497" y="492105"/>
                </a:cubicBezTo>
                <a:lnTo>
                  <a:pt x="32832" y="492314"/>
                </a:lnTo>
                <a:cubicBezTo>
                  <a:pt x="17800" y="492724"/>
                  <a:pt x="7502" y="487764"/>
                  <a:pt x="3210" y="479408"/>
                </a:cubicBezTo>
                <a:cubicBezTo>
                  <a:pt x="2985" y="479262"/>
                  <a:pt x="2860" y="479056"/>
                  <a:pt x="2740" y="478849"/>
                </a:cubicBezTo>
                <a:cubicBezTo>
                  <a:pt x="-1833" y="470928"/>
                  <a:pt x="-826" y="459787"/>
                  <a:pt x="6844" y="447301"/>
                </a:cubicBezTo>
                <a:lnTo>
                  <a:pt x="23102" y="420834"/>
                </a:lnTo>
                <a:cubicBezTo>
                  <a:pt x="46833" y="384285"/>
                  <a:pt x="111126" y="293803"/>
                  <a:pt x="149231" y="228009"/>
                </a:cubicBezTo>
                <a:cubicBezTo>
                  <a:pt x="187336" y="162215"/>
                  <a:pt x="234039" y="60850"/>
                  <a:pt x="251731" y="26070"/>
                </a:cubicBezTo>
                <a:lnTo>
                  <a:pt x="255383" y="19328"/>
                </a:lnTo>
                <a:cubicBezTo>
                  <a:pt x="262543" y="6104"/>
                  <a:pt x="271988" y="-334"/>
                  <a:pt x="281371" y="127"/>
                </a:cubicBezTo>
                <a:cubicBezTo>
                  <a:pt x="281609" y="5"/>
                  <a:pt x="281850" y="0"/>
                  <a:pt x="28209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buFontTx/>
              <a:buNone/>
              <a:defRPr/>
            </a:pPr>
            <a:endParaRPr lang="zh-CN" altLang="en-US" sz="1350" dirty="0">
              <a:solidFill>
                <a:srgbClr val="FFFFFF"/>
              </a:solidFill>
              <a:latin typeface="微软雅黑" panose="020B0503020204020204" charset="-122"/>
              <a:cs typeface="Arial" panose="020B0604020202020204" pitchFamily="34" charset="0"/>
            </a:endParaRPr>
          </a:p>
        </p:txBody>
      </p:sp>
      <p:sp>
        <p:nvSpPr>
          <p:cNvPr id="2" name="标题 1"/>
          <p:cNvSpPr>
            <a:spLocks noGrp="1"/>
          </p:cNvSpPr>
          <p:nvPr>
            <p:ph type="title" hasCustomPrompt="1"/>
            <p:custDataLst>
              <p:tags r:id="rId12"/>
            </p:custDataLst>
          </p:nvPr>
        </p:nvSpPr>
        <p:spPr>
          <a:xfrm>
            <a:off x="1452423" y="2842161"/>
            <a:ext cx="6239154" cy="1173679"/>
          </a:xfrm>
        </p:spPr>
        <p:txBody>
          <a:bodyPr rIns="25400" rtlCol="0">
            <a:noAutofit/>
          </a:bodyPr>
          <a:lstStyle>
            <a:lvl1pPr marL="0" marR="0" algn="ctr" defTabSz="914400" rtl="0" eaLnBrk="1" fontAlgn="auto" latinLnBrk="0" hangingPunct="1">
              <a:lnSpc>
                <a:spcPct val="100000"/>
              </a:lnSpc>
              <a:buNone/>
              <a:defRPr kumimoji="0" lang="zh-CN" altLang="en-US" sz="6000" b="1" i="0" u="none" strike="noStrike" kern="1200" cap="none" spc="600" normalizeH="0" baseline="0" noProof="1" dirty="0">
                <a:solidFill>
                  <a:schemeClr val="accent5"/>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编版标题</a:t>
            </a:r>
            <a:endParaRPr noProof="1">
              <a:sym typeface="+mn-ea"/>
            </a:endParaRPr>
          </a:p>
        </p:txBody>
      </p:sp>
      <p:sp>
        <p:nvSpPr>
          <p:cNvPr id="13" name="日期占位符 2"/>
          <p:cNvSpPr>
            <a:spLocks noGrp="1"/>
          </p:cNvSpPr>
          <p:nvPr>
            <p:ph type="dt" sz="half" idx="10"/>
            <p:custDataLst>
              <p:tags r:id="rId13"/>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14" name="页脚占位符 3"/>
          <p:cNvSpPr>
            <a:spLocks noGrp="1"/>
          </p:cNvSpPr>
          <p:nvPr>
            <p:ph type="ftr" sz="quarter" idx="11"/>
            <p:custDataLst>
              <p:tags r:id="rId14"/>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pPr>
              <a:defRPr/>
            </a:pPr>
            <a:endParaRPr lang="zh-CN" altLang="en-US"/>
          </a:p>
        </p:txBody>
      </p:sp>
      <p:sp>
        <p:nvSpPr>
          <p:cNvPr id="15" name="灯片编号占位符 4"/>
          <p:cNvSpPr>
            <a:spLocks noGrp="1"/>
          </p:cNvSpPr>
          <p:nvPr>
            <p:ph type="sldNum" sz="quarter" idx="12"/>
            <p:custDataLst>
              <p:tags r:id="rId15"/>
            </p:custDataLst>
          </p:nvPr>
        </p:nvSpPr>
        <p:spPr/>
        <p:txBody>
          <a:bodyPr/>
          <a:lstStyle>
            <a:lvl1pPr>
              <a:defRPr/>
            </a:lvl1pPr>
          </a:lstStyle>
          <a:p>
            <a:pPr>
              <a:defRPr/>
            </a:pPr>
            <a:fld id="{5F28921A-3659-40E6-BF05-B007AA185C5C}" type="slidenum">
              <a:rPr lang="zh-CN" altLang="en-US"/>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9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tags" Target="../tags/tag94.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502444" y="442913"/>
            <a:ext cx="8139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3"/>
            </p:custDataLst>
          </p:nvPr>
        </p:nvSpPr>
        <p:spPr bwMode="auto">
          <a:xfrm>
            <a:off x="502444" y="952500"/>
            <a:ext cx="8139113"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59606" y="6350000"/>
            <a:ext cx="2025254" cy="315913"/>
          </a:xfrm>
          <a:prstGeom prst="rect">
            <a:avLst/>
          </a:prstGeom>
        </p:spPr>
        <p:txBody>
          <a:bodyPr vert="horz" lIns="91440" tIns="45720" rIns="91440" bIns="45720" rtlCol="0" anchor="ctr">
            <a:normAutofit/>
          </a:bodyPr>
          <a:lstStyle>
            <a:lvl1pPr algn="l">
              <a:buFontTx/>
              <a:buNone/>
              <a:defRPr sz="9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291" y="6350000"/>
            <a:ext cx="2969419" cy="315913"/>
          </a:xfrm>
          <a:prstGeom prst="rect">
            <a:avLst/>
          </a:prstGeom>
        </p:spPr>
        <p:txBody>
          <a:bodyPr vert="horz" lIns="91440" tIns="45720" rIns="91440" bIns="45720" rtlCol="0" anchor="ctr">
            <a:normAutofit/>
          </a:bodyPr>
          <a:lstStyle>
            <a:lvl1pPr algn="ctr">
              <a:buFontTx/>
              <a:buNone/>
              <a:defRPr sz="900" dirty="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6" name="灯片编号占位符 5"/>
          <p:cNvSpPr>
            <a:spLocks noGrp="1"/>
          </p:cNvSpPr>
          <p:nvPr>
            <p:ph type="sldNum" sz="quarter" idx="4"/>
            <p:custDataLst>
              <p:tags r:id="rId16"/>
            </p:custDataLst>
          </p:nvPr>
        </p:nvSpPr>
        <p:spPr>
          <a:xfrm>
            <a:off x="6457950" y="6350000"/>
            <a:ext cx="2025254" cy="315913"/>
          </a:xfrm>
          <a:prstGeom prst="rect">
            <a:avLst/>
          </a:prstGeom>
        </p:spPr>
        <p:txBody>
          <a:bodyPr vert="horz" lIns="91440" tIns="45720" rIns="91440" bIns="45720" rtlCol="0" anchor="ctr">
            <a:normAutofit/>
          </a:bodyPr>
          <a:lstStyle>
            <a:lvl1pPr algn="r">
              <a:buFontTx/>
              <a:buNone/>
              <a:defRPr sz="900" smtClean="0">
                <a:solidFill>
                  <a:schemeClr val="tx1">
                    <a:tint val="75000"/>
                  </a:schemeClr>
                </a:solidFill>
                <a:latin typeface="微软雅黑" panose="020B0503020204020204" charset="-122"/>
                <a:cs typeface="微软雅黑" panose="020B0503020204020204" charset="-122"/>
              </a:defRPr>
            </a:lvl1pPr>
          </a:lstStyle>
          <a:p>
            <a:fld id="{0C913308-F349-4B6D-A68A-DD1791B4A57B}" type="slidenum">
              <a:rPr lang="zh-CN" altLang="en-US" smtClean="0"/>
            </a:fld>
            <a:endParaRPr lang="zh-CN" altLang="en-US"/>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a:latin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hf sldNum="0" hdr="0" ftr="0" dt="0"/>
  <p:txStyles>
    <p:titleStyle>
      <a:lvl1pPr algn="l" rtl="0" eaLnBrk="1" fontAlgn="base" hangingPunct="1">
        <a:spcBef>
          <a:spcPct val="0"/>
        </a:spcBef>
        <a:spcAft>
          <a:spcPct val="0"/>
        </a:spcAft>
        <a:defRPr sz="1800" b="1" kern="1200" spc="200">
          <a:solidFill>
            <a:schemeClr val="tx1"/>
          </a:solidFill>
          <a:latin typeface="微软雅黑" panose="020B0503020204020204" charset="-122"/>
          <a:ea typeface="微软雅黑" panose="020B0503020204020204" charset="-122"/>
          <a:cs typeface="微软雅黑" panose="020B0503020204020204" charset="-122"/>
        </a:defRPr>
      </a:lvl1pPr>
      <a:lvl2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9pPr>
    </p:titleStyle>
    <p:bodyStyle>
      <a:lvl1pPr marL="171450" indent="-171450" algn="l" rtl="0" eaLnBrk="1" fontAlgn="base" hangingPunct="1">
        <a:lnSpc>
          <a:spcPct val="130000"/>
        </a:lnSpc>
        <a:spcBef>
          <a:spcPct val="0"/>
        </a:spcBef>
        <a:spcAft>
          <a:spcPts val="1000"/>
        </a:spcAft>
        <a:buFont typeface="Arial" panose="020B0604020202020204" pitchFamily="34" charset="0"/>
        <a:buChar char="•"/>
        <a:defRPr sz="1200" kern="1200" spc="150">
          <a:solidFill>
            <a:schemeClr val="tx1"/>
          </a:solidFill>
          <a:latin typeface="微软雅黑" panose="020B0503020204020204" charset="-122"/>
          <a:ea typeface="微软雅黑" panose="020B0503020204020204" charset="-122"/>
          <a:cs typeface="微软雅黑" panose="020B0503020204020204" charset="-122"/>
        </a:defRPr>
      </a:lvl1pPr>
      <a:lvl2pPr marL="5143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2pPr>
      <a:lvl3pPr marL="8572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3pPr>
      <a:lvl4pPr marL="12001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4pPr>
      <a:lvl5pPr marL="15430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ctrTitle"/>
          </p:nvPr>
        </p:nvSpPr>
        <p:spPr/>
        <p:txBody>
          <a:bodyPr>
            <a:noAutofit/>
          </a:bodyPr>
          <a:p>
            <a:r>
              <a:rPr lang="zh-CN" altLang="en-US" sz="6600" b="0">
                <a:solidFill>
                  <a:srgbClr val="FF0000"/>
                </a:solidFill>
                <a:latin typeface="楷体" panose="02010609060101010101" charset="-122"/>
                <a:ea typeface="楷体" panose="02010609060101010101" charset="-122"/>
              </a:rPr>
              <a:t>拳击</a:t>
            </a:r>
            <a:endParaRPr lang="zh-CN" altLang="en-US" sz="6600" b="0">
              <a:solidFill>
                <a:srgbClr val="FF0000"/>
              </a:solidFill>
              <a:latin typeface="楷体" panose="02010609060101010101" charset="-122"/>
              <a:ea typeface="楷体" panose="02010609060101010101" charset="-122"/>
            </a:endParaRPr>
          </a:p>
        </p:txBody>
      </p:sp>
      <p:sp>
        <p:nvSpPr>
          <p:cNvPr id="5" name="副标题 4"/>
          <p:cNvSpPr>
            <a:spLocks noGrp="1"/>
          </p:cNvSpPr>
          <p:nvPr>
            <p:ph type="subTitle" idx="1"/>
          </p:nvPr>
        </p:nvSpPr>
        <p:spPr/>
        <p:txBody>
          <a:bodyPr/>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lstStyle/>
          <a:p>
            <a:r>
              <a:rPr lang="zh-CN" altLang="en-US" dirty="0"/>
              <a:t>拳击（英文：</a:t>
            </a:r>
            <a:r>
              <a:rPr lang="en-US" altLang="zh-CN" dirty="0" smtClean="0"/>
              <a:t>boxing</a:t>
            </a:r>
            <a:r>
              <a:rPr lang="zh-CN" altLang="en-US" dirty="0" smtClean="0"/>
              <a:t>，</a:t>
            </a:r>
            <a:r>
              <a:rPr lang="zh-CN" altLang="en-US" dirty="0"/>
              <a:t>法文：</a:t>
            </a:r>
            <a:r>
              <a:rPr lang="en-US" altLang="zh-CN" dirty="0" err="1"/>
              <a:t>Boxe</a:t>
            </a:r>
            <a:r>
              <a:rPr lang="zh-CN" altLang="en-US" dirty="0"/>
              <a:t>）是戴拳击手套进行格斗的运动项目。它既有业余的（也称奥运拳击），也有职业性质的比赛。比赛的目标是要比对方获得更多的分以战胜对方或者将对方打倒而结束比赛。与此同时比赛者要力图避开对方的打击。</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lstStyle/>
          <a:p>
            <a:r>
              <a:rPr lang="zh-CN" altLang="en-US" dirty="0"/>
              <a:t>拳击被称为“勇敢者的运动”。早在古希腊和罗马时代就有许多有关拳击的记载。在古代奥运中，拳击运动就已经是比赛项目之一。到第三届在圣路易斯举行的现代夏季奥运会，男子拳击正式被列入比赛项目。</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WPS演示054素材文件"/>
          <p:cNvPicPr/>
          <p:nvPr/>
        </p:nvPicPr>
        <p:blipFill>
          <a:blip r:embed="rId1"/>
          <a:stretch>
            <a:fillRect/>
          </a:stretch>
        </p:blipFill>
        <p:spPr>
          <a:xfrm>
            <a:off x="2700020" y="1700530"/>
            <a:ext cx="4320000" cy="32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81"/>
</p:tagLst>
</file>

<file path=ppt/tags/tag93.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7.xml><?xml version="1.0" encoding="utf-8"?>
<p:tagLst xmlns:p="http://schemas.openxmlformats.org/presentationml/2006/main">
  <p:tag name="KSO_WM_TEMPLATE_THUMBS_INDEX" val="1"/>
  <p:tag name="KSO_WM_TEMPLATE_TOPIC_ID" val="2869567"/>
  <p:tag name="KSO_WM_TEMPLATE_OUTLINE_ID" val="15"/>
  <p:tag name="KSO_WM_TEMPLATE_SCENE_ID" val="1"/>
  <p:tag name="KSO_WM_TEMPLATE_JOB_ID" val="2"/>
  <p:tag name="KSO_WM_TEMPLATE_TOPIC_DEFAULT" val="1"/>
  <p:tag name="KSO_WM_TEMPLATE_SUBCATEGORY" val="0"/>
  <p:tag name="KSO_WM_TAG_VERSION" val="1.0"/>
  <p:tag name="KSO_WM_BEAUTIFY_FLAG" val="#wm#"/>
  <p:tag name="KSO_WM_TEMPLATE_CATEGORY" val="custom"/>
  <p:tag name="KSO_WM_TEMPLATE_INDEX" val="20196581"/>
</p:tagLst>
</file>

<file path=ppt/tags/tag98.xml><?xml version="1.0" encoding="utf-8"?>
<p:tagLst xmlns:p="http://schemas.openxmlformats.org/presentationml/2006/main">
  <p:tag name="KSO_WPP_MARK_KEY" val="aad7cfc4-be78-4a38-a317-3b4b0dcca1fd"/>
  <p:tag name="COMMONDATA" val="eyJoZGlkIjoiM2Q2NDY3ODBmZDEyZTZiNTFiOWYyZGE1YmNkNTA1NzMifQ=="/>
</p:tagLst>
</file>

<file path=ppt/theme/theme1.xml><?xml version="1.0" encoding="utf-8"?>
<a:theme xmlns:a="http://schemas.openxmlformats.org/drawingml/2006/main" name="主题七">
  <a:themeElements>
    <a:clrScheme name="7">
      <a:dk1>
        <a:srgbClr val="000000"/>
      </a:dk1>
      <a:lt1>
        <a:srgbClr val="FFFFFF"/>
      </a:lt1>
      <a:dk2>
        <a:srgbClr val="44546A"/>
      </a:dk2>
      <a:lt2>
        <a:srgbClr val="E7E6E6"/>
      </a:lt2>
      <a:accent1>
        <a:srgbClr val="595959"/>
      </a:accent1>
      <a:accent2>
        <a:srgbClr val="8496B0"/>
      </a:accent2>
      <a:accent3>
        <a:srgbClr val="D7B5C6"/>
      </a:accent3>
      <a:accent4>
        <a:srgbClr val="BCBCBC"/>
      </a:accent4>
      <a:accent5>
        <a:srgbClr val="034A90"/>
      </a:accent5>
      <a:accent6>
        <a:srgbClr val="59595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Words>
  <Application>WPS 演示</Application>
  <PresentationFormat>全屏显示(4:3)</PresentationFormat>
  <Paragraphs>6</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vt:i4>
      </vt:variant>
    </vt:vector>
  </HeadingPairs>
  <TitlesOfParts>
    <vt:vector size="14" baseType="lpstr">
      <vt:lpstr>Arial</vt:lpstr>
      <vt:lpstr>宋体</vt:lpstr>
      <vt:lpstr>Wingdings</vt:lpstr>
      <vt:lpstr>Calibri</vt:lpstr>
      <vt:lpstr>微软雅黑</vt:lpstr>
      <vt:lpstr>Arial Unicode MS</vt:lpstr>
      <vt:lpstr>微软雅黑 Light</vt:lpstr>
      <vt:lpstr>新宋体</vt:lpstr>
      <vt:lpstr>楷体</vt:lpstr>
      <vt:lpstr>主题七</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拳击</dc:title>
  <dc:creator>Administrator</dc:creator>
  <cp:lastModifiedBy>zy</cp:lastModifiedBy>
  <cp:revision>9</cp:revision>
  <dcterms:created xsi:type="dcterms:W3CDTF">2020-04-13T02:23:00Z</dcterms:created>
  <dcterms:modified xsi:type="dcterms:W3CDTF">2023-10-26T07:18:29Z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23C342BD44894807B966454C1B34FA31_12</vt:lpwstr>
  </property>
  <property fmtid="{D5CDD505-2E9C-101B-9397-08002B2CF9AE}" pid="3" name="KSOProductBuildVer">
    <vt:lpwstr>2052-11.1.0.14227</vt:lpwstr>
  </property>
</Properties>
</file>