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7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37200" y="450000"/>
            <a:ext cx="9799200" cy="2570400"/>
          </a:xfrm>
        </p:spPr>
        <p:txBody>
          <a:bodyPr/>
          <a:p>
            <a:r>
              <a:rPr lang="zh-CN" altLang="zh-CN" b="0">
                <a:latin typeface="微软雅黑" panose="020B0503020204020204" charset="-122"/>
                <a:ea typeface="微软雅黑" panose="020B0503020204020204" charset="-122"/>
              </a:rPr>
              <a:t>父亲节</a:t>
            </a:r>
            <a:endParaRPr lang="zh-CN" altLang="zh-CN" b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06425"/>
            <a:ext cx="6251575" cy="62515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82400" y="1062000"/>
            <a:ext cx="4784400" cy="452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虽不言语，却始终屹立在那里，给予我们最坚实的依靠。它不张扬，却在每一个需要的时刻，为我们遮风挡雨，让我们感受到无尽的安全感。</a:t>
            </a:r>
            <a:endParaRPr lang="zh-CN" altLang="en-US"/>
          </a:p>
          <a:p>
            <a:r>
              <a:rPr lang="zh-CN" altLang="en-US"/>
              <a:t>如同一场无声的雨，滋润着我们成长的每一步。它没有华丽的辞藻，也没有夸张的表达，却在岁月的沉淀中，愈发显得珍贵。</a:t>
            </a:r>
            <a:endParaRPr lang="zh-CN" altLang="en-US"/>
          </a:p>
          <a:p>
            <a:r>
              <a:rPr lang="zh-CN" altLang="en-US"/>
              <a:t>是一盏永不熄灭的灯，照亮我们前行的道路。无论我们走到哪里，那灯光始终在背后默默守候，温暖着我们的心。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2025-06-06T06:36:00Z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DB7DFBBC68224A6B8533DD16B85CBE73_11</vt:lpwstr>
  </property>
</Properties>
</file>