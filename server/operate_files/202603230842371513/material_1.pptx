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7" r:id="rId5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Rg st="1" end="2"/>
  </p:showPr>
  <p:clrMru>
    <a:srgbClr val="FEDC91"/>
    <a:srgbClr val="FEE4A7"/>
    <a:srgbClr val="D2A56D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zh-CN" altLang="en-US" smtClean="0"/>
              <a:t>2025-6-15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zh-CN" altLang="en-US" smtClean="0"/>
              <a:t>2025-6-15</a:t>
            </a: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 altLang="en-US" smtClean="0"/>
              <a:t>2025-6-15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 altLang="en-US" smtClean="0"/>
              <a:t>2025-6-15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855"/>
            <a:ext cx="8547100" cy="56203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716325" y="450215"/>
            <a:ext cx="9799200" cy="2570400"/>
          </a:xfrm>
        </p:spPr>
        <p:txBody>
          <a:bodyPr/>
          <a:p>
            <a:r>
              <a:rPr lang="zh-CN" altLang="zh-CN" sz="9600" spc="3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父亲节</a:t>
            </a:r>
            <a:endParaRPr lang="zh-CN" altLang="zh-CN" sz="9600" spc="3600">
              <a:solidFill>
                <a:schemeClr val="tx1">
                  <a:lumMod val="85000"/>
                  <a:lumOff val="15000"/>
                </a:schemeClr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9180000" y="-540000"/>
            <a:ext cx="3960000" cy="2556000"/>
          </a:xfrm>
          <a:prstGeom prst="ellipse">
            <a:avLst/>
          </a:prstGeom>
          <a:solidFill>
            <a:srgbClr val="FEDC91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425"/>
            <a:ext cx="6251575" cy="625157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06425" y="206375"/>
            <a:ext cx="695960" cy="695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3"/>
            </p:custDataLst>
          </p:nvPr>
        </p:nvSpPr>
        <p:spPr>
          <a:xfrm>
            <a:off x="1671955" y="206375"/>
            <a:ext cx="695960" cy="695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4"/>
            </p:custDataLst>
          </p:nvPr>
        </p:nvSpPr>
        <p:spPr>
          <a:xfrm>
            <a:off x="2737485" y="206375"/>
            <a:ext cx="695960" cy="6959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282690" y="973455"/>
            <a:ext cx="5177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782435" y="1062990"/>
            <a:ext cx="47840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200000"/>
              </a:lnSpc>
              <a:buSzPct val="115000"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虽不言语，却始终屹立在那里，给予我们最坚实的依靠。它不张扬，却在每一个需要的时刻，为我们遮风挡雨，让我们感受到无尽的安全感。</a:t>
            </a:r>
            <a:endParaRPr lang="zh-CN" altLang="en-US" sz="1600">
              <a:solidFill>
                <a:schemeClr val="accent6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 fontAlgn="auto">
              <a:lnSpc>
                <a:spcPct val="200000"/>
              </a:lnSpc>
              <a:buSzPct val="115000"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如同一场无声的雨，滋润着我们成长的每一步。它没有华丽的辞藻，也没有夸张的表达，却在岁月的沉淀中，愈发显得珍贵。</a:t>
            </a:r>
            <a:endParaRPr lang="zh-CN" altLang="en-US" sz="1600">
              <a:solidFill>
                <a:schemeClr val="accent6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285750" indent="-285750" fontAlgn="auto">
              <a:lnSpc>
                <a:spcPct val="200000"/>
              </a:lnSpc>
              <a:buSzPct val="115000"/>
              <a:buFont typeface="Wingdings" panose="05000000000000000000" charset="0"/>
              <a:buChar char="l"/>
            </a:pPr>
            <a:r>
              <a:rPr lang="zh-CN" altLang="en-US" sz="1600">
                <a:solidFill>
                  <a:schemeClr val="accent6">
                    <a:lumMod val="75000"/>
                  </a:schemeClr>
                </a:solidFill>
                <a:latin typeface="楷体" panose="02010609060101010101" charset="-122"/>
                <a:ea typeface="楷体" panose="02010609060101010101" charset="-122"/>
              </a:rPr>
              <a:t>是一盏永不熄灭的灯，照亮我们前行的道路。无论我们走到哪里，那灯光始终在背后默默守候，温暖着我们的心。</a:t>
            </a:r>
            <a:endParaRPr lang="zh-CN" altLang="en-US" sz="1600">
              <a:solidFill>
                <a:schemeClr val="accent6">
                  <a:lumMod val="75000"/>
                </a:schemeClr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4000">
        <p:fade thruBlk="1"/>
      </p:transition>
    </mc:Choice>
    <mc:Fallback>
      <p:transition spd="slow" advClick="0" advTm="4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等线</vt:lpstr>
      <vt:lpstr>微软雅黑</vt:lpstr>
      <vt:lpstr>Arial Unicode MS</vt:lpstr>
      <vt:lpstr>Calibri</vt:lpstr>
      <vt:lpstr>仿宋</vt:lpstr>
      <vt:lpstr>楷体</vt:lpstr>
      <vt:lpstr>MS PGothic</vt:lpstr>
      <vt:lpstr>微软雅黑 Light</vt:lpstr>
      <vt:lpstr>WPS</vt:lpstr>
      <vt:lpstr>父亲节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</cp:lastModifiedBy>
  <cp:revision>156</cp:revision>
  <dcterms:created xsi:type="dcterms:W3CDTF">2019-06-19T02:08:00Z</dcterms:created>
  <dcterms:modified xsi:type="dcterms:W3CDTF">2025-06-06T06:30:12Z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6D457567F0CB4E6D995F074BC1769635_11</vt:lpwstr>
  </property>
</Properties>
</file>