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5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972675" cy="702151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85465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70931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456396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941861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427326" algn="l" defTabSz="970931" rtl="0" eaLnBrk="1" latinLnBrk="0" hangingPunct="1">
      <a:defRPr sz="25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912792" algn="l" defTabSz="970931" rtl="0" eaLnBrk="1" latinLnBrk="0" hangingPunct="1">
      <a:defRPr sz="25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398257" algn="l" defTabSz="970931" rtl="0" eaLnBrk="1" latinLnBrk="0" hangingPunct="1">
      <a:defRPr sz="25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883722" algn="l" defTabSz="970931" rtl="0" eaLnBrk="1" latinLnBrk="0" hangingPunct="1">
      <a:defRPr sz="25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FFFF"/>
    <a:srgbClr val="00FF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01" d="100"/>
          <a:sy n="101" d="100"/>
        </p:scale>
        <p:origin x="-1632" y="-96"/>
      </p:cViewPr>
      <p:guideLst>
        <p:guide orient="horz" pos="2212"/>
        <p:guide pos="31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zh-CN" alt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685800"/>
            <a:ext cx="486727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69BDD44-3C38-425A-A8E1-3FBC44F5E6A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9905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85465" algn="l" rtl="0" fontAlgn="base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70931" algn="l" rtl="0" fontAlgn="base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456396" algn="l" rtl="0" fontAlgn="base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941861" algn="l" rtl="0" fontAlgn="base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427326" algn="l" defTabSz="97093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12792" algn="l" defTabSz="97093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98257" algn="l" defTabSz="97093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83722" algn="l" defTabSz="97093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7953" y="1201132"/>
            <a:ext cx="8476774" cy="1505074"/>
          </a:xfrm>
        </p:spPr>
        <p:txBody>
          <a:bodyPr anchor="b"/>
          <a:lstStyle>
            <a:lvl1pPr algn="l">
              <a:defRPr sz="51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50048" y="2706204"/>
            <a:ext cx="7274868" cy="1794387"/>
          </a:xfrm>
        </p:spPr>
        <p:txBody>
          <a:bodyPr/>
          <a:lstStyle>
            <a:lvl1pPr marL="0" indent="0" algn="l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485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70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56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41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2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127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98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83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CDC0-DA7F-4993-A5C2-C8B7C6AD059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7BD3-40D8-4641-9B2E-7DF8A033795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953" y="2993905"/>
            <a:ext cx="8476774" cy="1394550"/>
          </a:xfrm>
        </p:spPr>
        <p:txBody>
          <a:bodyPr anchor="t"/>
          <a:lstStyle>
            <a:lvl1pPr algn="l">
              <a:defRPr sz="46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7953" y="1462816"/>
            <a:ext cx="8476774" cy="153595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854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7093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5639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4186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2732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127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9825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8372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7741-92D6-49EF-9C32-B37A5A32EBA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8634" y="1638358"/>
            <a:ext cx="4404598" cy="4633874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69444" y="1638358"/>
            <a:ext cx="4404598" cy="4633874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07B8B-3059-4934-BA02-3C9B57FCB2C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8638" y="1571715"/>
            <a:ext cx="4406331" cy="655015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85465" indent="0">
              <a:buNone/>
              <a:defRPr sz="2100" b="1"/>
            </a:lvl2pPr>
            <a:lvl3pPr marL="970931" indent="0">
              <a:buNone/>
              <a:defRPr sz="1900" b="1"/>
            </a:lvl3pPr>
            <a:lvl4pPr marL="1456396" indent="0">
              <a:buNone/>
              <a:defRPr sz="1700" b="1"/>
            </a:lvl4pPr>
            <a:lvl5pPr marL="1941861" indent="0">
              <a:buNone/>
              <a:defRPr sz="1700" b="1"/>
            </a:lvl5pPr>
            <a:lvl6pPr marL="2427326" indent="0">
              <a:buNone/>
              <a:defRPr sz="1700" b="1"/>
            </a:lvl6pPr>
            <a:lvl7pPr marL="2912792" indent="0">
              <a:buNone/>
              <a:defRPr sz="1700" b="1"/>
            </a:lvl7pPr>
            <a:lvl8pPr marL="3398257" indent="0">
              <a:buNone/>
              <a:defRPr sz="1700" b="1"/>
            </a:lvl8pPr>
            <a:lvl9pPr marL="3883722" indent="0">
              <a:buNone/>
              <a:defRPr sz="17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8638" y="2226731"/>
            <a:ext cx="4406331" cy="404549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65986" y="1571715"/>
            <a:ext cx="4408060" cy="655015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85465" indent="0">
              <a:buNone/>
              <a:defRPr sz="2100" b="1"/>
            </a:lvl2pPr>
            <a:lvl3pPr marL="970931" indent="0">
              <a:buNone/>
              <a:defRPr sz="1900" b="1"/>
            </a:lvl3pPr>
            <a:lvl4pPr marL="1456396" indent="0">
              <a:buNone/>
              <a:defRPr sz="1700" b="1"/>
            </a:lvl4pPr>
            <a:lvl5pPr marL="1941861" indent="0">
              <a:buNone/>
              <a:defRPr sz="1700" b="1"/>
            </a:lvl5pPr>
            <a:lvl6pPr marL="2427326" indent="0">
              <a:buNone/>
              <a:defRPr sz="1700" b="1"/>
            </a:lvl6pPr>
            <a:lvl7pPr marL="2912792" indent="0">
              <a:buNone/>
              <a:defRPr sz="1700" b="1"/>
            </a:lvl7pPr>
            <a:lvl8pPr marL="3398257" indent="0">
              <a:buNone/>
              <a:defRPr sz="1700" b="1"/>
            </a:lvl8pPr>
            <a:lvl9pPr marL="3883722" indent="0">
              <a:buNone/>
              <a:defRPr sz="17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65986" y="2226731"/>
            <a:ext cx="4408060" cy="404549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4C1A-72B8-4DD2-B2EF-A16558D3DDC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A6E0-0504-4616-A567-2F324DCDBD1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D9FF-E291-4838-A13B-27DFAF3133C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112" y="1097095"/>
            <a:ext cx="5575003" cy="5170160"/>
          </a:xfrm>
        </p:spPr>
        <p:txBody>
          <a:bodyPr/>
          <a:lstStyle>
            <a:lvl1pPr>
              <a:defRPr sz="3400"/>
            </a:lvl1pPr>
            <a:lvl2pPr>
              <a:defRPr sz="30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3756" y="1097099"/>
            <a:ext cx="3280942" cy="3510782"/>
          </a:xfrm>
        </p:spPr>
        <p:txBody>
          <a:bodyPr/>
          <a:lstStyle>
            <a:lvl1pPr marL="0" indent="0">
              <a:buNone/>
              <a:defRPr sz="1500"/>
            </a:lvl1pPr>
            <a:lvl2pPr marL="485465" indent="0">
              <a:buNone/>
              <a:defRPr sz="1300"/>
            </a:lvl2pPr>
            <a:lvl3pPr marL="970931" indent="0">
              <a:buNone/>
              <a:defRPr sz="1000"/>
            </a:lvl3pPr>
            <a:lvl4pPr marL="1456396" indent="0">
              <a:buNone/>
              <a:defRPr sz="1000"/>
            </a:lvl4pPr>
            <a:lvl5pPr marL="1941861" indent="0">
              <a:buNone/>
              <a:defRPr sz="1000"/>
            </a:lvl5pPr>
            <a:lvl6pPr marL="2427326" indent="0">
              <a:buNone/>
              <a:defRPr sz="1000"/>
            </a:lvl6pPr>
            <a:lvl7pPr marL="2912792" indent="0">
              <a:buNone/>
              <a:defRPr sz="1000"/>
            </a:lvl7pPr>
            <a:lvl8pPr marL="3398257" indent="0">
              <a:buNone/>
              <a:defRPr sz="1000"/>
            </a:lvl8pPr>
            <a:lvl9pPr marL="3883722" indent="0">
              <a:buNone/>
              <a:defRPr sz="1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D5438-831A-4D1F-B999-5072850BCE9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8648" y="292544"/>
            <a:ext cx="8976926" cy="713236"/>
          </a:xfrm>
        </p:spPr>
        <p:txBody>
          <a:bodyPr anchor="ctr"/>
          <a:lstStyle>
            <a:lvl1pPr algn="ctr">
              <a:defRPr sz="3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26119" y="658249"/>
            <a:ext cx="857033" cy="4681041"/>
          </a:xfrm>
        </p:spPr>
        <p:txBody>
          <a:bodyPr vert="eaVert" anchor="ctr"/>
          <a:lstStyle>
            <a:lvl1pPr algn="l">
              <a:defRPr sz="25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83066" y="554248"/>
            <a:ext cx="6996463" cy="5589595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400"/>
            </a:lvl1pPr>
            <a:lvl2pPr marL="485465" indent="0">
              <a:buNone/>
              <a:defRPr sz="3000"/>
            </a:lvl2pPr>
            <a:lvl3pPr marL="970931" indent="0">
              <a:buNone/>
              <a:defRPr sz="2500"/>
            </a:lvl3pPr>
            <a:lvl4pPr marL="1456396" indent="0">
              <a:buNone/>
              <a:defRPr sz="2100"/>
            </a:lvl4pPr>
            <a:lvl5pPr marL="1941861" indent="0">
              <a:buNone/>
              <a:defRPr sz="2100"/>
            </a:lvl5pPr>
            <a:lvl6pPr marL="2427326" indent="0">
              <a:buNone/>
              <a:defRPr sz="2100"/>
            </a:lvl6pPr>
            <a:lvl7pPr marL="2912792" indent="0">
              <a:buNone/>
              <a:defRPr sz="2100"/>
            </a:lvl7pPr>
            <a:lvl8pPr marL="3398257" indent="0">
              <a:buNone/>
              <a:defRPr sz="2100"/>
            </a:lvl8pPr>
            <a:lvl9pPr marL="3883722" indent="0">
              <a:buNone/>
              <a:defRPr sz="21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713261" y="1023956"/>
            <a:ext cx="997233" cy="4315335"/>
          </a:xfrm>
        </p:spPr>
        <p:txBody>
          <a:bodyPr vert="eaVert" anchor="ctr"/>
          <a:lstStyle>
            <a:lvl1pPr marL="0" indent="0" algn="ctr">
              <a:buNone/>
              <a:defRPr sz="1500"/>
            </a:lvl1pPr>
            <a:lvl2pPr marL="485465" indent="0" algn="ctr">
              <a:buNone/>
              <a:defRPr sz="1300"/>
            </a:lvl2pPr>
            <a:lvl3pPr marL="970931" indent="0" algn="ctr">
              <a:buNone/>
              <a:defRPr sz="1000"/>
            </a:lvl3pPr>
            <a:lvl4pPr marL="1456396" indent="0" algn="ctr">
              <a:buNone/>
              <a:defRPr sz="1000"/>
            </a:lvl4pPr>
            <a:lvl5pPr marL="1941861" indent="0" algn="ctr">
              <a:buNone/>
              <a:defRPr sz="1000"/>
            </a:lvl5pPr>
            <a:lvl6pPr marL="2427326" indent="0">
              <a:buNone/>
              <a:defRPr sz="1000"/>
            </a:lvl6pPr>
            <a:lvl7pPr marL="2912792" indent="0">
              <a:buNone/>
              <a:defRPr sz="1000"/>
            </a:lvl7pPr>
            <a:lvl8pPr marL="3398257" indent="0">
              <a:buNone/>
              <a:defRPr sz="1000"/>
            </a:lvl8pPr>
            <a:lvl9pPr marL="3883722" indent="0">
              <a:buNone/>
              <a:defRPr sz="1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02E4-58C5-4407-9782-3A1C0AAC826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5FD9F-20F8-4E09-85FC-EB7F3B69F82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91173" y="281189"/>
            <a:ext cx="1682870" cy="599104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8636" y="281189"/>
            <a:ext cx="7214627" cy="599104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8E88-A8E7-4F1E-9BF7-A5CC49B8F1F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7272084" y="5032336"/>
            <a:ext cx="2700595" cy="19891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2" y="2"/>
            <a:ext cx="9972675" cy="7314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7093" tIns="48546" rIns="97093" bIns="48546"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" y="41929"/>
            <a:ext cx="4986338" cy="7314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7093" tIns="48546" rIns="97093" bIns="48546"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2" y="6573530"/>
            <a:ext cx="9972675" cy="44798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98636" y="281187"/>
            <a:ext cx="8975408" cy="1170253"/>
          </a:xfrm>
          <a:prstGeom prst="rect">
            <a:avLst/>
          </a:prstGeom>
        </p:spPr>
        <p:txBody>
          <a:bodyPr vert="horz" lIns="97093" tIns="48546" rIns="97093" bIns="48546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8636" y="1638358"/>
            <a:ext cx="8975408" cy="4633874"/>
          </a:xfrm>
          <a:prstGeom prst="rect">
            <a:avLst/>
          </a:prstGeom>
        </p:spPr>
        <p:txBody>
          <a:bodyPr vert="horz" lIns="97093" tIns="48546" rIns="97093" bIns="48546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98635" y="6507908"/>
            <a:ext cx="2326957" cy="373830"/>
          </a:xfrm>
          <a:prstGeom prst="rect">
            <a:avLst/>
          </a:prstGeom>
        </p:spPr>
        <p:txBody>
          <a:bodyPr vert="horz" lIns="97093" tIns="48546" rIns="97093" bIns="48546" rtlCol="0" anchor="ctr"/>
          <a:lstStyle>
            <a:lvl1pPr algn="l" eaLnBrk="1" latinLnBrk="0" hangingPunct="1">
              <a:defRPr kumimoji="0"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407331" y="6507908"/>
            <a:ext cx="3158014" cy="373830"/>
          </a:xfrm>
          <a:prstGeom prst="rect">
            <a:avLst/>
          </a:prstGeom>
        </p:spPr>
        <p:txBody>
          <a:bodyPr vert="horz" lIns="97093" tIns="48546" rIns="97093" bIns="48546" rtlCol="0" anchor="ctr"/>
          <a:lstStyle>
            <a:lvl1pPr algn="ctr" eaLnBrk="1" latinLnBrk="0" hangingPunct="1">
              <a:defRPr kumimoji="0"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47086" y="6507908"/>
            <a:ext cx="2326957" cy="373830"/>
          </a:xfrm>
          <a:prstGeom prst="rect">
            <a:avLst/>
          </a:prstGeom>
        </p:spPr>
        <p:txBody>
          <a:bodyPr vert="horz" lIns="97093" tIns="48546" rIns="97093" bIns="48546" rtlCol="0" anchor="ctr"/>
          <a:lstStyle>
            <a:lvl1pPr algn="r" eaLnBrk="1" latinLnBrk="0" hangingPunct="1">
              <a:defRPr kumimoji="0"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C2B8A-984B-4A13-8394-0FFCBA42296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46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64099" indent="-364099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88881" indent="-303416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13663" indent="-242733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99129" indent="-242733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84594" indent="-242733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0060" indent="-242733" algn="l" rtl="0" eaLnBrk="1" latinLnBrk="0" hangingPunct="1">
        <a:spcBef>
          <a:spcPct val="20000"/>
        </a:spcBef>
        <a:buFont typeface="Arial"/>
        <a:buChar char="•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5525" indent="-242733" algn="l" rtl="0" eaLnBrk="1" latinLnBrk="0" hangingPunct="1">
        <a:spcBef>
          <a:spcPct val="20000"/>
        </a:spcBef>
        <a:buFont typeface="Arial"/>
        <a:buChar char="•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0990" indent="-242733" algn="l" rtl="0" eaLnBrk="1" latinLnBrk="0" hangingPunct="1">
        <a:spcBef>
          <a:spcPct val="20000"/>
        </a:spcBef>
        <a:buFont typeface="Arial"/>
        <a:buChar char="•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26455" indent="-242733" algn="l" rtl="0" eaLnBrk="1" latinLnBrk="0" hangingPunct="1">
        <a:spcBef>
          <a:spcPct val="20000"/>
        </a:spcBef>
        <a:buFont typeface="Arial"/>
        <a:buChar char="•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54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709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45639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9418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4273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91279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39825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88372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标题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E94DCBCA-8610-46B3-A36C-A9F4FCE50285}" type="slidenum">
              <a:rPr lang="en-US" altLang="zh-CN" smtClean="0"/>
              <a:pPr/>
              <a:t>1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武汉军运会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FE229-3C00-4CF8-8403-A630ACF77634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911358" y="2563890"/>
            <a:ext cx="6648537" cy="682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7093" tIns="48546" rIns="97093" bIns="4854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38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  <a:cs typeface="Times New Roman" charset="0"/>
              </a:rPr>
              <a:t>创军人荣耀、筑世界和平</a:t>
            </a:r>
            <a:endParaRPr lang="en-US" altLang="zh-CN" sz="3800" dirty="0"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  <a:cs typeface="Times New Roman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第七届世界军人运动会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2E37-B1EE-43A6-8D1E-4D4D85615E26}" type="slidenum">
              <a:rPr lang="en-US" altLang="zh-CN"/>
              <a:pPr/>
              <a:t>3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528" y="2036263"/>
            <a:ext cx="3981549" cy="24918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809873" y="1206500"/>
            <a:ext cx="8619777" cy="47525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第七届世界军人运动会（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7th CISM Military World Games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），简称“武汉军运会”，于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2019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日至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日在中国武汉举行，赛期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天，共设置射击、游泳、田径、篮球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……27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个大项、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329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个小项，来自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109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个国家的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9308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名军人报名参加，是世界军人运动会历史上规模最大、参赛人员最多、影响力最广的一次运动会。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01EEC-EDC4-4856-99F8-22D0FE5E4566}" type="slidenum">
              <a:rPr lang="en-US" altLang="zh-CN"/>
              <a:pPr/>
              <a:t>4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38</TotalTime>
  <Words>109</Words>
  <Application>Microsoft Office PowerPoint</Application>
  <PresentationFormat>自定义</PresentationFormat>
  <Paragraphs>8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龙腾四海</vt:lpstr>
      <vt:lpstr>武汉军运会</vt:lpstr>
      <vt:lpstr>PowerPoint 演示文稿</vt:lpstr>
      <vt:lpstr>第七届世界军人运动会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lipp</cp:lastModifiedBy>
  <cp:revision>33</cp:revision>
  <dcterms:created xsi:type="dcterms:W3CDTF">1601-01-01T00:00:00Z</dcterms:created>
  <dcterms:modified xsi:type="dcterms:W3CDTF">2021-03-19T07:27:47Z</dcterms:modified>
</cp:coreProperties>
</file>