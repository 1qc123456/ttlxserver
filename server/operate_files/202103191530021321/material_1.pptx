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8640763" cy="1080135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Times New Roman" charset="0"/>
        <a:ea typeface="+mn-ea"/>
        <a:cs typeface="+mn-cs"/>
      </a:defRPr>
    </a:lvl1pPr>
    <a:lvl2pPr marL="555372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Times New Roman" charset="0"/>
        <a:ea typeface="+mn-ea"/>
        <a:cs typeface="+mn-cs"/>
      </a:defRPr>
    </a:lvl2pPr>
    <a:lvl3pPr marL="111074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666117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Times New Roman" charset="0"/>
        <a:ea typeface="+mn-ea"/>
        <a:cs typeface="+mn-cs"/>
      </a:defRPr>
    </a:lvl4pPr>
    <a:lvl5pPr marL="2221489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776861" algn="l" defTabSz="1110745" rtl="0" eaLnBrk="1" latinLnBrk="0" hangingPunct="1">
      <a:defRPr sz="2900" kern="1200">
        <a:solidFill>
          <a:schemeClr val="tx1"/>
        </a:solidFill>
        <a:latin typeface="Times New Roman" charset="0"/>
        <a:ea typeface="+mn-ea"/>
        <a:cs typeface="+mn-cs"/>
      </a:defRPr>
    </a:lvl6pPr>
    <a:lvl7pPr marL="3332234" algn="l" defTabSz="1110745" rtl="0" eaLnBrk="1" latinLnBrk="0" hangingPunct="1">
      <a:defRPr sz="29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887606" algn="l" defTabSz="1110745" rtl="0" eaLnBrk="1" latinLnBrk="0" hangingPunct="1">
      <a:defRPr sz="2900" kern="1200">
        <a:solidFill>
          <a:schemeClr val="tx1"/>
        </a:solidFill>
        <a:latin typeface="Times New Roman" charset="0"/>
        <a:ea typeface="+mn-ea"/>
        <a:cs typeface="+mn-cs"/>
      </a:defRPr>
    </a:lvl8pPr>
    <a:lvl9pPr marL="4442978" algn="l" defTabSz="1110745" rtl="0" eaLnBrk="1" latinLnBrk="0" hangingPunct="1">
      <a:defRPr sz="29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FFFF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6" d="100"/>
          <a:sy n="66" d="100"/>
        </p:scale>
        <p:origin x="-3078" y="-96"/>
      </p:cViewPr>
      <p:guideLst>
        <p:guide orient="horz" pos="3403"/>
        <p:guide pos="27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58988" y="685800"/>
            <a:ext cx="27400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69BDD44-3C38-425A-A8E1-3FBC44F5E6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90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charset="0"/>
        <a:ea typeface="+mn-ea"/>
        <a:cs typeface="+mn-cs"/>
      </a:defRPr>
    </a:lvl1pPr>
    <a:lvl2pPr marL="555372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charset="0"/>
        <a:ea typeface="+mn-ea"/>
        <a:cs typeface="+mn-cs"/>
      </a:defRPr>
    </a:lvl2pPr>
    <a:lvl3pPr marL="1110745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666117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charset="0"/>
        <a:ea typeface="+mn-ea"/>
        <a:cs typeface="+mn-cs"/>
      </a:defRPr>
    </a:lvl4pPr>
    <a:lvl5pPr marL="2221489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776861" algn="l" defTabSz="111074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2234" algn="l" defTabSz="111074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87606" algn="l" defTabSz="111074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42978" algn="l" defTabSz="111074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8059" y="1847728"/>
            <a:ext cx="7344648" cy="2315289"/>
          </a:xfrm>
        </p:spPr>
        <p:txBody>
          <a:bodyPr anchor="b"/>
          <a:lstStyle>
            <a:lvl1pPr algn="l">
              <a:defRPr sz="5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49874" y="4163015"/>
            <a:ext cx="6303265" cy="2760346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555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6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1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2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7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2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CDC0-DA7F-4993-A5C2-C8B7C6AD059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BD3-40D8-4641-9B2E-7DF8A033795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8059" y="4605592"/>
            <a:ext cx="7344648" cy="2145267"/>
          </a:xfrm>
        </p:spPr>
        <p:txBody>
          <a:bodyPr anchor="t"/>
          <a:lstStyle>
            <a:lvl1pPr algn="l">
              <a:defRPr sz="53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8059" y="2250284"/>
            <a:ext cx="7344648" cy="236279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55372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1074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6611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2148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7686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3223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8760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44297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741-92D6-49EF-9C32-B37A5A32EB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2038" y="2520323"/>
            <a:ext cx="3816337" cy="712839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92389" y="2520323"/>
            <a:ext cx="3816337" cy="712839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7B8B-3059-4934-BA02-3C9B57FCB2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42" y="2417805"/>
            <a:ext cx="3817838" cy="10076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372" indent="0">
              <a:buNone/>
              <a:defRPr sz="2400" b="1"/>
            </a:lvl2pPr>
            <a:lvl3pPr marL="1110745" indent="0">
              <a:buNone/>
              <a:defRPr sz="2200" b="1"/>
            </a:lvl3pPr>
            <a:lvl4pPr marL="1666117" indent="0">
              <a:buNone/>
              <a:defRPr sz="1900" b="1"/>
            </a:lvl4pPr>
            <a:lvl5pPr marL="2221489" indent="0">
              <a:buNone/>
              <a:defRPr sz="1900" b="1"/>
            </a:lvl5pPr>
            <a:lvl6pPr marL="2776861" indent="0">
              <a:buNone/>
              <a:defRPr sz="1900" b="1"/>
            </a:lvl6pPr>
            <a:lvl7pPr marL="3332234" indent="0">
              <a:buNone/>
              <a:defRPr sz="1900" b="1"/>
            </a:lvl7pPr>
            <a:lvl8pPr marL="3887606" indent="0">
              <a:buNone/>
              <a:defRPr sz="1900" b="1"/>
            </a:lvl8pPr>
            <a:lvl9pPr marL="4442978" indent="0">
              <a:buNone/>
              <a:defRPr sz="19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2042" y="3425431"/>
            <a:ext cx="3817838" cy="6223279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389392" y="2417805"/>
            <a:ext cx="3819337" cy="10076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372" indent="0">
              <a:buNone/>
              <a:defRPr sz="2400" b="1"/>
            </a:lvl2pPr>
            <a:lvl3pPr marL="1110745" indent="0">
              <a:buNone/>
              <a:defRPr sz="2200" b="1"/>
            </a:lvl3pPr>
            <a:lvl4pPr marL="1666117" indent="0">
              <a:buNone/>
              <a:defRPr sz="1900" b="1"/>
            </a:lvl4pPr>
            <a:lvl5pPr marL="2221489" indent="0">
              <a:buNone/>
              <a:defRPr sz="1900" b="1"/>
            </a:lvl5pPr>
            <a:lvl6pPr marL="2776861" indent="0">
              <a:buNone/>
              <a:defRPr sz="1900" b="1"/>
            </a:lvl6pPr>
            <a:lvl7pPr marL="3332234" indent="0">
              <a:buNone/>
              <a:defRPr sz="1900" b="1"/>
            </a:lvl7pPr>
            <a:lvl8pPr marL="3887606" indent="0">
              <a:buNone/>
              <a:defRPr sz="1900" b="1"/>
            </a:lvl8pPr>
            <a:lvl9pPr marL="4442978" indent="0">
              <a:buNone/>
              <a:defRPr sz="19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389392" y="3425431"/>
            <a:ext cx="3819337" cy="6223279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4C1A-72B8-4DD2-B2EF-A16558D3DD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A6E0-0504-4616-A567-2F324DCDBD1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D9FF-E291-4838-A13B-27DFAF3133C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5053" y="1687686"/>
            <a:ext cx="4830427" cy="7953372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66542" y="1687692"/>
            <a:ext cx="2842752" cy="5400715"/>
          </a:xfrm>
        </p:spPr>
        <p:txBody>
          <a:bodyPr/>
          <a:lstStyle>
            <a:lvl1pPr marL="0" indent="0">
              <a:buNone/>
              <a:defRPr sz="1700"/>
            </a:lvl1pPr>
            <a:lvl2pPr marL="555372" indent="0">
              <a:buNone/>
              <a:defRPr sz="1500"/>
            </a:lvl2pPr>
            <a:lvl3pPr marL="1110745" indent="0">
              <a:buNone/>
              <a:defRPr sz="1100"/>
            </a:lvl3pPr>
            <a:lvl4pPr marL="1666117" indent="0">
              <a:buNone/>
              <a:defRPr sz="1100"/>
            </a:lvl4pPr>
            <a:lvl5pPr marL="2221489" indent="0">
              <a:buNone/>
              <a:defRPr sz="1100"/>
            </a:lvl5pPr>
            <a:lvl6pPr marL="2776861" indent="0">
              <a:buNone/>
              <a:defRPr sz="1100"/>
            </a:lvl6pPr>
            <a:lvl7pPr marL="3332234" indent="0">
              <a:buNone/>
              <a:defRPr sz="1100"/>
            </a:lvl7pPr>
            <a:lvl8pPr marL="3887606" indent="0">
              <a:buNone/>
              <a:defRPr sz="1100"/>
            </a:lvl8pPr>
            <a:lvl9pPr marL="4442978" indent="0">
              <a:buNone/>
              <a:defRPr sz="11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5438-831A-4D1F-B999-5072850BCE9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51" y="450027"/>
            <a:ext cx="7778003" cy="1097187"/>
          </a:xfrm>
        </p:spPr>
        <p:txBody>
          <a:bodyPr anchor="ctr"/>
          <a:lstStyle>
            <a:lvl1pPr algn="ctr">
              <a:defRPr sz="43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0693" y="1012600"/>
            <a:ext cx="742571" cy="7200950"/>
          </a:xfrm>
        </p:spPr>
        <p:txBody>
          <a:bodyPr vert="eaVert" anchor="ctr"/>
          <a:lstStyle>
            <a:lvl1pPr algn="l">
              <a:defRPr sz="29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18550" y="852613"/>
            <a:ext cx="6062042" cy="8598599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900"/>
            </a:lvl1pPr>
            <a:lvl2pPr marL="555372" indent="0">
              <a:buNone/>
              <a:defRPr sz="3400"/>
            </a:lvl2pPr>
            <a:lvl3pPr marL="1110745" indent="0">
              <a:buNone/>
              <a:defRPr sz="2900"/>
            </a:lvl3pPr>
            <a:lvl4pPr marL="1666117" indent="0">
              <a:buNone/>
              <a:defRPr sz="2400"/>
            </a:lvl4pPr>
            <a:lvl5pPr marL="2221489" indent="0">
              <a:buNone/>
              <a:defRPr sz="2400"/>
            </a:lvl5pPr>
            <a:lvl6pPr marL="2776861" indent="0">
              <a:buNone/>
              <a:defRPr sz="2400"/>
            </a:lvl6pPr>
            <a:lvl7pPr marL="3332234" indent="0">
              <a:buNone/>
              <a:defRPr sz="2400"/>
            </a:lvl7pPr>
            <a:lvl8pPr marL="3887606" indent="0">
              <a:buNone/>
              <a:defRPr sz="2400"/>
            </a:lvl8pPr>
            <a:lvl9pPr marL="4442978" indent="0">
              <a:buNone/>
              <a:defRPr sz="24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83109" y="1575175"/>
            <a:ext cx="864046" cy="6638376"/>
          </a:xfrm>
        </p:spPr>
        <p:txBody>
          <a:bodyPr vert="eaVert" anchor="ctr"/>
          <a:lstStyle>
            <a:lvl1pPr marL="0" indent="0" algn="ctr">
              <a:buNone/>
              <a:defRPr sz="1700"/>
            </a:lvl1pPr>
            <a:lvl2pPr marL="555372" indent="0" algn="ctr">
              <a:buNone/>
              <a:defRPr sz="1500"/>
            </a:lvl2pPr>
            <a:lvl3pPr marL="1110745" indent="0" algn="ctr">
              <a:buNone/>
              <a:defRPr sz="1100"/>
            </a:lvl3pPr>
            <a:lvl4pPr marL="1666117" indent="0" algn="ctr">
              <a:buNone/>
              <a:defRPr sz="1100"/>
            </a:lvl4pPr>
            <a:lvl5pPr marL="2221489" indent="0" algn="ctr">
              <a:buNone/>
              <a:defRPr sz="1100"/>
            </a:lvl5pPr>
            <a:lvl6pPr marL="2776861" indent="0">
              <a:buNone/>
              <a:defRPr sz="1100"/>
            </a:lvl6pPr>
            <a:lvl7pPr marL="3332234" indent="0">
              <a:buNone/>
              <a:defRPr sz="1100"/>
            </a:lvl7pPr>
            <a:lvl8pPr marL="3887606" indent="0">
              <a:buNone/>
              <a:defRPr sz="1100"/>
            </a:lvl8pPr>
            <a:lvl9pPr marL="4442978" indent="0">
              <a:buNone/>
              <a:defRPr sz="11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02E4-58C5-4407-9782-3A1C0AAC82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FD9F-20F8-4E09-85FC-EB7F3B69F82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0615" y="432560"/>
            <a:ext cx="1458112" cy="921615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2041" y="432560"/>
            <a:ext cx="6251069" cy="921615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8E88-A8E7-4F1E-9BF7-A5CC49B8F1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300853" y="7741354"/>
            <a:ext cx="2339914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3" y="4"/>
            <a:ext cx="8640763" cy="11251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1074" tIns="55537" rIns="111074" bIns="55537"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" y="64502"/>
            <a:ext cx="4320382" cy="11251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1074" tIns="55537" rIns="111074" bIns="55537"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3" y="10112208"/>
            <a:ext cx="8640763" cy="6891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32040" y="432556"/>
            <a:ext cx="7776687" cy="1800227"/>
          </a:xfrm>
          <a:prstGeom prst="rect">
            <a:avLst/>
          </a:prstGeom>
        </p:spPr>
        <p:txBody>
          <a:bodyPr vert="horz" lIns="111074" tIns="55537" rIns="111074" bIns="55537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40" y="2520323"/>
            <a:ext cx="7776687" cy="7128391"/>
          </a:xfrm>
          <a:prstGeom prst="rect">
            <a:avLst/>
          </a:prstGeom>
        </p:spPr>
        <p:txBody>
          <a:bodyPr vert="horz" lIns="111074" tIns="55537" rIns="111074" bIns="55537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2040" y="10011260"/>
            <a:ext cx="2016178" cy="575071"/>
          </a:xfrm>
          <a:prstGeom prst="rect">
            <a:avLst/>
          </a:prstGeom>
        </p:spPr>
        <p:txBody>
          <a:bodyPr vert="horz" lIns="111074" tIns="55537" rIns="111074" bIns="55537" rtlCol="0" anchor="ctr"/>
          <a:lstStyle>
            <a:lvl1pPr algn="l" eaLnBrk="1" latinLnBrk="0" hangingPunct="1">
              <a:defRPr kumimoji="0"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52262" y="10011260"/>
            <a:ext cx="2736241" cy="575071"/>
          </a:xfrm>
          <a:prstGeom prst="rect">
            <a:avLst/>
          </a:prstGeom>
        </p:spPr>
        <p:txBody>
          <a:bodyPr vert="horz" lIns="111074" tIns="55537" rIns="111074" bIns="55537" rtlCol="0" anchor="ctr"/>
          <a:lstStyle>
            <a:lvl1pPr algn="ctr" eaLnBrk="1" latinLnBrk="0" hangingPunct="1">
              <a:defRPr kumimoji="0"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192549" y="10011260"/>
            <a:ext cx="2016178" cy="575071"/>
          </a:xfrm>
          <a:prstGeom prst="rect">
            <a:avLst/>
          </a:prstGeom>
        </p:spPr>
        <p:txBody>
          <a:bodyPr vert="horz" lIns="111074" tIns="55537" rIns="111074" bIns="55537" rtlCol="0" anchor="ctr"/>
          <a:lstStyle>
            <a:lvl1pPr algn="r" eaLnBrk="1" latinLnBrk="0" hangingPunct="1">
              <a:defRPr kumimoji="0"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C2B8A-984B-4A13-8394-0FFCBA4229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dt="0"/>
  <p:txStyles>
    <p:titleStyle>
      <a:lvl1pPr algn="ctr" rtl="0" eaLnBrk="1" latinLnBrk="0" hangingPunct="1">
        <a:spcBef>
          <a:spcPct val="0"/>
        </a:spcBef>
        <a:buNone/>
        <a:defRPr kumimoji="0" sz="53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416529" indent="-416529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2480" indent="-347108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8430" indent="-277687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3804" indent="-277687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9176" indent="-277687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549" indent="-277687" algn="l" rtl="0" eaLnBrk="1" latinLnBrk="0" hangingPunct="1">
        <a:spcBef>
          <a:spcPct val="20000"/>
        </a:spcBef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21" indent="-277687" algn="l" rtl="0" eaLnBrk="1" latinLnBrk="0" hangingPunct="1">
        <a:spcBef>
          <a:spcPct val="20000"/>
        </a:spcBef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5293" indent="-277687" algn="l" rtl="0" eaLnBrk="1" latinLnBrk="0" hangingPunct="1">
        <a:spcBef>
          <a:spcPct val="20000"/>
        </a:spcBef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20665" indent="-277687" algn="l" rtl="0" eaLnBrk="1" latinLnBrk="0" hangingPunct="1">
        <a:spcBef>
          <a:spcPct val="20000"/>
        </a:spcBef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553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107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6611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2214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768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3322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8760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4429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E94DCBCA-8610-46B3-A36C-A9F4FCE50285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武汉军运会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FE229-3C00-4CF8-8403-A630ACF7763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080021" y="3944089"/>
            <a:ext cx="6480720" cy="77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11074" tIns="55537" rIns="111074" bIns="55537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43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  <a:cs typeface="Times New Roman" charset="0"/>
              </a:rPr>
              <a:t>创军人荣耀、筑世界和平</a:t>
            </a:r>
            <a:endParaRPr lang="en-US" altLang="zh-CN" sz="4300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  <a:cs typeface="Times New Roman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第七届世界军人运动会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2E37-B1EE-43A6-8D1E-4D4D85615E26}" type="slidenum">
              <a:rPr lang="en-US" altLang="zh-CN"/>
              <a:pPr/>
              <a:t>3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300" y="3132428"/>
            <a:ext cx="3449789" cy="3833241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701711" y="1855986"/>
            <a:ext cx="7468553" cy="73109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第七届世界军人运动会（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7th CISM Military World Games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），简称“武汉军运会”，于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2019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日至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日在中国武汉举行，赛期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天，共设置射击、游泳、田径、篮球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……27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个大项、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329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个小项，来自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109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个国家的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9308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名军人报名参加，是世界军人运动会历史上规模最大、参赛人员最多、影响力最广的一次运动会。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1EEC-EDC4-4856-99F8-22D0FE5E4566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BD3-40D8-4641-9B2E-7DF8A0337957}" type="slidenum">
              <a:rPr lang="en-US" altLang="zh-CN" smtClean="0"/>
              <a:pPr/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1" y="3433762"/>
            <a:ext cx="7886700" cy="3933825"/>
          </a:xfrm>
          <a:prstGeom prst="rect">
            <a:avLst/>
          </a:prstGeo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我爱武汉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5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45</TotalTime>
  <Words>125</Words>
  <Application>Microsoft Office PowerPoint</Application>
  <PresentationFormat>自定义</PresentationFormat>
  <Paragraphs>14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龙腾四海</vt:lpstr>
      <vt:lpstr>武汉军运会</vt:lpstr>
      <vt:lpstr>PowerPoint 演示文稿</vt:lpstr>
      <vt:lpstr>第七届世界军人运动会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lipp</cp:lastModifiedBy>
  <cp:revision>43</cp:revision>
  <dcterms:created xsi:type="dcterms:W3CDTF">1601-01-01T00:00:00Z</dcterms:created>
  <dcterms:modified xsi:type="dcterms:W3CDTF">2021-03-19T07:28:18Z</dcterms:modified>
</cp:coreProperties>
</file>