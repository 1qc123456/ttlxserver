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</p:sldIdLst>
  <p:sldSz cx="12192000" cy="6858000"/>
  <p:notesSz cx="6858000" cy="9144000"/>
  <p:custDataLst>
    <p:tags r:id="rId8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>
    <p:kiosk/>
    <p:sldAll/>
  </p:showPr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gs" Target="tags/tag68.xml"/><Relationship Id="rId7" Type="http://schemas.openxmlformats.org/officeDocument/2006/relationships/tableStyles" Target="tableStyles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tags" Target="../tags/tag67.xml"/><Relationship Id="rId3" Type="http://schemas.openxmlformats.org/officeDocument/2006/relationships/tags" Target="../tags/tag66.xml"/><Relationship Id="rId2" Type="http://schemas.openxmlformats.org/officeDocument/2006/relationships/image" Target="../media/image1.jpeg"/><Relationship Id="rId1" Type="http://schemas.openxmlformats.org/officeDocument/2006/relationships/tags" Target="../tags/tag6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5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158750" y="113665"/>
            <a:ext cx="5040000" cy="1800000"/>
          </a:xfrm>
        </p:spPr>
        <p:txBody>
          <a:bodyPr/>
          <a:p>
            <a:r>
              <a:rPr lang="zh-CN" altLang="zh-CN" sz="6600">
                <a:solidFill>
                  <a:schemeClr val="bg1"/>
                </a:solidFill>
              </a:rPr>
              <a:t>夜晚</a:t>
            </a:r>
            <a:endParaRPr lang="zh-CN" altLang="zh-CN" sz="6600">
              <a:solidFill>
                <a:schemeClr val="bg1"/>
              </a:solidFill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7" name="图片 16"/>
          <p:cNvPicPr>
            <a:picLocks noChangeAspect="1"/>
          </p:cNvPicPr>
          <p:nvPr>
            <p:custDataLst>
              <p:tags r:id="rId1"/>
            </p:custDataLst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655"/>
          <a:stretch>
            <a:fillRect/>
          </a:stretch>
        </p:blipFill>
        <p:spPr>
          <a:xfrm>
            <a:off x="1264219" y="250364"/>
            <a:ext cx="2984211" cy="5683499"/>
          </a:xfrm>
          <a:prstGeom prst="rect">
            <a:avLst/>
          </a:prstGeom>
        </p:spPr>
      </p:pic>
      <p:sp>
        <p:nvSpPr>
          <p:cNvPr id="15" name="bird-on-branch_76550"/>
          <p:cNvSpPr>
            <a:spLocks noChangeAspect="1"/>
          </p:cNvSpPr>
          <p:nvPr>
            <p:custDataLst>
              <p:tags r:id="rId3"/>
            </p:custDataLst>
          </p:nvPr>
        </p:nvSpPr>
        <p:spPr bwMode="auto">
          <a:xfrm>
            <a:off x="10622509" y="4111142"/>
            <a:ext cx="708765" cy="547802"/>
          </a:xfrm>
          <a:custGeom>
            <a:avLst/>
            <a:gdLst>
              <a:gd name="connsiteX0" fmla="*/ 286595 w 608697"/>
              <a:gd name="connsiteY0" fmla="*/ 355452 h 470460"/>
              <a:gd name="connsiteX1" fmla="*/ 280105 w 608697"/>
              <a:gd name="connsiteY1" fmla="*/ 397165 h 470460"/>
              <a:gd name="connsiteX2" fmla="*/ 297710 w 608697"/>
              <a:gd name="connsiteY2" fmla="*/ 435600 h 470460"/>
              <a:gd name="connsiteX3" fmla="*/ 304200 w 608697"/>
              <a:gd name="connsiteY3" fmla="*/ 393887 h 470460"/>
              <a:gd name="connsiteX4" fmla="*/ 286595 w 608697"/>
              <a:gd name="connsiteY4" fmla="*/ 355452 h 470460"/>
              <a:gd name="connsiteX5" fmla="*/ 246463 w 608697"/>
              <a:gd name="connsiteY5" fmla="*/ 338097 h 470460"/>
              <a:gd name="connsiteX6" fmla="*/ 187682 w 608697"/>
              <a:gd name="connsiteY6" fmla="*/ 367072 h 470460"/>
              <a:gd name="connsiteX7" fmla="*/ 205585 w 608697"/>
              <a:gd name="connsiteY7" fmla="*/ 369381 h 470460"/>
              <a:gd name="connsiteX8" fmla="*/ 264366 w 608697"/>
              <a:gd name="connsiteY8" fmla="*/ 340331 h 470460"/>
              <a:gd name="connsiteX9" fmla="*/ 246463 w 608697"/>
              <a:gd name="connsiteY9" fmla="*/ 338097 h 470460"/>
              <a:gd name="connsiteX10" fmla="*/ 95855 w 608697"/>
              <a:gd name="connsiteY10" fmla="*/ 294447 h 470460"/>
              <a:gd name="connsiteX11" fmla="*/ 30584 w 608697"/>
              <a:gd name="connsiteY11" fmla="*/ 334745 h 470460"/>
              <a:gd name="connsiteX12" fmla="*/ 35806 w 608697"/>
              <a:gd name="connsiteY12" fmla="*/ 334968 h 470460"/>
              <a:gd name="connsiteX13" fmla="*/ 101077 w 608697"/>
              <a:gd name="connsiteY13" fmla="*/ 294671 h 470460"/>
              <a:gd name="connsiteX14" fmla="*/ 95855 w 608697"/>
              <a:gd name="connsiteY14" fmla="*/ 294447 h 470460"/>
              <a:gd name="connsiteX15" fmla="*/ 68106 w 608697"/>
              <a:gd name="connsiteY15" fmla="*/ 196124 h 470460"/>
              <a:gd name="connsiteX16" fmla="*/ 77579 w 608697"/>
              <a:gd name="connsiteY16" fmla="*/ 237316 h 470460"/>
              <a:gd name="connsiteX17" fmla="*/ 108238 w 608697"/>
              <a:gd name="connsiteY17" fmla="*/ 266440 h 470460"/>
              <a:gd name="connsiteX18" fmla="*/ 98764 w 608697"/>
              <a:gd name="connsiteY18" fmla="*/ 225249 h 470460"/>
              <a:gd name="connsiteX19" fmla="*/ 68106 w 608697"/>
              <a:gd name="connsiteY19" fmla="*/ 196124 h 470460"/>
              <a:gd name="connsiteX20" fmla="*/ 193456 w 608697"/>
              <a:gd name="connsiteY20" fmla="*/ 46926 h 470460"/>
              <a:gd name="connsiteX21" fmla="*/ 206970 w 608697"/>
              <a:gd name="connsiteY21" fmla="*/ 60440 h 470460"/>
              <a:gd name="connsiteX22" fmla="*/ 193456 w 608697"/>
              <a:gd name="connsiteY22" fmla="*/ 73954 h 470460"/>
              <a:gd name="connsiteX23" fmla="*/ 179942 w 608697"/>
              <a:gd name="connsiteY23" fmla="*/ 60440 h 470460"/>
              <a:gd name="connsiteX24" fmla="*/ 193456 w 608697"/>
              <a:gd name="connsiteY24" fmla="*/ 46926 h 470460"/>
              <a:gd name="connsiteX25" fmla="*/ 202302 w 608697"/>
              <a:gd name="connsiteY25" fmla="*/ 23612 h 470460"/>
              <a:gd name="connsiteX26" fmla="*/ 185519 w 608697"/>
              <a:gd name="connsiteY26" fmla="*/ 27039 h 470460"/>
              <a:gd name="connsiteX27" fmla="*/ 160455 w 608697"/>
              <a:gd name="connsiteY27" fmla="*/ 77243 h 470460"/>
              <a:gd name="connsiteX28" fmla="*/ 171345 w 608697"/>
              <a:gd name="connsiteY28" fmla="*/ 96759 h 470460"/>
              <a:gd name="connsiteX29" fmla="*/ 193873 w 608697"/>
              <a:gd name="connsiteY29" fmla="*/ 115976 h 470460"/>
              <a:gd name="connsiteX30" fmla="*/ 202526 w 608697"/>
              <a:gd name="connsiteY30" fmla="*/ 123202 h 470460"/>
              <a:gd name="connsiteX31" fmla="*/ 200736 w 608697"/>
              <a:gd name="connsiteY31" fmla="*/ 130352 h 470460"/>
              <a:gd name="connsiteX32" fmla="*/ 203869 w 608697"/>
              <a:gd name="connsiteY32" fmla="*/ 176907 h 470460"/>
              <a:gd name="connsiteX33" fmla="*/ 274585 w 608697"/>
              <a:gd name="connsiteY33" fmla="*/ 224727 h 470460"/>
              <a:gd name="connsiteX34" fmla="*/ 302708 w 608697"/>
              <a:gd name="connsiteY34" fmla="*/ 219364 h 470460"/>
              <a:gd name="connsiteX35" fmla="*/ 328592 w 608697"/>
              <a:gd name="connsiteY35" fmla="*/ 202232 h 470460"/>
              <a:gd name="connsiteX36" fmla="*/ 331874 w 608697"/>
              <a:gd name="connsiteY36" fmla="*/ 198955 h 470460"/>
              <a:gd name="connsiteX37" fmla="*/ 426834 w 608697"/>
              <a:gd name="connsiteY37" fmla="*/ 195677 h 470460"/>
              <a:gd name="connsiteX38" fmla="*/ 252803 w 608697"/>
              <a:gd name="connsiteY38" fmla="*/ 58547 h 470460"/>
              <a:gd name="connsiteX39" fmla="*/ 224905 w 608697"/>
              <a:gd name="connsiteY39" fmla="*/ 30018 h 470460"/>
              <a:gd name="connsiteX40" fmla="*/ 202302 w 608697"/>
              <a:gd name="connsiteY40" fmla="*/ 23612 h 470460"/>
              <a:gd name="connsiteX41" fmla="*/ 202302 w 608697"/>
              <a:gd name="connsiteY41" fmla="*/ 0 h 470460"/>
              <a:gd name="connsiteX42" fmla="*/ 237511 w 608697"/>
              <a:gd name="connsiteY42" fmla="*/ 10056 h 470460"/>
              <a:gd name="connsiteX43" fmla="*/ 270408 w 608697"/>
              <a:gd name="connsiteY43" fmla="*/ 42681 h 470460"/>
              <a:gd name="connsiteX44" fmla="*/ 468757 w 608697"/>
              <a:gd name="connsiteY44" fmla="*/ 191581 h 470460"/>
              <a:gd name="connsiteX45" fmla="*/ 519481 w 608697"/>
              <a:gd name="connsiteY45" fmla="*/ 216236 h 470460"/>
              <a:gd name="connsiteX46" fmla="*/ 341945 w 608697"/>
              <a:gd name="connsiteY46" fmla="*/ 222195 h 470460"/>
              <a:gd name="connsiteX47" fmla="*/ 311435 w 608697"/>
              <a:gd name="connsiteY47" fmla="*/ 241338 h 470460"/>
              <a:gd name="connsiteX48" fmla="*/ 279807 w 608697"/>
              <a:gd name="connsiteY48" fmla="*/ 248265 h 470460"/>
              <a:gd name="connsiteX49" fmla="*/ 279807 w 608697"/>
              <a:gd name="connsiteY49" fmla="*/ 271803 h 470460"/>
              <a:gd name="connsiteX50" fmla="*/ 404083 w 608697"/>
              <a:gd name="connsiteY50" fmla="*/ 270313 h 470460"/>
              <a:gd name="connsiteX51" fmla="*/ 445408 w 608697"/>
              <a:gd name="connsiteY51" fmla="*/ 305248 h 470460"/>
              <a:gd name="connsiteX52" fmla="*/ 449138 w 608697"/>
              <a:gd name="connsiteY52" fmla="*/ 255193 h 470460"/>
              <a:gd name="connsiteX53" fmla="*/ 472785 w 608697"/>
              <a:gd name="connsiteY53" fmla="*/ 256980 h 470460"/>
              <a:gd name="connsiteX54" fmla="*/ 467712 w 608697"/>
              <a:gd name="connsiteY54" fmla="*/ 324167 h 470460"/>
              <a:gd name="connsiteX55" fmla="*/ 608697 w 608697"/>
              <a:gd name="connsiteY55" fmla="*/ 443645 h 470460"/>
              <a:gd name="connsiteX56" fmla="*/ 593405 w 608697"/>
              <a:gd name="connsiteY56" fmla="*/ 461671 h 470460"/>
              <a:gd name="connsiteX57" fmla="*/ 395579 w 608697"/>
              <a:gd name="connsiteY57" fmla="*/ 294000 h 470460"/>
              <a:gd name="connsiteX58" fmla="*/ 337096 w 608697"/>
              <a:gd name="connsiteY58" fmla="*/ 294745 h 470460"/>
              <a:gd name="connsiteX59" fmla="*/ 299351 w 608697"/>
              <a:gd name="connsiteY59" fmla="*/ 334596 h 470460"/>
              <a:gd name="connsiteX60" fmla="*/ 327622 w 608697"/>
              <a:gd name="connsiteY60" fmla="*/ 390610 h 470460"/>
              <a:gd name="connsiteX61" fmla="*/ 309645 w 608697"/>
              <a:gd name="connsiteY61" fmla="*/ 461149 h 470460"/>
              <a:gd name="connsiteX62" fmla="*/ 302484 w 608697"/>
              <a:gd name="connsiteY62" fmla="*/ 470460 h 470460"/>
              <a:gd name="connsiteX63" fmla="*/ 293085 w 608697"/>
              <a:gd name="connsiteY63" fmla="*/ 463384 h 470460"/>
              <a:gd name="connsiteX64" fmla="*/ 256608 w 608697"/>
              <a:gd name="connsiteY64" fmla="*/ 400442 h 470460"/>
              <a:gd name="connsiteX65" fmla="*/ 256011 w 608697"/>
              <a:gd name="connsiteY65" fmla="*/ 379064 h 470460"/>
              <a:gd name="connsiteX66" fmla="*/ 205585 w 608697"/>
              <a:gd name="connsiteY66" fmla="*/ 392993 h 470460"/>
              <a:gd name="connsiteX67" fmla="*/ 165079 w 608697"/>
              <a:gd name="connsiteY67" fmla="*/ 383757 h 470460"/>
              <a:gd name="connsiteX68" fmla="*/ 154487 w 608697"/>
              <a:gd name="connsiteY68" fmla="*/ 378617 h 470460"/>
              <a:gd name="connsiteX69" fmla="*/ 159559 w 608697"/>
              <a:gd name="connsiteY69" fmla="*/ 368040 h 470460"/>
              <a:gd name="connsiteX70" fmla="*/ 246463 w 608697"/>
              <a:gd name="connsiteY70" fmla="*/ 314410 h 470460"/>
              <a:gd name="connsiteX71" fmla="*/ 279956 w 608697"/>
              <a:gd name="connsiteY71" fmla="*/ 320667 h 470460"/>
              <a:gd name="connsiteX72" fmla="*/ 304125 w 608697"/>
              <a:gd name="connsiteY72" fmla="*/ 295118 h 470460"/>
              <a:gd name="connsiteX73" fmla="*/ 125768 w 608697"/>
              <a:gd name="connsiteY73" fmla="*/ 297278 h 470460"/>
              <a:gd name="connsiteX74" fmla="*/ 35806 w 608697"/>
              <a:gd name="connsiteY74" fmla="*/ 358581 h 470460"/>
              <a:gd name="connsiteX75" fmla="*/ 11339 w 608697"/>
              <a:gd name="connsiteY75" fmla="*/ 355303 h 470460"/>
              <a:gd name="connsiteX76" fmla="*/ 0 w 608697"/>
              <a:gd name="connsiteY76" fmla="*/ 352175 h 470460"/>
              <a:gd name="connsiteX77" fmla="*/ 3059 w 608697"/>
              <a:gd name="connsiteY77" fmla="*/ 340778 h 470460"/>
              <a:gd name="connsiteX78" fmla="*/ 76162 w 608697"/>
              <a:gd name="connsiteY78" fmla="*/ 272920 h 470460"/>
              <a:gd name="connsiteX79" fmla="*/ 56991 w 608697"/>
              <a:gd name="connsiteY79" fmla="*/ 249010 h 470460"/>
              <a:gd name="connsiteX80" fmla="*/ 47517 w 608697"/>
              <a:gd name="connsiteY80" fmla="*/ 176832 h 470460"/>
              <a:gd name="connsiteX81" fmla="*/ 50725 w 608697"/>
              <a:gd name="connsiteY81" fmla="*/ 165510 h 470460"/>
              <a:gd name="connsiteX82" fmla="*/ 62063 w 608697"/>
              <a:gd name="connsiteY82" fmla="*/ 168639 h 470460"/>
              <a:gd name="connsiteX83" fmla="*/ 119353 w 608697"/>
              <a:gd name="connsiteY83" fmla="*/ 213554 h 470460"/>
              <a:gd name="connsiteX84" fmla="*/ 131288 w 608697"/>
              <a:gd name="connsiteY84" fmla="*/ 273591 h 470460"/>
              <a:gd name="connsiteX85" fmla="*/ 256086 w 608697"/>
              <a:gd name="connsiteY85" fmla="*/ 272027 h 470460"/>
              <a:gd name="connsiteX86" fmla="*/ 256086 w 608697"/>
              <a:gd name="connsiteY86" fmla="*/ 246701 h 470460"/>
              <a:gd name="connsiteX87" fmla="*/ 181863 w 608697"/>
              <a:gd name="connsiteY87" fmla="*/ 185622 h 470460"/>
              <a:gd name="connsiteX88" fmla="*/ 176194 w 608697"/>
              <a:gd name="connsiteY88" fmla="*/ 131991 h 470460"/>
              <a:gd name="connsiteX89" fmla="*/ 154412 w 608697"/>
              <a:gd name="connsiteY89" fmla="*/ 113220 h 470460"/>
              <a:gd name="connsiteX90" fmla="*/ 140388 w 608697"/>
              <a:gd name="connsiteY90" fmla="*/ 91768 h 470460"/>
              <a:gd name="connsiteX91" fmla="*/ 106597 w 608697"/>
              <a:gd name="connsiteY91" fmla="*/ 80297 h 470460"/>
              <a:gd name="connsiteX92" fmla="*/ 136808 w 608697"/>
              <a:gd name="connsiteY92" fmla="*/ 53854 h 470460"/>
              <a:gd name="connsiteX93" fmla="*/ 176418 w 608697"/>
              <a:gd name="connsiteY93" fmla="*/ 5214 h 470460"/>
              <a:gd name="connsiteX94" fmla="*/ 202302 w 608697"/>
              <a:gd name="connsiteY94" fmla="*/ 0 h 4704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</a:cxnLst>
            <a:rect l="l" t="t" r="r" b="b"/>
            <a:pathLst>
              <a:path w="608697" h="470460">
                <a:moveTo>
                  <a:pt x="286595" y="355452"/>
                </a:moveTo>
                <a:cubicBezTo>
                  <a:pt x="280404" y="368040"/>
                  <a:pt x="278091" y="382714"/>
                  <a:pt x="280105" y="397165"/>
                </a:cubicBezTo>
                <a:cubicBezTo>
                  <a:pt x="282119" y="411690"/>
                  <a:pt x="288311" y="425172"/>
                  <a:pt x="297710" y="435600"/>
                </a:cubicBezTo>
                <a:cubicBezTo>
                  <a:pt x="303827" y="423012"/>
                  <a:pt x="306214" y="408338"/>
                  <a:pt x="304200" y="393887"/>
                </a:cubicBezTo>
                <a:cubicBezTo>
                  <a:pt x="302185" y="379362"/>
                  <a:pt x="295919" y="365880"/>
                  <a:pt x="286595" y="355452"/>
                </a:cubicBezTo>
                <a:close/>
                <a:moveTo>
                  <a:pt x="246463" y="338097"/>
                </a:moveTo>
                <a:cubicBezTo>
                  <a:pt x="222891" y="338097"/>
                  <a:pt x="201034" y="349121"/>
                  <a:pt x="187682" y="367072"/>
                </a:cubicBezTo>
                <a:cubicBezTo>
                  <a:pt x="193426" y="368562"/>
                  <a:pt x="199468" y="369381"/>
                  <a:pt x="205585" y="369381"/>
                </a:cubicBezTo>
                <a:cubicBezTo>
                  <a:pt x="229082" y="369381"/>
                  <a:pt x="250939" y="358283"/>
                  <a:pt x="264366" y="340331"/>
                </a:cubicBezTo>
                <a:cubicBezTo>
                  <a:pt x="258622" y="338841"/>
                  <a:pt x="252580" y="338097"/>
                  <a:pt x="246463" y="338097"/>
                </a:cubicBezTo>
                <a:close/>
                <a:moveTo>
                  <a:pt x="95855" y="294447"/>
                </a:moveTo>
                <a:cubicBezTo>
                  <a:pt x="68180" y="294447"/>
                  <a:pt x="42520" y="310834"/>
                  <a:pt x="30584" y="334745"/>
                </a:cubicBezTo>
                <a:cubicBezTo>
                  <a:pt x="32300" y="334894"/>
                  <a:pt x="34090" y="334968"/>
                  <a:pt x="35806" y="334968"/>
                </a:cubicBezTo>
                <a:cubicBezTo>
                  <a:pt x="63555" y="334968"/>
                  <a:pt x="89216" y="318581"/>
                  <a:pt x="101077" y="294671"/>
                </a:cubicBezTo>
                <a:cubicBezTo>
                  <a:pt x="99361" y="294522"/>
                  <a:pt x="97645" y="294447"/>
                  <a:pt x="95855" y="294447"/>
                </a:cubicBezTo>
                <a:close/>
                <a:moveTo>
                  <a:pt x="68106" y="196124"/>
                </a:moveTo>
                <a:cubicBezTo>
                  <a:pt x="67061" y="210128"/>
                  <a:pt x="70344" y="224578"/>
                  <a:pt x="77579" y="237316"/>
                </a:cubicBezTo>
                <a:cubicBezTo>
                  <a:pt x="84815" y="249978"/>
                  <a:pt x="95631" y="260183"/>
                  <a:pt x="108238" y="266440"/>
                </a:cubicBezTo>
                <a:cubicBezTo>
                  <a:pt x="109282" y="252437"/>
                  <a:pt x="106000" y="237986"/>
                  <a:pt x="98764" y="225249"/>
                </a:cubicBezTo>
                <a:cubicBezTo>
                  <a:pt x="91529" y="212586"/>
                  <a:pt x="80712" y="202381"/>
                  <a:pt x="68106" y="196124"/>
                </a:cubicBezTo>
                <a:close/>
                <a:moveTo>
                  <a:pt x="193456" y="46926"/>
                </a:moveTo>
                <a:cubicBezTo>
                  <a:pt x="200920" y="46926"/>
                  <a:pt x="206970" y="52976"/>
                  <a:pt x="206970" y="60440"/>
                </a:cubicBezTo>
                <a:cubicBezTo>
                  <a:pt x="206970" y="67904"/>
                  <a:pt x="200920" y="73954"/>
                  <a:pt x="193456" y="73954"/>
                </a:cubicBezTo>
                <a:cubicBezTo>
                  <a:pt x="185992" y="73954"/>
                  <a:pt x="179942" y="67904"/>
                  <a:pt x="179942" y="60440"/>
                </a:cubicBezTo>
                <a:cubicBezTo>
                  <a:pt x="179942" y="52976"/>
                  <a:pt x="185992" y="46926"/>
                  <a:pt x="193456" y="46926"/>
                </a:cubicBezTo>
                <a:close/>
                <a:moveTo>
                  <a:pt x="202302" y="23612"/>
                </a:moveTo>
                <a:cubicBezTo>
                  <a:pt x="196559" y="23612"/>
                  <a:pt x="190889" y="24730"/>
                  <a:pt x="185519" y="27039"/>
                </a:cubicBezTo>
                <a:cubicBezTo>
                  <a:pt x="165975" y="35158"/>
                  <a:pt x="155233" y="56759"/>
                  <a:pt x="160455" y="77243"/>
                </a:cubicBezTo>
                <a:cubicBezTo>
                  <a:pt x="162394" y="84617"/>
                  <a:pt x="166124" y="91396"/>
                  <a:pt x="171345" y="96759"/>
                </a:cubicBezTo>
                <a:cubicBezTo>
                  <a:pt x="173658" y="98993"/>
                  <a:pt x="188353" y="111358"/>
                  <a:pt x="193873" y="115976"/>
                </a:cubicBezTo>
                <a:lnTo>
                  <a:pt x="202526" y="123202"/>
                </a:lnTo>
                <a:lnTo>
                  <a:pt x="200736" y="130352"/>
                </a:lnTo>
                <a:cubicBezTo>
                  <a:pt x="196782" y="145920"/>
                  <a:pt x="197901" y="161935"/>
                  <a:pt x="203869" y="176907"/>
                </a:cubicBezTo>
                <a:cubicBezTo>
                  <a:pt x="215431" y="205957"/>
                  <a:pt x="243181" y="224727"/>
                  <a:pt x="274585" y="224727"/>
                </a:cubicBezTo>
                <a:cubicBezTo>
                  <a:pt x="284208" y="224727"/>
                  <a:pt x="293682" y="222940"/>
                  <a:pt x="302708" y="219364"/>
                </a:cubicBezTo>
                <a:cubicBezTo>
                  <a:pt x="312480" y="215416"/>
                  <a:pt x="321207" y="209681"/>
                  <a:pt x="328592" y="202232"/>
                </a:cubicBezTo>
                <a:lnTo>
                  <a:pt x="331874" y="198955"/>
                </a:lnTo>
                <a:lnTo>
                  <a:pt x="426834" y="195677"/>
                </a:lnTo>
                <a:cubicBezTo>
                  <a:pt x="325310" y="137131"/>
                  <a:pt x="260487" y="67038"/>
                  <a:pt x="252803" y="58547"/>
                </a:cubicBezTo>
                <a:cubicBezTo>
                  <a:pt x="236094" y="40000"/>
                  <a:pt x="226770" y="31359"/>
                  <a:pt x="224905" y="30018"/>
                </a:cubicBezTo>
                <a:cubicBezTo>
                  <a:pt x="218191" y="25847"/>
                  <a:pt x="210284" y="23612"/>
                  <a:pt x="202302" y="23612"/>
                </a:cubicBezTo>
                <a:close/>
                <a:moveTo>
                  <a:pt x="202302" y="0"/>
                </a:moveTo>
                <a:cubicBezTo>
                  <a:pt x="214685" y="0"/>
                  <a:pt x="226919" y="3426"/>
                  <a:pt x="237511" y="10056"/>
                </a:cubicBezTo>
                <a:cubicBezTo>
                  <a:pt x="244449" y="14302"/>
                  <a:pt x="262799" y="34339"/>
                  <a:pt x="270408" y="42681"/>
                </a:cubicBezTo>
                <a:cubicBezTo>
                  <a:pt x="278539" y="51768"/>
                  <a:pt x="353134" y="132438"/>
                  <a:pt x="468757" y="191581"/>
                </a:cubicBezTo>
                <a:lnTo>
                  <a:pt x="519481" y="216236"/>
                </a:lnTo>
                <a:lnTo>
                  <a:pt x="341945" y="222195"/>
                </a:lnTo>
                <a:cubicBezTo>
                  <a:pt x="333068" y="230388"/>
                  <a:pt x="322774" y="236794"/>
                  <a:pt x="311435" y="241338"/>
                </a:cubicBezTo>
                <a:cubicBezTo>
                  <a:pt x="301216" y="245360"/>
                  <a:pt x="290623" y="247669"/>
                  <a:pt x="279807" y="248265"/>
                </a:cubicBezTo>
                <a:lnTo>
                  <a:pt x="279807" y="271803"/>
                </a:lnTo>
                <a:lnTo>
                  <a:pt x="404083" y="270313"/>
                </a:lnTo>
                <a:lnTo>
                  <a:pt x="445408" y="305248"/>
                </a:lnTo>
                <a:lnTo>
                  <a:pt x="449138" y="255193"/>
                </a:lnTo>
                <a:lnTo>
                  <a:pt x="472785" y="256980"/>
                </a:lnTo>
                <a:lnTo>
                  <a:pt x="467712" y="324167"/>
                </a:lnTo>
                <a:lnTo>
                  <a:pt x="608697" y="443645"/>
                </a:lnTo>
                <a:lnTo>
                  <a:pt x="593405" y="461671"/>
                </a:lnTo>
                <a:lnTo>
                  <a:pt x="395579" y="294000"/>
                </a:lnTo>
                <a:lnTo>
                  <a:pt x="337096" y="294745"/>
                </a:lnTo>
                <a:lnTo>
                  <a:pt x="299351" y="334596"/>
                </a:lnTo>
                <a:cubicBezTo>
                  <a:pt x="314643" y="349195"/>
                  <a:pt x="324639" y="368711"/>
                  <a:pt x="327622" y="390610"/>
                </a:cubicBezTo>
                <a:cubicBezTo>
                  <a:pt x="331203" y="416233"/>
                  <a:pt x="324788" y="441261"/>
                  <a:pt x="309645" y="461149"/>
                </a:cubicBezTo>
                <a:lnTo>
                  <a:pt x="302484" y="470460"/>
                </a:lnTo>
                <a:lnTo>
                  <a:pt x="293085" y="463384"/>
                </a:lnTo>
                <a:cubicBezTo>
                  <a:pt x="273093" y="448337"/>
                  <a:pt x="260188" y="425991"/>
                  <a:pt x="256608" y="400442"/>
                </a:cubicBezTo>
                <a:cubicBezTo>
                  <a:pt x="255638" y="393217"/>
                  <a:pt x="255489" y="386066"/>
                  <a:pt x="256011" y="379064"/>
                </a:cubicBezTo>
                <a:cubicBezTo>
                  <a:pt x="241092" y="388003"/>
                  <a:pt x="223711" y="392993"/>
                  <a:pt x="205585" y="392993"/>
                </a:cubicBezTo>
                <a:cubicBezTo>
                  <a:pt x="191337" y="392993"/>
                  <a:pt x="177686" y="389865"/>
                  <a:pt x="165079" y="383757"/>
                </a:cubicBezTo>
                <a:lnTo>
                  <a:pt x="154487" y="378617"/>
                </a:lnTo>
                <a:lnTo>
                  <a:pt x="159559" y="368040"/>
                </a:lnTo>
                <a:cubicBezTo>
                  <a:pt x="175224" y="335490"/>
                  <a:pt x="209314" y="314410"/>
                  <a:pt x="246463" y="314410"/>
                </a:cubicBezTo>
                <a:cubicBezTo>
                  <a:pt x="258100" y="314410"/>
                  <a:pt x="269364" y="316570"/>
                  <a:pt x="279956" y="320667"/>
                </a:cubicBezTo>
                <a:lnTo>
                  <a:pt x="304125" y="295118"/>
                </a:lnTo>
                <a:lnTo>
                  <a:pt x="125768" y="297278"/>
                </a:lnTo>
                <a:cubicBezTo>
                  <a:pt x="111893" y="333255"/>
                  <a:pt x="75491" y="358581"/>
                  <a:pt x="35806" y="358581"/>
                </a:cubicBezTo>
                <a:cubicBezTo>
                  <a:pt x="27526" y="358581"/>
                  <a:pt x="19320" y="357463"/>
                  <a:pt x="11339" y="355303"/>
                </a:cubicBezTo>
                <a:lnTo>
                  <a:pt x="0" y="352175"/>
                </a:lnTo>
                <a:lnTo>
                  <a:pt x="3059" y="340778"/>
                </a:lnTo>
                <a:cubicBezTo>
                  <a:pt x="12383" y="306589"/>
                  <a:pt x="41624" y="280369"/>
                  <a:pt x="76162" y="272920"/>
                </a:cubicBezTo>
                <a:cubicBezTo>
                  <a:pt x="68702" y="266142"/>
                  <a:pt x="62213" y="258098"/>
                  <a:pt x="56991" y="249010"/>
                </a:cubicBezTo>
                <a:cubicBezTo>
                  <a:pt x="44235" y="226515"/>
                  <a:pt x="40878" y="200966"/>
                  <a:pt x="47517" y="176832"/>
                </a:cubicBezTo>
                <a:lnTo>
                  <a:pt x="50725" y="165510"/>
                </a:lnTo>
                <a:lnTo>
                  <a:pt x="62063" y="168639"/>
                </a:lnTo>
                <a:cubicBezTo>
                  <a:pt x="86158" y="175193"/>
                  <a:pt x="106522" y="191134"/>
                  <a:pt x="119353" y="213554"/>
                </a:cubicBezTo>
                <a:cubicBezTo>
                  <a:pt x="130020" y="232251"/>
                  <a:pt x="134048" y="253181"/>
                  <a:pt x="131288" y="273591"/>
                </a:cubicBezTo>
                <a:lnTo>
                  <a:pt x="256086" y="272027"/>
                </a:lnTo>
                <a:lnTo>
                  <a:pt x="256086" y="246701"/>
                </a:lnTo>
                <a:cubicBezTo>
                  <a:pt x="222816" y="240519"/>
                  <a:pt x="194768" y="217949"/>
                  <a:pt x="181863" y="185622"/>
                </a:cubicBezTo>
                <a:cubicBezTo>
                  <a:pt x="175001" y="168415"/>
                  <a:pt x="173061" y="150017"/>
                  <a:pt x="176194" y="131991"/>
                </a:cubicBezTo>
                <a:cubicBezTo>
                  <a:pt x="164259" y="122010"/>
                  <a:pt x="156874" y="115678"/>
                  <a:pt x="154412" y="113220"/>
                </a:cubicBezTo>
                <a:cubicBezTo>
                  <a:pt x="148445" y="107038"/>
                  <a:pt x="143671" y="99738"/>
                  <a:pt x="140388" y="91768"/>
                </a:cubicBezTo>
                <a:lnTo>
                  <a:pt x="106597" y="80297"/>
                </a:lnTo>
                <a:lnTo>
                  <a:pt x="136808" y="53854"/>
                </a:lnTo>
                <a:cubicBezTo>
                  <a:pt x="140985" y="32625"/>
                  <a:pt x="155457" y="13929"/>
                  <a:pt x="176418" y="5214"/>
                </a:cubicBezTo>
                <a:cubicBezTo>
                  <a:pt x="184698" y="1713"/>
                  <a:pt x="193426" y="0"/>
                  <a:pt x="202302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500" advClick="0"/>
    </mc:Choice>
    <mc:Fallback>
      <p:transition advClick="0"/>
    </mc:Fallback>
  </mc:AlternateContent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"/>
</p:tagLst>
</file>

<file path=ppt/tags/tag64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BEAUTIFY_FLAG" val="#wm#"/>
  <p:tag name="KSO_WM_TEMPLATE_CATEGORY" val="custom"/>
  <p:tag name="KSO_WM_TEMPLATE_INDEX" val="20205081"/>
</p:tagLst>
</file>

<file path=ppt/tags/tag68.xml><?xml version="1.0" encoding="utf-8"?>
<p:tagLst xmlns:p="http://schemas.openxmlformats.org/presentationml/2006/main">
  <p:tag name="COMMONDATA" val="eyJoZGlkIjoiNzFlMGY3OGRmZGU1YjQ0MmVmN2U4Yjg3M2ZkYWM1ZjIifQ=="/>
  <p:tag name="commondata" val="eyJoZGlkIjoiMDc1NGYxZTE5YjIxODQ2YjU3NGJkMjYwN2YzNDUwN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</Words>
  <Application>WPS 演示</Application>
  <PresentationFormat>宽屏</PresentationFormat>
  <Paragraphs>2</Paragraphs>
  <Slides>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0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夜晚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HF</cp:lastModifiedBy>
  <cp:revision>158</cp:revision>
  <dcterms:created xsi:type="dcterms:W3CDTF">2019-06-19T02:08:00Z</dcterms:created>
  <dcterms:modified xsi:type="dcterms:W3CDTF">2025-02-27T07:24:44Z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2052-12.1.0.15712</vt:lpwstr>
  </property>
  <property fmtid="{D5CDD505-2E9C-101B-9397-08002B2CF9AE}" pid="3" name="ICV">
    <vt:lpwstr>27ED0F95713A44B99491344A634FDCE8_13</vt:lpwstr>
  </property>
</Properties>
</file>