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嫦娥一号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0193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基本介绍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2004</a:t>
            </a:r>
            <a:r>
              <a:rPr lang="zh-CN" altLang="en-US" dirty="0"/>
              <a:t>年，中国正式开展月球探测工程，并命名为“嫦娥工程”。嫦娥工程分为“无人月球探测”“载人登月”和“建立月球基地”三个阶段。</a:t>
            </a:r>
            <a:r>
              <a:rPr lang="en-US" altLang="zh-CN" dirty="0"/>
              <a:t>2007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05</a:t>
            </a:r>
            <a:r>
              <a:rPr lang="zh-CN" altLang="en-US" dirty="0"/>
              <a:t>分，“嫦娥一号”成功发射升空，在圆满完成各项使命后，于</a:t>
            </a:r>
            <a:r>
              <a:rPr lang="en-US" altLang="zh-CN" dirty="0"/>
              <a:t>2009</a:t>
            </a:r>
            <a:r>
              <a:rPr lang="zh-CN" altLang="en-US" dirty="0"/>
              <a:t>年按预定计划受控撞月。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57</a:t>
            </a:r>
            <a:r>
              <a:rPr lang="zh-CN" altLang="en-US" dirty="0"/>
              <a:t>分</a:t>
            </a:r>
            <a:r>
              <a:rPr lang="en-US" altLang="zh-CN" dirty="0"/>
              <a:t>57</a:t>
            </a:r>
            <a:r>
              <a:rPr lang="zh-CN" altLang="en-US" dirty="0"/>
              <a:t>秒“嫦娥二号”顺利发射  ，也已圆满并超额完成各项既定任务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en-US" altLang="zh-CN" dirty="0" smtClean="0"/>
              <a:t>2012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19</a:t>
            </a:r>
            <a:r>
              <a:rPr lang="zh-CN" altLang="en-US" dirty="0"/>
              <a:t>日，月球探测工程首席科学家欧阳自远表示，探月工程已经完成嫦娥三号卫星和玉兔号月球车的月面勘测任务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zh-CN" altLang="en-US" dirty="0" smtClean="0"/>
              <a:t>嫦娥</a:t>
            </a:r>
            <a:r>
              <a:rPr lang="zh-CN" altLang="en-US" dirty="0"/>
              <a:t>四号是嫦娥三号的备份星。嫦娥五号主要科学目标包括对着陆区的现场调查和分析，以及月球样品返回地球以后的分析与研究。中国人的探月工程，为人类和平使用月球做出了新的贡献。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16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嫦娥一号</vt:lpstr>
      <vt:lpstr>基本介绍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lipp</cp:lastModifiedBy>
  <cp:revision>6</cp:revision>
  <dcterms:created xsi:type="dcterms:W3CDTF">2017-03-10T01:54:18Z</dcterms:created>
  <dcterms:modified xsi:type="dcterms:W3CDTF">2021-03-19T05:55:32Z</dcterms:modified>
</cp:coreProperties>
</file>