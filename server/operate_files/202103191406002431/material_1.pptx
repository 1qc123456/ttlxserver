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579DC-04D0-44D6-A51A-265ED42EB05B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155F9-408F-4A4A-983E-85D93F58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726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185-25DE-420D-967E-DA4DA4EE37B6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FC2FF-D83C-4B07-BF9F-D81E997FBA14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9037-CA1F-4416-9242-DF2BF2CD573B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2D98-8561-463D-B688-DE1AC873CA26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642FC-94DF-44B7-8CBE-04B83DBE7DB5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28B2-482F-4A77-8F1D-1549A7ACF9EC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124C-C4B7-495B-97D8-4C02D84987DF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3F5EA-33C1-43A8-8AA9-AD282A427FBB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59373-8FF3-46BF-926E-337B9DF4650C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BF8A6-BAF1-41D9-885F-2342C541AD42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86882-3EF3-4CF8-B6D2-44D3631E7A6D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6687ED0D-68F3-4F83-ADE7-DB3807DE7A58}" type="datetime1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嫦娥一号</a:t>
            </a:r>
            <a:endParaRPr lang="zh-CN" altLang="en-US" sz="6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中国第一颗月球卫星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193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2004</a:t>
            </a:r>
            <a:r>
              <a:rPr lang="zh-CN" altLang="en-US" dirty="0"/>
              <a:t>年，中国正式开展月球探测工程，并命名为“嫦娥工程”。嫦娥工程分为“无人月球探测”“载人登月”和“建立月球基地”三个阶段。</a:t>
            </a:r>
            <a:r>
              <a:rPr lang="en-US" altLang="zh-CN" dirty="0"/>
              <a:t>2007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</a:t>
            </a:r>
            <a:r>
              <a:rPr lang="en-US" altLang="zh-CN" dirty="0"/>
              <a:t>18</a:t>
            </a:r>
            <a:r>
              <a:rPr lang="zh-CN" altLang="en-US" dirty="0"/>
              <a:t>时</a:t>
            </a:r>
            <a:r>
              <a:rPr lang="en-US" altLang="zh-CN" dirty="0"/>
              <a:t>05</a:t>
            </a:r>
            <a:r>
              <a:rPr lang="zh-CN" altLang="en-US" dirty="0"/>
              <a:t>分，“嫦娥一号”成功发射升空，在圆满完成各项使命后，于</a:t>
            </a:r>
            <a:r>
              <a:rPr lang="en-US" altLang="zh-CN" dirty="0"/>
              <a:t>2009</a:t>
            </a:r>
            <a:r>
              <a:rPr lang="zh-CN" altLang="en-US" dirty="0"/>
              <a:t>年按预定计划受控撞月。</a:t>
            </a:r>
            <a:r>
              <a:rPr lang="en-US" altLang="zh-CN" dirty="0"/>
              <a:t>2010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</a:t>
            </a:r>
            <a:r>
              <a:rPr lang="en-US" altLang="zh-CN" dirty="0"/>
              <a:t>18</a:t>
            </a:r>
            <a:r>
              <a:rPr lang="zh-CN" altLang="en-US" dirty="0"/>
              <a:t>时</a:t>
            </a:r>
            <a:r>
              <a:rPr lang="en-US" altLang="zh-CN" dirty="0"/>
              <a:t>57</a:t>
            </a:r>
            <a:r>
              <a:rPr lang="zh-CN" altLang="en-US" dirty="0"/>
              <a:t>分</a:t>
            </a:r>
            <a:r>
              <a:rPr lang="en-US" altLang="zh-CN" dirty="0"/>
              <a:t>57</a:t>
            </a:r>
            <a:r>
              <a:rPr lang="zh-CN" altLang="en-US" dirty="0"/>
              <a:t>秒“嫦娥二号”顺利发射  ，也已圆满并超额完成各项既定任务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70000"/>
              </a:lnSpc>
            </a:pPr>
            <a:r>
              <a:rPr lang="en-US" altLang="zh-CN" dirty="0" smtClean="0"/>
              <a:t>2012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19</a:t>
            </a:r>
            <a:r>
              <a:rPr lang="zh-CN" altLang="en-US" dirty="0"/>
              <a:t>日，月球探测工程首席科学家欧阳自远表示，探月工程已经完成嫦娥三号卫星和玉兔号月球车的月面勘测任务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70000"/>
              </a:lnSpc>
            </a:pPr>
            <a:r>
              <a:rPr lang="zh-CN" altLang="en-US" dirty="0" smtClean="0"/>
              <a:t>嫦娥</a:t>
            </a:r>
            <a:r>
              <a:rPr lang="zh-CN" altLang="en-US" dirty="0"/>
              <a:t>四号是嫦娥三号的备份星。嫦娥五号主要科学目标包括对着陆区的现场调查和分析，以及月球样品返回地球以后的分析与研究。中国人的探月工程，为人类和平使用月球做出了新的贡献。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基本介绍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66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988840"/>
            <a:ext cx="4476750" cy="3333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中国月球探测工程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524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10</TotalTime>
  <Words>198</Words>
  <Application>Microsoft Office PowerPoint</Application>
  <PresentationFormat>全屏显示(4:3)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波形</vt:lpstr>
      <vt:lpstr>嫦娥一号</vt:lpstr>
      <vt:lpstr>基本介绍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战狼</dc:title>
  <dc:creator>Administrator</dc:creator>
  <cp:lastModifiedBy>lipp</cp:lastModifiedBy>
  <cp:revision>17</cp:revision>
  <dcterms:created xsi:type="dcterms:W3CDTF">2017-03-10T01:54:18Z</dcterms:created>
  <dcterms:modified xsi:type="dcterms:W3CDTF">2021-03-19T06:05:36Z</dcterms:modified>
</cp:coreProperties>
</file>