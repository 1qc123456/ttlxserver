
<file path=[Content_Types].xml><?xml version="1.0" encoding="utf-8"?>
<Types xmlns="http://schemas.openxmlformats.org/package/2006/content-types">
  <Default Extension="jpeg" ContentType="image/jpeg"/>
  <Default Extension="JPG" ContentType="image/.jpg"/>
  <Default Extension="wav" ContentType="audio/x-wav"/>
  <Default Extension="png" ContentType="image/png"/>
  <Default Extension="wdp" ContentType="image/vnd.ms-photo"/>
  <Default Extension="wmv" ContentType="video/x-ms-wmv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9144000" cy="6858000" type="screen4x3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90" y="-8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107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2" Type="http://schemas.openxmlformats.org/officeDocument/2006/relationships/audio" Target="../media/audio1.wav"/><Relationship Id="rId21" Type="http://schemas.microsoft.com/office/2007/relationships/hdphoto" Target="../media/image2.wdp"/><Relationship Id="rId20" Type="http://schemas.openxmlformats.org/officeDocument/2006/relationships/image" Target="../media/image1.png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6" Type="http://schemas.openxmlformats.org/officeDocument/2006/relationships/audio" Target="../media/audio1.wav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8" Type="http://schemas.openxmlformats.org/officeDocument/2006/relationships/audio" Target="../media/audio1.wav"/><Relationship Id="rId17" Type="http://schemas.microsoft.com/office/2007/relationships/hdphoto" Target="../media/image2.wdp"/><Relationship Id="rId16" Type="http://schemas.openxmlformats.org/officeDocument/2006/relationships/image" Target="../media/image1.png"/><Relationship Id="rId15" Type="http://schemas.openxmlformats.org/officeDocument/2006/relationships/tags" Target="../tags/tag46.xml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0.xml"/><Relationship Id="rId8" Type="http://schemas.openxmlformats.org/officeDocument/2006/relationships/tags" Target="../tags/tag59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audio" Target="../media/audio1.wav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7" Type="http://schemas.openxmlformats.org/officeDocument/2006/relationships/audio" Target="../media/audio1.wav"/><Relationship Id="rId16" Type="http://schemas.microsoft.com/office/2007/relationships/hdphoto" Target="../media/image2.wdp"/><Relationship Id="rId15" Type="http://schemas.openxmlformats.org/officeDocument/2006/relationships/image" Target="../media/image1.png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45"/>
          <p:cNvSpPr/>
          <p:nvPr>
            <p:custDataLst>
              <p:tags r:id="rId2"/>
            </p:custDataLst>
          </p:nvPr>
        </p:nvSpPr>
        <p:spPr>
          <a:xfrm rot="746688">
            <a:off x="4120754" y="250825"/>
            <a:ext cx="2219325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3"/>
            </p:custDataLst>
          </p:nvPr>
        </p:nvSpPr>
        <p:spPr>
          <a:xfrm>
            <a:off x="0" y="4397375"/>
            <a:ext cx="752475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grpSp>
        <p:nvGrpSpPr>
          <p:cNvPr id="7" name="组合 14"/>
          <p:cNvGrpSpPr/>
          <p:nvPr>
            <p:custDataLst>
              <p:tags r:id="rId4"/>
            </p:custDataLst>
          </p:nvPr>
        </p:nvGrpSpPr>
        <p:grpSpPr bwMode="auto">
          <a:xfrm>
            <a:off x="971550" y="1522413"/>
            <a:ext cx="236935" cy="315912"/>
            <a:chOff x="1772042" y="1225638"/>
            <a:chExt cx="316282" cy="316282"/>
          </a:xfrm>
        </p:grpSpPr>
        <p:cxnSp>
          <p:nvCxnSpPr>
            <p:cNvPr id="8" name="直接连接符 7"/>
            <p:cNvCxnSpPr/>
            <p:nvPr>
              <p:custDataLst>
                <p:tags r:id="rId5"/>
              </p:custDataLst>
            </p:nvPr>
          </p:nvCxnSpPr>
          <p:spPr>
            <a:xfrm flipH="1">
              <a:off x="1772042" y="1384574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>
              <p:custDataLst>
                <p:tags r:id="rId6"/>
              </p:custDataLst>
            </p:nvPr>
          </p:nvCxnSpPr>
          <p:spPr>
            <a:xfrm rot="5400000" flipH="1">
              <a:off x="1772836" y="1383779"/>
              <a:ext cx="31628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任意多边形 12"/>
          <p:cNvSpPr/>
          <p:nvPr>
            <p:custDataLst>
              <p:tags r:id="rId7"/>
            </p:custDataLst>
          </p:nvPr>
        </p:nvSpPr>
        <p:spPr>
          <a:xfrm>
            <a:off x="6372225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2" name="等腰三角形 11"/>
          <p:cNvSpPr/>
          <p:nvPr>
            <p:custDataLst>
              <p:tags r:id="rId8"/>
            </p:custDataLst>
          </p:nvPr>
        </p:nvSpPr>
        <p:spPr>
          <a:xfrm rot="10800000">
            <a:off x="7700963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3" name="等腰三角形 12"/>
          <p:cNvSpPr/>
          <p:nvPr>
            <p:custDataLst>
              <p:tags r:id="rId9"/>
            </p:custDataLst>
          </p:nvPr>
        </p:nvSpPr>
        <p:spPr>
          <a:xfrm rot="10800000">
            <a:off x="5296487" y="647700"/>
            <a:ext cx="1126331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4" name="等腰三角形 13"/>
          <p:cNvSpPr/>
          <p:nvPr>
            <p:custDataLst>
              <p:tags r:id="rId10"/>
            </p:custDataLst>
          </p:nvPr>
        </p:nvSpPr>
        <p:spPr>
          <a:xfrm rot="10800000">
            <a:off x="5580026" y="0"/>
            <a:ext cx="1126331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5" name="任意多边形 46"/>
          <p:cNvSpPr/>
          <p:nvPr>
            <p:custDataLst>
              <p:tags r:id="rId11"/>
            </p:custDataLst>
          </p:nvPr>
        </p:nvSpPr>
        <p:spPr>
          <a:xfrm rot="746688">
            <a:off x="4504135" y="92075"/>
            <a:ext cx="978694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6" name="等腰三角形 24"/>
          <p:cNvSpPr/>
          <p:nvPr>
            <p:custDataLst>
              <p:tags r:id="rId12"/>
            </p:custDataLst>
          </p:nvPr>
        </p:nvSpPr>
        <p:spPr>
          <a:xfrm rot="10800000">
            <a:off x="7150894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cxnSp>
        <p:nvCxnSpPr>
          <p:cNvPr id="18" name="直接连接符 17"/>
          <p:cNvCxnSpPr/>
          <p:nvPr>
            <p:custDataLst>
              <p:tags r:id="rId13"/>
            </p:custDataLst>
          </p:nvPr>
        </p:nvCxnSpPr>
        <p:spPr>
          <a:xfrm>
            <a:off x="1019209" y="4795838"/>
            <a:ext cx="4429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4"/>
            </p:custDataLst>
          </p:nvPr>
        </p:nvSpPr>
        <p:spPr>
          <a:xfrm>
            <a:off x="899099" y="2009457"/>
            <a:ext cx="4682792" cy="1198800"/>
          </a:xfrm>
        </p:spPr>
        <p:txBody>
          <a:bodyPr anchor="ctr">
            <a:normAutofit/>
          </a:bodyPr>
          <a:lstStyle>
            <a:lvl1pPr algn="l">
              <a:defRPr sz="4500" spc="600">
                <a:solidFill>
                  <a:schemeClr val="tx1"/>
                </a:solidFill>
              </a:defRPr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5"/>
            </p:custDataLst>
          </p:nvPr>
        </p:nvSpPr>
        <p:spPr>
          <a:xfrm>
            <a:off x="899160" y="3313163"/>
            <a:ext cx="2556510" cy="1379855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3000" b="1" i="1" spc="300" baseline="0">
                <a:solidFill>
                  <a:schemeClr val="tx1"/>
                </a:solidFill>
                <a:latin typeface="+mj-ea"/>
                <a:ea typeface="+mj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编辑副标题</a:t>
            </a:r>
            <a:endParaRPr lang="zh-CN" altLang="en-US" noProof="1"/>
          </a:p>
        </p:txBody>
      </p:sp>
      <p:sp>
        <p:nvSpPr>
          <p:cNvPr id="19" name="日期占位符 15"/>
          <p:cNvSpPr>
            <a:spLocks noGrp="1"/>
          </p:cNvSpPr>
          <p:nvPr>
            <p:ph type="dt" sz="half" idx="15"/>
            <p:custDataLst>
              <p:tags r:id="rId1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5968B6D-5ED3-4C3E-8863-FC9F1B79E9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6"/>
          <p:cNvSpPr>
            <a:spLocks noGrp="1"/>
          </p:cNvSpPr>
          <p:nvPr>
            <p:ph type="ftr" sz="quarter" idx="16"/>
            <p:custDataLst>
              <p:tags r:id="rId1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1" name="灯片编号占位符 17"/>
          <p:cNvSpPr>
            <a:spLocks noGrp="1"/>
          </p:cNvSpPr>
          <p:nvPr>
            <p:ph type="sldNum" sz="quarter" idx="17"/>
            <p:custDataLst>
              <p:tags r:id="rId1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16E027A-DB77-4831-A856-CD91DA9A8F40}" type="slidenum">
              <a:rPr lang="zh-CN" altLang="en-US" smtClean="0"/>
            </a:fld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 cstate="email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289560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22" name="push.wav"/>
          </p:stSnd>
        </p:sndAc>
      </p:transition>
    </mc:Choice>
    <mc:Fallback>
      <p:transition spd="slow">
        <p:wipe/>
        <p:sndAc>
          <p:stSnd>
            <p:snd r:embed="rId22" name="push.wav"/>
          </p:stSnd>
        </p:sndAc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46"/>
          <p:cNvSpPr/>
          <p:nvPr>
            <p:custDataLst>
              <p:tags r:id="rId2"/>
            </p:custDataLst>
          </p:nvPr>
        </p:nvSpPr>
        <p:spPr>
          <a:xfrm rot="746688">
            <a:off x="8667750" y="5489575"/>
            <a:ext cx="5334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46"/>
          <p:cNvSpPr/>
          <p:nvPr>
            <p:custDataLst>
              <p:tags r:id="rId3"/>
            </p:custDataLst>
          </p:nvPr>
        </p:nvSpPr>
        <p:spPr>
          <a:xfrm rot="746688">
            <a:off x="-58341" y="722313"/>
            <a:ext cx="5334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任意多边形 46"/>
          <p:cNvSpPr/>
          <p:nvPr>
            <p:custDataLst>
              <p:tags r:id="rId4"/>
            </p:custDataLst>
          </p:nvPr>
        </p:nvSpPr>
        <p:spPr>
          <a:xfrm rot="746688">
            <a:off x="-41672" y="68263"/>
            <a:ext cx="53459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任意多边形 46"/>
          <p:cNvSpPr/>
          <p:nvPr>
            <p:custDataLst>
              <p:tags r:id="rId5"/>
            </p:custDataLst>
          </p:nvPr>
        </p:nvSpPr>
        <p:spPr>
          <a:xfrm rot="746688">
            <a:off x="8664179" y="6053138"/>
            <a:ext cx="5334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任意多边形: 形状 7"/>
          <p:cNvSpPr/>
          <p:nvPr>
            <p:custDataLst>
              <p:tags r:id="rId6"/>
            </p:custDataLst>
          </p:nvPr>
        </p:nvSpPr>
        <p:spPr>
          <a:xfrm>
            <a:off x="8230791" y="0"/>
            <a:ext cx="913209" cy="2540000"/>
          </a:xfrm>
          <a:custGeom>
            <a:avLst/>
            <a:gdLst>
              <a:gd name="connsiteX0" fmla="*/ 0 w 1218152"/>
              <a:gd name="connsiteY0" fmla="*/ 0 h 2539914"/>
              <a:gd name="connsiteX1" fmla="*/ 1218152 w 1218152"/>
              <a:gd name="connsiteY1" fmla="*/ 0 h 2539914"/>
              <a:gd name="connsiteX2" fmla="*/ 1218152 w 1218152"/>
              <a:gd name="connsiteY2" fmla="*/ 2539914 h 2539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18152" h="2539914">
                <a:moveTo>
                  <a:pt x="0" y="0"/>
                </a:moveTo>
                <a:lnTo>
                  <a:pt x="1218152" y="0"/>
                </a:lnTo>
                <a:lnTo>
                  <a:pt x="1218152" y="253991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9" name="任意多边形: 形状 8"/>
          <p:cNvSpPr/>
          <p:nvPr>
            <p:custDataLst>
              <p:tags r:id="rId7"/>
            </p:custDataLst>
          </p:nvPr>
        </p:nvSpPr>
        <p:spPr>
          <a:xfrm rot="10800000">
            <a:off x="8759429" y="0"/>
            <a:ext cx="384572" cy="1141413"/>
          </a:xfrm>
          <a:custGeom>
            <a:avLst/>
            <a:gdLst>
              <a:gd name="connsiteX0" fmla="*/ 512148 w 512148"/>
              <a:gd name="connsiteY0" fmla="*/ 1140923 h 1140923"/>
              <a:gd name="connsiteX1" fmla="*/ 0 w 512148"/>
              <a:gd name="connsiteY1" fmla="*/ 1140923 h 1140923"/>
              <a:gd name="connsiteX2" fmla="*/ 0 w 512148"/>
              <a:gd name="connsiteY2" fmla="*/ 0 h 11409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2148" h="1140923">
                <a:moveTo>
                  <a:pt x="512148" y="1140923"/>
                </a:moveTo>
                <a:lnTo>
                  <a:pt x="0" y="114092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0" name="等腰三角形 24"/>
          <p:cNvSpPr/>
          <p:nvPr>
            <p:custDataLst>
              <p:tags r:id="rId8"/>
            </p:custDataLst>
          </p:nvPr>
        </p:nvSpPr>
        <p:spPr>
          <a:xfrm rot="10800000">
            <a:off x="8540354" y="863600"/>
            <a:ext cx="507206" cy="674688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1" name="等腰三角形 6"/>
          <p:cNvSpPr/>
          <p:nvPr>
            <p:custDataLst>
              <p:tags r:id="rId9"/>
            </p:custDataLst>
          </p:nvPr>
        </p:nvSpPr>
        <p:spPr>
          <a:xfrm>
            <a:off x="0" y="5688013"/>
            <a:ext cx="360760" cy="1179512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2" name="等腰三角形 11"/>
          <p:cNvSpPr/>
          <p:nvPr>
            <p:custDataLst>
              <p:tags r:id="rId10"/>
            </p:custDataLst>
          </p:nvPr>
        </p:nvSpPr>
        <p:spPr>
          <a:xfrm>
            <a:off x="294085" y="5200650"/>
            <a:ext cx="507206" cy="16573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11"/>
            </p:custDataLst>
          </p:nvPr>
        </p:nvSpPr>
        <p:spPr>
          <a:xfrm>
            <a:off x="467916" y="406800"/>
            <a:ext cx="8208169" cy="863601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12"/>
            </p:custDataLst>
          </p:nvPr>
        </p:nvSpPr>
        <p:spPr>
          <a:xfrm>
            <a:off x="467916" y="1412875"/>
            <a:ext cx="8208168" cy="48958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5968B6D-5ED3-4C3E-8863-FC9F1B79E9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16E027A-DB77-4831-A856-CD91DA9A8F4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16" name="push.wav"/>
          </p:stSnd>
        </p:sndAc>
      </p:transition>
    </mc:Choice>
    <mc:Fallback>
      <p:transition spd="slow">
        <p:wipe/>
        <p:sndAc>
          <p:stSnd>
            <p:snd r:embed="rId16" name="push.wav"/>
          </p:stSnd>
        </p:sndAc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 12"/>
          <p:cNvSpPr/>
          <p:nvPr>
            <p:custDataLst>
              <p:tags r:id="rId2"/>
            </p:custDataLst>
          </p:nvPr>
        </p:nvSpPr>
        <p:spPr>
          <a:xfrm>
            <a:off x="6372225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等腰三角形 4"/>
          <p:cNvSpPr/>
          <p:nvPr>
            <p:custDataLst>
              <p:tags r:id="rId3"/>
            </p:custDataLst>
          </p:nvPr>
        </p:nvSpPr>
        <p:spPr>
          <a:xfrm rot="10800000">
            <a:off x="7700963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4"/>
            </p:custDataLst>
          </p:nvPr>
        </p:nvSpPr>
        <p:spPr>
          <a:xfrm rot="10800000">
            <a:off x="5296487" y="647700"/>
            <a:ext cx="1126331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等腰三角形 6"/>
          <p:cNvSpPr/>
          <p:nvPr>
            <p:custDataLst>
              <p:tags r:id="rId5"/>
            </p:custDataLst>
          </p:nvPr>
        </p:nvSpPr>
        <p:spPr>
          <a:xfrm rot="10800000">
            <a:off x="5580026" y="0"/>
            <a:ext cx="1126331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等腰三角形 24"/>
          <p:cNvSpPr/>
          <p:nvPr>
            <p:custDataLst>
              <p:tags r:id="rId6"/>
            </p:custDataLst>
          </p:nvPr>
        </p:nvSpPr>
        <p:spPr>
          <a:xfrm rot="10800000">
            <a:off x="7150894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grpSp>
        <p:nvGrpSpPr>
          <p:cNvPr id="10" name="组合 14"/>
          <p:cNvGrpSpPr/>
          <p:nvPr>
            <p:custDataLst>
              <p:tags r:id="rId7"/>
            </p:custDataLst>
          </p:nvPr>
        </p:nvGrpSpPr>
        <p:grpSpPr bwMode="auto">
          <a:xfrm flipH="1">
            <a:off x="-234553" y="88900"/>
            <a:ext cx="2218135" cy="3230563"/>
            <a:chOff x="-313138" y="88946"/>
            <a:chExt cx="2958463" cy="3230885"/>
          </a:xfrm>
        </p:grpSpPr>
        <p:sp>
          <p:nvSpPr>
            <p:cNvPr id="11" name="任意多边形 45"/>
            <p:cNvSpPr/>
            <p:nvPr>
              <p:custDataLst>
                <p:tags r:id="rId8"/>
              </p:custDataLst>
            </p:nvPr>
          </p:nvSpPr>
          <p:spPr>
            <a:xfrm rot="746688">
              <a:off x="-313138" y="247712"/>
              <a:ext cx="2958463" cy="3072119"/>
            </a:xfrm>
            <a:custGeom>
              <a:avLst/>
              <a:gdLst>
                <a:gd name="connsiteX0" fmla="*/ 0 w 2958463"/>
                <a:gd name="connsiteY0" fmla="*/ 28269 h 3072739"/>
                <a:gd name="connsiteX1" fmla="*/ 128100 w 2958463"/>
                <a:gd name="connsiteY1" fmla="*/ 0 h 3072739"/>
                <a:gd name="connsiteX2" fmla="*/ 2958463 w 2958463"/>
                <a:gd name="connsiteY2" fmla="*/ 2912645 h 3072739"/>
                <a:gd name="connsiteX3" fmla="*/ 2958463 w 2958463"/>
                <a:gd name="connsiteY3" fmla="*/ 3072739 h 3072739"/>
                <a:gd name="connsiteX4" fmla="*/ 0 w 2958463"/>
                <a:gd name="connsiteY4" fmla="*/ 28269 h 30727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8463" h="3072739">
                  <a:moveTo>
                    <a:pt x="0" y="28269"/>
                  </a:moveTo>
                  <a:lnTo>
                    <a:pt x="128100" y="0"/>
                  </a:lnTo>
                  <a:lnTo>
                    <a:pt x="2958463" y="2912645"/>
                  </a:lnTo>
                  <a:lnTo>
                    <a:pt x="2958463" y="3072739"/>
                  </a:lnTo>
                  <a:lnTo>
                    <a:pt x="0" y="2826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350" noProof="1"/>
            </a:p>
          </p:txBody>
        </p:sp>
        <p:sp>
          <p:nvSpPr>
            <p:cNvPr id="12" name="任意多边形 46"/>
            <p:cNvSpPr/>
            <p:nvPr>
              <p:custDataLst>
                <p:tags r:id="rId9"/>
              </p:custDataLst>
            </p:nvPr>
          </p:nvSpPr>
          <p:spPr>
            <a:xfrm rot="746688">
              <a:off x="196613" y="88946"/>
              <a:ext cx="1305344" cy="1371737"/>
            </a:xfrm>
            <a:custGeom>
              <a:avLst/>
              <a:gdLst>
                <a:gd name="connsiteX0" fmla="*/ 0 w 1305254"/>
                <a:gd name="connsiteY0" fmla="*/ 28270 h 1371469"/>
                <a:gd name="connsiteX1" fmla="*/ 128101 w 1305254"/>
                <a:gd name="connsiteY1" fmla="*/ 0 h 1371469"/>
                <a:gd name="connsiteX2" fmla="*/ 1305254 w 1305254"/>
                <a:gd name="connsiteY2" fmla="*/ 1211374 h 1371469"/>
                <a:gd name="connsiteX3" fmla="*/ 1305253 w 1305254"/>
                <a:gd name="connsiteY3" fmla="*/ 1371469 h 1371469"/>
                <a:gd name="connsiteX4" fmla="*/ 0 w 1305254"/>
                <a:gd name="connsiteY4" fmla="*/ 28270 h 1371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5254" h="1371469">
                  <a:moveTo>
                    <a:pt x="0" y="28270"/>
                  </a:moveTo>
                  <a:lnTo>
                    <a:pt x="128101" y="0"/>
                  </a:lnTo>
                  <a:lnTo>
                    <a:pt x="1305254" y="1211374"/>
                  </a:lnTo>
                  <a:lnTo>
                    <a:pt x="1305253" y="1371469"/>
                  </a:lnTo>
                  <a:lnTo>
                    <a:pt x="0" y="2827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/>
              <a:endParaRPr lang="zh-CN" altLang="en-US" sz="1350" noProof="1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1413212" y="3414578"/>
            <a:ext cx="3762851" cy="863174"/>
          </a:xfrm>
        </p:spPr>
        <p:txBody>
          <a:bodyPr anchor="b">
            <a:normAutofit/>
          </a:bodyPr>
          <a:lstStyle>
            <a:lvl1pPr>
              <a:defRPr sz="2700"/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>
          <a:xfrm>
            <a:off x="1413211" y="4332272"/>
            <a:ext cx="3762851" cy="1112226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94CB5B3-EC8D-4F60-BF61-3EF349C85780}" type="slidenum">
              <a:rPr lang="zh-CN" altLang="en-US"/>
            </a:fld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 cstate="email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5289560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18" name="push.wav"/>
          </p:stSnd>
        </p:sndAc>
      </p:transition>
    </mc:Choice>
    <mc:Fallback>
      <p:transition spd="slow">
        <p:wipe/>
        <p:sndAc>
          <p:stSnd>
            <p:snd r:embed="rId18" name="push.wav"/>
          </p:stSnd>
        </p:sndAc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4679158" y="952508"/>
            <a:ext cx="3962432" cy="5388907"/>
          </a:xfrm>
        </p:spPr>
        <p:txBody>
          <a:bodyPr>
            <a:noAutofit/>
          </a:bodyPr>
          <a:lstStyle>
            <a:lvl1pPr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200"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200"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200"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200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DDFDFAB-2866-4AAF-BF08-B18AE0FF235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8" name="push.wav"/>
          </p:stSnd>
        </p:sndAc>
      </p:transition>
    </mc:Choice>
    <mc:Fallback>
      <p:transition spd="slow">
        <p:wipe/>
        <p:sndAc>
          <p:stSnd>
            <p:snd r:embed="rId8" name="push.wav"/>
          </p:stSnd>
        </p:sndAc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12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02448" y="952508"/>
            <a:ext cx="396243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02444" y="1406525"/>
            <a:ext cx="3962400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4676813" y="952508"/>
            <a:ext cx="396243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4676813" y="1406525"/>
            <a:ext cx="3962432" cy="4934752"/>
          </a:xfrm>
        </p:spPr>
        <p:txBody>
          <a:bodyPr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EF6CFF42-6038-4CBA-8CF9-D820691D267E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10" name="push.wav"/>
          </p:stSnd>
        </p:sndAc>
      </p:transition>
    </mc:Choice>
    <mc:Fallback>
      <p:transition spd="slow">
        <p:wipe/>
        <p:sndAc>
          <p:stSnd>
            <p:snd r:embed="rId10" name="push.wav"/>
          </p:stSnd>
        </p:sndAc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1EBB2E1-87C6-4749-AD35-010E6F04A45A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6" name="push.wav"/>
          </p:stSnd>
        </p:sndAc>
      </p:transition>
    </mc:Choice>
    <mc:Fallback>
      <p:transition spd="slow">
        <p:wipe/>
        <p:sndAc>
          <p:stSnd>
            <p:snd r:embed="rId6" name="push.wav"/>
          </p:stSnd>
        </p:sndAc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 46"/>
          <p:cNvSpPr/>
          <p:nvPr>
            <p:custDataLst>
              <p:tags r:id="rId2"/>
            </p:custDataLst>
          </p:nvPr>
        </p:nvSpPr>
        <p:spPr>
          <a:xfrm rot="746688">
            <a:off x="8667750" y="5489575"/>
            <a:ext cx="533400" cy="747713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3" name="任意多边形 46"/>
          <p:cNvSpPr/>
          <p:nvPr>
            <p:custDataLst>
              <p:tags r:id="rId3"/>
            </p:custDataLst>
          </p:nvPr>
        </p:nvSpPr>
        <p:spPr>
          <a:xfrm rot="746688">
            <a:off x="-58341" y="722313"/>
            <a:ext cx="53340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4" name="任意多边形 46"/>
          <p:cNvSpPr/>
          <p:nvPr>
            <p:custDataLst>
              <p:tags r:id="rId4"/>
            </p:custDataLst>
          </p:nvPr>
        </p:nvSpPr>
        <p:spPr>
          <a:xfrm rot="746688">
            <a:off x="-41672" y="68263"/>
            <a:ext cx="534591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46"/>
          <p:cNvSpPr/>
          <p:nvPr>
            <p:custDataLst>
              <p:tags r:id="rId5"/>
            </p:custDataLst>
          </p:nvPr>
        </p:nvSpPr>
        <p:spPr>
          <a:xfrm rot="746688">
            <a:off x="8664179" y="6053138"/>
            <a:ext cx="533400" cy="747712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3015366-64AA-4331-9F93-BEB85608C0D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9" name="push.wav"/>
          </p:stSnd>
        </p:sndAc>
      </p:transition>
    </mc:Choice>
    <mc:Fallback>
      <p:transition spd="slow">
        <p:wipe/>
        <p:sndAc>
          <p:stSnd>
            <p:snd r:embed="rId9" name="push.wav"/>
          </p:stSnd>
        </p:sndAc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02448" y="443234"/>
            <a:ext cx="8139178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502448" y="952508"/>
            <a:ext cx="396243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4679194" y="952508"/>
            <a:ext cx="3962432" cy="5388907"/>
          </a:xfrm>
        </p:spPr>
        <p:txBody>
          <a:bodyPr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8A57EDF-701D-441D-97E4-3F263CC8DB93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8" name="push.wav"/>
          </p:stSnd>
        </p:sndAc>
      </p:transition>
    </mc:Choice>
    <mc:Fallback>
      <p:transition spd="slow">
        <p:wipe/>
        <p:sndAc>
          <p:stSnd>
            <p:snd r:embed="rId8" name="push.wav"/>
          </p:stSnd>
        </p:sndAc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CCAABF9F-7112-45C9-AFDF-ABF930B96098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7" name="push.wav"/>
          </p:stSnd>
        </p:sndAc>
      </p:transition>
    </mc:Choice>
    <mc:Fallback>
      <p:transition spd="slow">
        <p:wipe/>
        <p:sndAc>
          <p:stSnd>
            <p:snd r:embed="rId7" name="push.wav"/>
          </p:stSnd>
        </p:sndAc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502448" y="952508"/>
            <a:ext cx="8139178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</a:t>
            </a:r>
            <a:r>
              <a:rPr lang="zh-CN" altLang="en-US" dirty="0">
                <a:sym typeface="+mn-ea"/>
              </a:rPr>
              <a:t>编辑母版文本样式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>
                <a:sym typeface="+mn-ea"/>
              </a:rPr>
              <a:t>第二级</a:t>
            </a:r>
            <a:endParaRPr lang="zh-CN" altLang="en-US" dirty="0">
              <a:sym typeface="+mn-ea"/>
            </a:endParaRPr>
          </a:p>
          <a:p>
            <a:pPr lvl="2"/>
            <a:r>
              <a:rPr lang="zh-CN" altLang="en-US" dirty="0">
                <a:sym typeface="+mn-ea"/>
              </a:rPr>
              <a:t>第三级</a:t>
            </a:r>
            <a:endParaRPr lang="zh-CN" altLang="en-US" dirty="0">
              <a:sym typeface="+mn-ea"/>
            </a:endParaRPr>
          </a:p>
          <a:p>
            <a:pPr lvl="3"/>
            <a:r>
              <a:rPr lang="zh-CN" altLang="en-US" dirty="0">
                <a:sym typeface="+mn-ea"/>
              </a:rPr>
              <a:t>第四级</a:t>
            </a:r>
            <a:endParaRPr lang="zh-CN" altLang="en-US" dirty="0">
              <a:sym typeface="+mn-ea"/>
            </a:endParaRPr>
          </a:p>
          <a:p>
            <a:pPr lvl="4"/>
            <a:r>
              <a:rPr lang="zh-CN" altLang="en-US" dirty="0">
                <a:sym typeface="+mn-ea"/>
              </a:rPr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533AF71B-F04C-4371-B519-F65995945D26}" type="slidenum">
              <a:rPr lang="zh-CN" altLang="en-US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6" name="push.wav"/>
          </p:stSnd>
        </p:sndAc>
      </p:transition>
    </mc:Choice>
    <mc:Fallback>
      <p:transition spd="slow">
        <p:wipe/>
        <p:sndAc>
          <p:stSnd>
            <p:snd r:embed="rId6" name="push.wav"/>
          </p:stSnd>
        </p:sndAc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等腰三角形 2"/>
          <p:cNvSpPr/>
          <p:nvPr>
            <p:custDataLst>
              <p:tags r:id="rId2"/>
            </p:custDataLst>
          </p:nvPr>
        </p:nvSpPr>
        <p:spPr>
          <a:xfrm flipH="1">
            <a:off x="8391525" y="4403725"/>
            <a:ext cx="752475" cy="2460625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4" name="任意多边形 45"/>
          <p:cNvSpPr/>
          <p:nvPr>
            <p:custDataLst>
              <p:tags r:id="rId3"/>
            </p:custDataLst>
          </p:nvPr>
        </p:nvSpPr>
        <p:spPr>
          <a:xfrm rot="20853312" flipH="1">
            <a:off x="2803922" y="250825"/>
            <a:ext cx="2219325" cy="3073400"/>
          </a:xfrm>
          <a:custGeom>
            <a:avLst/>
            <a:gdLst>
              <a:gd name="connsiteX0" fmla="*/ 0 w 2958463"/>
              <a:gd name="connsiteY0" fmla="*/ 28269 h 3072739"/>
              <a:gd name="connsiteX1" fmla="*/ 128100 w 2958463"/>
              <a:gd name="connsiteY1" fmla="*/ 0 h 3072739"/>
              <a:gd name="connsiteX2" fmla="*/ 2958463 w 2958463"/>
              <a:gd name="connsiteY2" fmla="*/ 2912645 h 3072739"/>
              <a:gd name="connsiteX3" fmla="*/ 2958463 w 2958463"/>
              <a:gd name="connsiteY3" fmla="*/ 3072739 h 3072739"/>
              <a:gd name="connsiteX4" fmla="*/ 0 w 2958463"/>
              <a:gd name="connsiteY4" fmla="*/ 28269 h 3072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58463" h="3072739">
                <a:moveTo>
                  <a:pt x="0" y="28269"/>
                </a:moveTo>
                <a:lnTo>
                  <a:pt x="128100" y="0"/>
                </a:lnTo>
                <a:lnTo>
                  <a:pt x="2958463" y="2912645"/>
                </a:lnTo>
                <a:lnTo>
                  <a:pt x="2958463" y="3072739"/>
                </a:lnTo>
                <a:lnTo>
                  <a:pt x="0" y="2826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5" name="任意多边形 12"/>
          <p:cNvSpPr/>
          <p:nvPr>
            <p:custDataLst>
              <p:tags r:id="rId4"/>
            </p:custDataLst>
          </p:nvPr>
        </p:nvSpPr>
        <p:spPr>
          <a:xfrm flipH="1">
            <a:off x="0" y="0"/>
            <a:ext cx="2771775" cy="6858000"/>
          </a:xfrm>
          <a:custGeom>
            <a:avLst/>
            <a:gdLst>
              <a:gd name="connsiteX0" fmla="*/ 0 w 3695696"/>
              <a:gd name="connsiteY0" fmla="*/ 0 h 6858001"/>
              <a:gd name="connsiteX1" fmla="*/ 3695696 w 3695696"/>
              <a:gd name="connsiteY1" fmla="*/ 0 h 6858001"/>
              <a:gd name="connsiteX2" fmla="*/ 3695696 w 3695696"/>
              <a:gd name="connsiteY2" fmla="*/ 6858001 h 6858001"/>
              <a:gd name="connsiteX3" fmla="*/ 3289124 w 3695696"/>
              <a:gd name="connsiteY3" fmla="*/ 6858001 h 6858001"/>
              <a:gd name="connsiteX4" fmla="*/ 0 w 3695696"/>
              <a:gd name="connsiteY4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95696" h="6858001">
                <a:moveTo>
                  <a:pt x="0" y="0"/>
                </a:moveTo>
                <a:lnTo>
                  <a:pt x="3695696" y="0"/>
                </a:lnTo>
                <a:lnTo>
                  <a:pt x="3695696" y="6858001"/>
                </a:lnTo>
                <a:lnTo>
                  <a:pt x="3289124" y="685800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6" name="等腰三角形 5"/>
          <p:cNvSpPr/>
          <p:nvPr>
            <p:custDataLst>
              <p:tags r:id="rId5"/>
            </p:custDataLst>
          </p:nvPr>
        </p:nvSpPr>
        <p:spPr>
          <a:xfrm rot="10800000" flipH="1">
            <a:off x="0" y="0"/>
            <a:ext cx="1443038" cy="4286250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7" name="等腰三角形 6"/>
          <p:cNvSpPr/>
          <p:nvPr>
            <p:custDataLst>
              <p:tags r:id="rId6"/>
            </p:custDataLst>
          </p:nvPr>
        </p:nvSpPr>
        <p:spPr>
          <a:xfrm rot="10800000" flipH="1">
            <a:off x="2721059" y="647700"/>
            <a:ext cx="1127522" cy="129540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8" name="等腰三角形 7"/>
          <p:cNvSpPr/>
          <p:nvPr>
            <p:custDataLst>
              <p:tags r:id="rId7"/>
            </p:custDataLst>
          </p:nvPr>
        </p:nvSpPr>
        <p:spPr>
          <a:xfrm rot="10800000" flipH="1">
            <a:off x="2445977" y="0"/>
            <a:ext cx="1127522" cy="129540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9" name="任意多边形 46"/>
          <p:cNvSpPr/>
          <p:nvPr>
            <p:custDataLst>
              <p:tags r:id="rId8"/>
            </p:custDataLst>
          </p:nvPr>
        </p:nvSpPr>
        <p:spPr>
          <a:xfrm rot="20853312" flipH="1">
            <a:off x="3661172" y="92075"/>
            <a:ext cx="978694" cy="1371600"/>
          </a:xfrm>
          <a:custGeom>
            <a:avLst/>
            <a:gdLst>
              <a:gd name="connsiteX0" fmla="*/ 0 w 1305254"/>
              <a:gd name="connsiteY0" fmla="*/ 28270 h 1371469"/>
              <a:gd name="connsiteX1" fmla="*/ 128101 w 1305254"/>
              <a:gd name="connsiteY1" fmla="*/ 0 h 1371469"/>
              <a:gd name="connsiteX2" fmla="*/ 1305254 w 1305254"/>
              <a:gd name="connsiteY2" fmla="*/ 1211374 h 1371469"/>
              <a:gd name="connsiteX3" fmla="*/ 1305253 w 1305254"/>
              <a:gd name="connsiteY3" fmla="*/ 1371469 h 1371469"/>
              <a:gd name="connsiteX4" fmla="*/ 0 w 1305254"/>
              <a:gd name="connsiteY4" fmla="*/ 28270 h 1371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05254" h="1371469">
                <a:moveTo>
                  <a:pt x="0" y="28270"/>
                </a:moveTo>
                <a:lnTo>
                  <a:pt x="128101" y="0"/>
                </a:lnTo>
                <a:lnTo>
                  <a:pt x="1305254" y="1211374"/>
                </a:lnTo>
                <a:lnTo>
                  <a:pt x="1305253" y="1371469"/>
                </a:lnTo>
                <a:lnTo>
                  <a:pt x="0" y="2827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10" name="等腰三角形 24"/>
          <p:cNvSpPr/>
          <p:nvPr>
            <p:custDataLst>
              <p:tags r:id="rId9"/>
            </p:custDataLst>
          </p:nvPr>
        </p:nvSpPr>
        <p:spPr>
          <a:xfrm rot="10800000" flipH="1">
            <a:off x="721519" y="2165350"/>
            <a:ext cx="1271588" cy="1693863"/>
          </a:xfrm>
          <a:custGeom>
            <a:avLst/>
            <a:gdLst>
              <a:gd name="connsiteX0" fmla="*/ 0 w 1695930"/>
              <a:gd name="connsiteY0" fmla="*/ 1462009 h 1462009"/>
              <a:gd name="connsiteX1" fmla="*/ 847965 w 1695930"/>
              <a:gd name="connsiteY1" fmla="*/ 0 h 1462009"/>
              <a:gd name="connsiteX2" fmla="*/ 1695930 w 1695930"/>
              <a:gd name="connsiteY2" fmla="*/ 1462009 h 1462009"/>
              <a:gd name="connsiteX3" fmla="*/ 0 w 1695930"/>
              <a:gd name="connsiteY3" fmla="*/ 1462009 h 1462009"/>
              <a:gd name="connsiteX0-1" fmla="*/ 0 w 1695930"/>
              <a:gd name="connsiteY0-2" fmla="*/ 1694237 h 1694237"/>
              <a:gd name="connsiteX1-3" fmla="*/ 862480 w 1695930"/>
              <a:gd name="connsiteY1-4" fmla="*/ 0 h 1694237"/>
              <a:gd name="connsiteX2-5" fmla="*/ 1695930 w 1695930"/>
              <a:gd name="connsiteY2-6" fmla="*/ 1694237 h 1694237"/>
              <a:gd name="connsiteX3-7" fmla="*/ 0 w 1695930"/>
              <a:gd name="connsiteY3-8" fmla="*/ 1694237 h 1694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1695930" h="1694237">
                <a:moveTo>
                  <a:pt x="0" y="1694237"/>
                </a:moveTo>
                <a:lnTo>
                  <a:pt x="862480" y="0"/>
                </a:lnTo>
                <a:lnTo>
                  <a:pt x="1695930" y="1694237"/>
                </a:lnTo>
                <a:lnTo>
                  <a:pt x="0" y="16942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350" noProof="1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0"/>
            </p:custDataLst>
          </p:nvPr>
        </p:nvSpPr>
        <p:spPr>
          <a:xfrm>
            <a:off x="4243140" y="2420938"/>
            <a:ext cx="4212089" cy="2016125"/>
          </a:xfrm>
        </p:spPr>
        <p:txBody>
          <a:bodyPr anchor="ctr">
            <a:normAutofit/>
          </a:bodyPr>
          <a:lstStyle>
            <a:lvl1pPr algn="ctr">
              <a:defRPr sz="6000" spc="600"/>
            </a:lvl1pPr>
          </a:lstStyle>
          <a:p>
            <a:r>
              <a:rPr lang="zh-CN" altLang="en-US" noProof="1"/>
              <a:t>编辑标题</a:t>
            </a:r>
            <a:endParaRPr lang="zh-CN" altLang="en-US" noProof="1"/>
          </a:p>
        </p:txBody>
      </p:sp>
      <p:sp>
        <p:nvSpPr>
          <p:cNvPr id="12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13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14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26F48EE0-4ABF-491F-B0BA-FE21D3D573F9}" type="slidenum">
              <a:rPr lang="zh-CN" altLang="en-US"/>
            </a:fld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 cstate="email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 rot="10800000" flipV="1">
            <a:off x="291439" y="409574"/>
            <a:ext cx="3565354" cy="6456590"/>
          </a:xfrm>
          <a:custGeom>
            <a:avLst/>
            <a:gdLst>
              <a:gd name="connsiteX0" fmla="*/ 1645443 w 4753805"/>
              <a:gd name="connsiteY0" fmla="*/ 0 h 6456590"/>
              <a:gd name="connsiteX1" fmla="*/ 2993011 w 4753805"/>
              <a:gd name="connsiteY1" fmla="*/ 2807919 h 6456590"/>
              <a:gd name="connsiteX2" fmla="*/ 2995875 w 4753805"/>
              <a:gd name="connsiteY2" fmla="*/ 2807919 h 6456590"/>
              <a:gd name="connsiteX3" fmla="*/ 4753805 w 4753805"/>
              <a:gd name="connsiteY3" fmla="*/ 6456590 h 6456590"/>
              <a:gd name="connsiteX4" fmla="*/ 1757930 w 4753805"/>
              <a:gd name="connsiteY4" fmla="*/ 6456590 h 6456590"/>
              <a:gd name="connsiteX5" fmla="*/ 0 w 4753805"/>
              <a:gd name="connsiteY5" fmla="*/ 2807919 h 6456590"/>
              <a:gd name="connsiteX6" fmla="*/ 4790 w 4753805"/>
              <a:gd name="connsiteY6" fmla="*/ 2807919 h 6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3805" h="6456590">
                <a:moveTo>
                  <a:pt x="1645443" y="0"/>
                </a:moveTo>
                <a:lnTo>
                  <a:pt x="2993011" y="2807919"/>
                </a:lnTo>
                <a:lnTo>
                  <a:pt x="2995875" y="2807919"/>
                </a:lnTo>
                <a:lnTo>
                  <a:pt x="4753805" y="6456590"/>
                </a:lnTo>
                <a:lnTo>
                  <a:pt x="1757930" y="6456590"/>
                </a:lnTo>
                <a:lnTo>
                  <a:pt x="0" y="2807919"/>
                </a:lnTo>
                <a:lnTo>
                  <a:pt x="4790" y="2807919"/>
                </a:ln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17" name="push.wav"/>
          </p:stSnd>
        </p:sndAc>
      </p:transition>
    </mc:Choice>
    <mc:Fallback>
      <p:transition spd="slow">
        <p:wipe/>
        <p:sndAc>
          <p:stSnd>
            <p:snd r:embed="rId17" name="push.wav"/>
          </p:stSnd>
        </p:sndAc>
      </p:transition>
    </mc:Fallback>
  </mc:AlternateContent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tags" Target="../tags/tag103.xml"/><Relationship Id="rId14" Type="http://schemas.openxmlformats.org/officeDocument/2006/relationships/tags" Target="../tags/tag102.xml"/><Relationship Id="rId13" Type="http://schemas.openxmlformats.org/officeDocument/2006/relationships/tags" Target="../tags/tag101.xml"/><Relationship Id="rId12" Type="http://schemas.openxmlformats.org/officeDocument/2006/relationships/tags" Target="../tags/tag10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2"/>
            </p:custDataLst>
          </p:nvPr>
        </p:nvSpPr>
        <p:spPr bwMode="auto">
          <a:xfrm>
            <a:off x="502444" y="442913"/>
            <a:ext cx="8139113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3"/>
            </p:custDataLst>
          </p:nvPr>
        </p:nvSpPr>
        <p:spPr bwMode="auto">
          <a:xfrm>
            <a:off x="502444" y="952500"/>
            <a:ext cx="8139113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59606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55968B6D-5ED3-4C3E-8863-FC9F1B79E9E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3087291" y="6350000"/>
            <a:ext cx="2969419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noProof="1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6457950" y="6350000"/>
            <a:ext cx="2025254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noProof="1" smtClean="0">
                <a:solidFill>
                  <a:schemeClr val="tx1">
                    <a:tint val="75000"/>
                  </a:schemeClr>
                </a:solidFill>
                <a:ea typeface="微软雅黑" panose="020B0503020204020204" charset="-122"/>
              </a:defRPr>
            </a:lvl1pPr>
          </a:lstStyle>
          <a:p>
            <a:fld id="{116E027A-DB77-4831-A856-CD91DA9A8F40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sz="1350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18" name="push.wav"/>
          </p:stSnd>
        </p:sndAc>
      </p:transition>
    </mc:Choice>
    <mc:Fallback>
      <p:transition spd="slow">
        <p:wipe/>
        <p:sndAc>
          <p:stSnd>
            <p:snd r:embed="rId18" name="push.wav"/>
          </p:stSnd>
        </p:sndAc>
      </p:transition>
    </mc:Fallback>
  </mc:AlternateConten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800" b="1" kern="1200" spc="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charset="-122"/>
          <a:ea typeface="微软雅黑" panose="020B0503020204020204" charset="-122"/>
        </a:defRPr>
      </a:lvl9pPr>
    </p:titleStyle>
    <p:bodyStyle>
      <a:lvl1pPr marL="171450" indent="-17145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5143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8572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2001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1543050" indent="-171450" algn="l" defTabSz="0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kern="1200" spc="15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slide" Target="slide5.xml"/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image" Target="../media/image3.png"/><Relationship Id="rId3" Type="http://schemas.openxmlformats.org/officeDocument/2006/relationships/tags" Target="../tags/tag106.xml"/><Relationship Id="rId2" Type="http://schemas.microsoft.com/office/2007/relationships/media" Target="../media/media1.wmv"/><Relationship Id="rId1" Type="http://schemas.openxmlformats.org/officeDocument/2006/relationships/video" Target="../media/media1.wmv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audio1.wav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800" dirty="0" smtClean="0">
                <a:ln w="19050">
                  <a:solidFill>
                    <a:srgbClr val="FFC000"/>
                  </a:solidFill>
                </a:ln>
                <a:solidFill>
                  <a:srgbClr val="7030A0"/>
                </a:solidFill>
                <a:latin typeface="楷体" panose="02010609060101010101" charset="-122"/>
                <a:ea typeface="楷体" panose="02010609060101010101" charset="-122"/>
              </a:rPr>
              <a:t>中国春节习俗</a:t>
            </a:r>
            <a:endParaRPr lang="zh-CN" altLang="en-US" sz="4800" dirty="0" smtClean="0">
              <a:ln w="19050">
                <a:solidFill>
                  <a:srgbClr val="FFC000"/>
                </a:solidFill>
              </a:ln>
              <a:solidFill>
                <a:srgbClr val="7030A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zh-CN" altLang="en-US" sz="2400" b="1" dirty="0" smtClean="0">
                <a:ea typeface="华文行楷" pitchFamily="2" charset="-122"/>
                <a:hlinkClick r:id="rId1" tooltip="" action="ppaction://hlinksldjump"/>
              </a:rPr>
              <a:t>扫尘</a:t>
            </a:r>
            <a:endParaRPr lang="zh-CN" altLang="en-US" sz="2400" b="1" dirty="0" smtClean="0">
              <a:ea typeface="华文行楷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itchFamily="2" charset="-122"/>
                <a:hlinkClick r:id="rId2" tooltip="" action="ppaction://hlinksldjump"/>
              </a:rPr>
              <a:t>贴春联</a:t>
            </a:r>
            <a:endParaRPr lang="zh-CN" altLang="en-US" sz="2400" b="1" dirty="0" smtClean="0">
              <a:ea typeface="华文行楷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itchFamily="2" charset="-122"/>
                <a:hlinkClick r:id="rId3" tooltip="" action="ppaction://hlinksldjump"/>
              </a:rPr>
              <a:t>守岁</a:t>
            </a:r>
            <a:endParaRPr lang="zh-CN" altLang="en-US" sz="2400" b="1" dirty="0" smtClean="0">
              <a:ea typeface="华文行楷" pitchFamily="2" charset="-122"/>
            </a:endParaRPr>
          </a:p>
          <a:p>
            <a:pPr algn="r"/>
            <a:r>
              <a:rPr lang="zh-CN" altLang="en-US" sz="2400" b="1" dirty="0" smtClean="0">
                <a:ea typeface="华文行楷" pitchFamily="2" charset="-122"/>
                <a:hlinkClick r:id="rId4" tooltip="" action="ppaction://hlinksldjump"/>
              </a:rPr>
              <a:t>拜年</a:t>
            </a:r>
            <a:endParaRPr lang="zh-CN" altLang="en-US" sz="2400" b="1" dirty="0" smtClean="0">
              <a:ea typeface="华文行楷" pitchFamily="2" charset="-122"/>
            </a:endParaRP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5" name="push.wav"/>
          </p:stSnd>
        </p:sndAc>
      </p:transition>
    </mc:Choice>
    <mc:Fallback>
      <p:transition spd="slow">
        <p:wipe/>
        <p:sndAc>
          <p:stSnd>
            <p:snd r:embed="rId5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扫尘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latin typeface="宋体" panose="02010600030101010101" pitchFamily="2" charset="-122"/>
              </a:rPr>
              <a:t>“</a:t>
            </a:r>
            <a:r>
              <a:rPr lang="zh-CN" altLang="en-US" dirty="0" smtClean="0"/>
              <a:t>腊月二十四，掸尘扫房子</a:t>
            </a:r>
            <a:r>
              <a:rPr lang="zh-CN" altLang="en-US" dirty="0" smtClean="0">
                <a:latin typeface="宋体" panose="02010600030101010101" pitchFamily="2" charset="-122"/>
              </a:rPr>
              <a:t>”</a:t>
            </a:r>
            <a:r>
              <a:rPr lang="en-US" altLang="zh-CN" dirty="0" smtClean="0"/>
              <a:t>,</a:t>
            </a:r>
            <a:r>
              <a:rPr lang="zh-CN" altLang="en-US" dirty="0" smtClean="0"/>
              <a:t>每逢春节来临，家家户户都要打扫环境，清洗各种器具，拆洗被褥窗帘，洒扫六闾庭院，掸拂尘垢蛛网，疏浚明渠暗沟。到处洋溢着欢欢喜喜搞卫生、干干净净迎新春的欢乐气氛。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1" name="push.wav"/>
          </p:stSnd>
        </p:sndAc>
      </p:transition>
    </mc:Choice>
    <mc:Fallback>
      <p:transition spd="slow">
        <p:wipe/>
        <p:sndAc>
          <p:stSnd>
            <p:snd r:embed="rId1" name="push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WPS演示031素材文件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124075" y="2564765"/>
            <a:ext cx="4267200" cy="32004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贴春联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春联也叫门对、春贴、对联、对子、桃符等，它以工整、对偶、简洁、精巧的文字描绘时代背景，抒发美好愿望，是我国特有的文学形式。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5" name="push.wav"/>
          </p:stSnd>
        </p:sndAc>
      </p:transition>
    </mc:Choice>
    <mc:Fallback>
      <p:transition spd="slow">
        <p:wipe/>
        <p:sndAc>
          <p:stSnd>
            <p:snd r:embed="rId5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 showWhenStopped="1">
                <p:cTn id="21" repeatCount="indefinite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守岁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古时守岁有两种含义：年长者守岁为</a:t>
            </a:r>
            <a:r>
              <a:rPr lang="zh-CN" altLang="en-US" dirty="0" smtClean="0">
                <a:latin typeface="宋体" panose="02010600030101010101" pitchFamily="2" charset="-122"/>
              </a:rPr>
              <a:t>“</a:t>
            </a:r>
            <a:r>
              <a:rPr lang="zh-CN" altLang="en-US" dirty="0" smtClean="0"/>
              <a:t>辞岁</a:t>
            </a:r>
            <a:r>
              <a:rPr lang="zh-CN" altLang="en-US" dirty="0" smtClean="0">
                <a:latin typeface="宋体" panose="02010600030101010101" pitchFamily="2" charset="-122"/>
              </a:rPr>
              <a:t>”</a:t>
            </a:r>
            <a:r>
              <a:rPr lang="zh-CN" altLang="en-US" dirty="0" smtClean="0"/>
              <a:t>有珍爱光阴的意思；年轻人守岁，是为延长父母寿命。自汉代以来，新旧年交替的时刻一般为夜半时分。</a:t>
            </a:r>
            <a:endParaRPr lang="zh-CN" altLang="en-US" dirty="0" smtClean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1" name="push.wav"/>
          </p:stSnd>
        </p:sndAc>
      </p:transition>
    </mc:Choice>
    <mc:Fallback>
      <p:transition spd="slow">
        <p:wipe/>
        <p:sndAc>
          <p:stSnd>
            <p:snd r:embed="rId1" name="push.wav"/>
          </p:stSnd>
        </p:sndAc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 smtClean="0"/>
              <a:t>拜年</a:t>
            </a:r>
            <a:r>
              <a:rPr lang="zh-CN" altLang="en-US" dirty="0" smtClean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新年的初一，人们都早早起来，穿上最漂亮的衣服，打扮得整整齐齐，出门去走亲访友，相互拜年，恭祝来年大吉大利。</a:t>
            </a:r>
            <a:endParaRPr lang="zh-CN" altLang="en-US" dirty="0" smtClean="0"/>
          </a:p>
        </p:txBody>
      </p:sp>
      <p:pic>
        <p:nvPicPr>
          <p:cNvPr id="4" name="图片 3" descr="素材2"/>
          <p:cNvPicPr/>
          <p:nvPr/>
        </p:nvPicPr>
        <p:blipFill>
          <a:blip r:embed="rId1"/>
          <a:stretch>
            <a:fillRect/>
          </a:stretch>
        </p:blipFill>
        <p:spPr>
          <a:xfrm>
            <a:off x="1619885" y="2493010"/>
            <a:ext cx="5400000" cy="324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  <p:sndAc>
          <p:stSnd>
            <p:snd r:embed="rId2" name="push.wav"/>
          </p:stSnd>
        </p:sndAc>
      </p:transition>
    </mc:Choice>
    <mc:Fallback>
      <p:transition spd="slow">
        <p:wipe/>
        <p:sndAc>
          <p:stSnd>
            <p:snd r:embed="rId2" name="push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734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4"/>
  <p:tag name="KSO_WM_TEMPLATE_THUMBS_INDEX" val="1"/>
  <p:tag name="KSO_WM_TEMPLATE_TOPIC_ID" val="2869567"/>
  <p:tag name="KSO_WM_TEMPLATE_OUTLINE_ID" val="15"/>
  <p:tag name="KSO_WM_TEMPLATE_SCENE_ID" val="1"/>
  <p:tag name="KSO_WM_TEMPLATE_JOB_ID" val="2"/>
  <p:tag name="KSO_WM_TEMPLATE_TOPIC_DEFAULT" val="1"/>
  <p:tag name="KSO_WM_TEMPLATE_SUBCATEGORY" val="0"/>
</p:tagLst>
</file>

<file path=ppt/tags/tag106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3360*2520*0*0"/>
  <p:tag name="KSO_WM_UNIT_MEDIACOVER_STYLEID" val="1"/>
  <p:tag name="KSO_WM_UNIT_MEDIACOVER_TEXTSTATE" val="0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107.xml><?xml version="1.0" encoding="utf-8"?>
<p:tagLst xmlns:p="http://schemas.openxmlformats.org/presentationml/2006/main">
  <p:tag name="KSO_WPP_MARK_KEY" val="abbf15b1-d61d-402d-9007-22907beebe2f"/>
  <p:tag name="COMMONDATA" val="eyJoZGlkIjoiM2Q2NDY3ODBmZDEyZTZiNTFiOWYyZGE1YmNkNTA1NzMifQ=="/>
</p:tagLst>
</file>

<file path=ppt/theme/theme1.xml><?xml version="1.0" encoding="utf-8"?>
<a:theme xmlns:a="http://schemas.openxmlformats.org/drawingml/2006/main" name="主题四">
  <a:themeElements>
    <a:clrScheme name="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EF8519"/>
      </a:accent1>
      <a:accent2>
        <a:srgbClr val="20908A"/>
      </a:accent2>
      <a:accent3>
        <a:srgbClr val="F39231"/>
      </a:accent3>
      <a:accent4>
        <a:srgbClr val="EF8519"/>
      </a:accent4>
      <a:accent5>
        <a:srgbClr val="20908A"/>
      </a:accent5>
      <a:accent6>
        <a:srgbClr val="FFFFF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WPS 演示</Application>
  <PresentationFormat>全屏显示(4:3)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宋体</vt:lpstr>
      <vt:lpstr>Wingdings</vt:lpstr>
      <vt:lpstr>华文行楷</vt:lpstr>
      <vt:lpstr>微软雅黑</vt:lpstr>
      <vt:lpstr>Calibri</vt:lpstr>
      <vt:lpstr>Arial Unicode MS</vt:lpstr>
      <vt:lpstr>微软雅黑 Light</vt:lpstr>
      <vt:lpstr>楷体</vt:lpstr>
      <vt:lpstr>主题四</vt:lpstr>
      <vt:lpstr>中国春节习俗</vt:lpstr>
      <vt:lpstr>扫尘</vt:lpstr>
      <vt:lpstr>贴春联 </vt:lpstr>
      <vt:lpstr>守岁 </vt:lpstr>
      <vt:lpstr>拜年 </vt:lpstr>
    </vt:vector>
  </TitlesOfParts>
  <Company>user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中国春节习俗</dc:title>
  <dc:creator>user</dc:creator>
  <cp:lastModifiedBy>zy</cp:lastModifiedBy>
  <cp:revision>6</cp:revision>
  <dcterms:created xsi:type="dcterms:W3CDTF">2013-08-30T06:32:00Z</dcterms:created>
  <dcterms:modified xsi:type="dcterms:W3CDTF">2023-10-24T05:45:20Z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7FEA100320FF49B2A8CEBD7286C3AAFB_12</vt:lpwstr>
  </property>
  <property fmtid="{D5CDD505-2E9C-101B-9397-08002B2CF9AE}" pid="3" name="KSOProductBuildVer">
    <vt:lpwstr>2052-11.1.0.14227</vt:lpwstr>
  </property>
</Properties>
</file>