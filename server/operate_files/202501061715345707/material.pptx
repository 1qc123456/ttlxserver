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0" y="-8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中国春节习俗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1800200"/>
          </a:xfrm>
        </p:spPr>
        <p:txBody>
          <a:bodyPr>
            <a:normAutofit/>
          </a:bodyPr>
          <a:lstStyle/>
          <a:p>
            <a:pPr algn="r"/>
            <a:r>
              <a:rPr lang="zh-CN" altLang="en-US" sz="2400" b="1" dirty="0" smtClean="0">
                <a:ea typeface="华文行楷" pitchFamily="2" charset="-122"/>
              </a:rPr>
              <a:t>扫尘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</a:rPr>
              <a:t>贴春联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</a:rPr>
              <a:t>守岁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</a:rPr>
              <a:t>拜年</a:t>
            </a:r>
            <a:endParaRPr lang="zh-CN" altLang="en-US" sz="2400" b="1" dirty="0" smtClean="0">
              <a:ea typeface="华文行楷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扫尘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宋体" panose="02010600030101010101" pitchFamily="2" charset="-122"/>
              </a:rPr>
              <a:t>“</a:t>
            </a:r>
            <a:r>
              <a:rPr lang="zh-CN" altLang="en-US" dirty="0" smtClean="0"/>
              <a:t>腊月二十四，掸尘扫房子</a:t>
            </a:r>
            <a:r>
              <a:rPr lang="zh-CN" altLang="en-US" dirty="0" smtClean="0">
                <a:latin typeface="宋体" panose="02010600030101010101" pitchFamily="2" charset="-122"/>
              </a:rPr>
              <a:t>”</a:t>
            </a:r>
            <a:r>
              <a:rPr lang="en-US" altLang="zh-CN" dirty="0" smtClean="0"/>
              <a:t>,</a:t>
            </a:r>
            <a:r>
              <a:rPr lang="zh-CN" altLang="en-US" dirty="0" smtClean="0"/>
              <a:t>每逢春节来临，家家户户都要打扫环境，清洗各种器具，拆洗被褥窗帘，洒扫六闾庭院，掸拂尘垢蛛网，疏浚明渠暗沟。到处洋溢着欢欢喜喜搞卫生、干干净净迎新春的欢乐气氛。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贴春联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春联也叫门对、春贴、对联、对子、桃符等，它以工整、对偶、简洁、精巧的文字描绘时代背景，抒发美好愿望，是我国特有的文学形式。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守岁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古时守岁有两种含义：年长者守岁为</a:t>
            </a:r>
            <a:r>
              <a:rPr lang="zh-CN" altLang="en-US" dirty="0" smtClean="0">
                <a:latin typeface="宋体" panose="02010600030101010101" pitchFamily="2" charset="-122"/>
              </a:rPr>
              <a:t>“</a:t>
            </a:r>
            <a:r>
              <a:rPr lang="zh-CN" altLang="en-US" dirty="0" smtClean="0"/>
              <a:t>辞岁</a:t>
            </a:r>
            <a:r>
              <a:rPr lang="zh-CN" altLang="en-US" dirty="0" smtClean="0">
                <a:latin typeface="宋体" panose="02010600030101010101" pitchFamily="2" charset="-122"/>
              </a:rPr>
              <a:t>”</a:t>
            </a:r>
            <a:r>
              <a:rPr lang="zh-CN" altLang="en-US" dirty="0" smtClean="0"/>
              <a:t>有珍爱光阴的意思；年轻人守岁，是为延长父母寿命。自汉代以来，新旧年交替的时刻一般为夜半时分。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拜年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新年的初一，人们都早早起来，穿上最漂亮的衣服，打扮得整整齐齐，出门去走亲访友，相互拜年，恭祝来年大吉大利。</a:t>
            </a:r>
            <a:endParaRPr lang="zh-CN" altLang="en-US" dirty="0" smtClean="0"/>
          </a:p>
        </p:txBody>
      </p:sp>
      <p:pic>
        <p:nvPicPr>
          <p:cNvPr id="4" name="图片 3" descr="WPS演示031素材文件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43530" y="3716655"/>
            <a:ext cx="3659505" cy="24371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9590,&quot;width&quot;:14400}"/>
</p:tagLst>
</file>

<file path=ppt/tags/tag2.xml><?xml version="1.0" encoding="utf-8"?>
<p:tagLst xmlns:p="http://schemas.openxmlformats.org/presentationml/2006/main">
  <p:tag name="KSO_WPP_MARK_KEY" val="0b9cfe26-d54d-4a4a-bd2c-02adaa6945f8"/>
  <p:tag name="COMMONDATA" val="eyJoZGlkIjoiM2Q2NDY3ODBmZDEyZTZiNTFiOWYyZGE1YmNkNTA1Nz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WPS 演示</Application>
  <PresentationFormat>全屏显示(4:3)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华文行楷</vt:lpstr>
      <vt:lpstr>微软雅黑</vt:lpstr>
      <vt:lpstr>Calibri</vt:lpstr>
      <vt:lpstr>Arial Unicode MS</vt:lpstr>
      <vt:lpstr>Office 主题​​</vt:lpstr>
      <vt:lpstr>中国春节习俗</vt:lpstr>
      <vt:lpstr>扫尘</vt:lpstr>
      <vt:lpstr>贴春联 </vt:lpstr>
      <vt:lpstr>守岁 </vt:lpstr>
      <vt:lpstr>拜年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中国春节习俗</dc:title>
  <dc:creator>user</dc:creator>
  <cp:lastModifiedBy>zy</cp:lastModifiedBy>
  <cp:revision>3</cp:revision>
  <dcterms:created xsi:type="dcterms:W3CDTF">2013-08-30T06:32:00Z</dcterms:created>
  <dcterms:modified xsi:type="dcterms:W3CDTF">2023-10-24T05:47:36Z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818C7252C179494D91CA6D7B3FA2DBE4_12</vt:lpwstr>
  </property>
  <property fmtid="{D5CDD505-2E9C-101B-9397-08002B2CF9AE}" pid="3" name="KSOProductBuildVer">
    <vt:lpwstr>2052-11.1.0.14227</vt:lpwstr>
  </property>
</Properties>
</file>