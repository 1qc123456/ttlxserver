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77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顶峰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audio" Target="../media/audio1.wav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1" Type="http://schemas.openxmlformats.org/officeDocument/2006/relationships/audio" Target="../media/audio1.wav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.jpeg"/><Relationship Id="rId2" Type="http://schemas.openxmlformats.org/officeDocument/2006/relationships/tags" Target="../tags/tag61.xml"/><Relationship Id="rId13" Type="http://schemas.openxmlformats.org/officeDocument/2006/relationships/audio" Target="../media/audio1.wav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8000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5000625" y="4614350"/>
            <a:ext cx="4076700" cy="1053581"/>
          </a:xfrm>
          <a:noFill/>
        </p:spPr>
        <p:txBody>
          <a:bodyPr anchor="b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000625" y="5739996"/>
            <a:ext cx="40767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3" name="applause.wav"/>
          </p:stSnd>
        </p:sndAc>
      </p:transition>
    </mc:Choice>
    <mc:Fallback>
      <p:transition spd="slow">
        <p:fade/>
        <p:sndAc>
          <p:stSnd>
            <p:snd r:embed="rId13" name="applause.wav"/>
          </p:stSnd>
        </p:sndAc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7" name="applause.wav"/>
          </p:stSnd>
        </p:sndAc>
      </p:transition>
    </mc:Choice>
    <mc:Fallback>
      <p:transition spd="slow">
        <p:fade/>
        <p:sndAc>
          <p:stSnd>
            <p:snd r:embed="rId7" name="applause.wav"/>
          </p:stSnd>
        </p:sndAc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3879850"/>
            <a:ext cx="3744516" cy="2978150"/>
          </a:xfrm>
          <a:custGeom>
            <a:avLst/>
            <a:gdLst>
              <a:gd name="T0" fmla="*/ 0 w 2348"/>
              <a:gd name="T1" fmla="*/ 0 h 1407"/>
              <a:gd name="T2" fmla="*/ 2348 w 2348"/>
              <a:gd name="T3" fmla="*/ 1407 h 1407"/>
              <a:gd name="T4" fmla="*/ 0 w 2348"/>
              <a:gd name="T5" fmla="*/ 1407 h 1407"/>
              <a:gd name="T6" fmla="*/ 0 w 2348"/>
              <a:gd name="T7" fmla="*/ 0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6" name="Freeform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2885" y="4400550"/>
            <a:ext cx="7021115" cy="2457450"/>
          </a:xfrm>
          <a:custGeom>
            <a:avLst/>
            <a:gdLst>
              <a:gd name="T0" fmla="*/ 4403 w 4403"/>
              <a:gd name="T1" fmla="*/ 0 h 1161"/>
              <a:gd name="T2" fmla="*/ 4403 w 4403"/>
              <a:gd name="T3" fmla="*/ 1161 h 1161"/>
              <a:gd name="T4" fmla="*/ 0 w 4403"/>
              <a:gd name="T5" fmla="*/ 1161 h 1161"/>
              <a:gd name="T6" fmla="*/ 4403 w 4403"/>
              <a:gd name="T7" fmla="*/ 0 h 1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34" tIns="45717" rIns="91434" bIns="45717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350"/>
          </a:p>
        </p:txBody>
      </p:sp>
      <p:sp>
        <p:nvSpPr>
          <p:cNvPr id="7" name="直接连接符 1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0656" y="2790825"/>
            <a:ext cx="3914775" cy="1588"/>
          </a:xfrm>
          <a:prstGeom prst="line">
            <a:avLst/>
          </a:prstGeom>
          <a:noFill/>
          <a:ln w="6350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>
              <a:defRPr/>
            </a:pPr>
            <a:endParaRPr lang="zh-CN" altLang="en-US" sz="1425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56801" y="3503613"/>
            <a:ext cx="4098630" cy="1058408"/>
          </a:xfrm>
        </p:spPr>
        <p:txBody>
          <a:bodyPr rIns="63500">
            <a:noAutofit/>
          </a:bodyPr>
          <a:lstStyle>
            <a:lvl1pPr algn="r"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256801" y="2856230"/>
            <a:ext cx="4098630" cy="586804"/>
          </a:xfrm>
        </p:spPr>
        <p:txBody>
          <a:bodyPr tIns="38100" rIns="76200" bIns="38100" anchor="ctr">
            <a:noAutofit/>
          </a:bodyPr>
          <a:lstStyle>
            <a:lvl1pPr marL="0" indent="0" algn="r" eaLnBrk="1" fontAlgn="base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256831" y="2383625"/>
            <a:ext cx="4098600" cy="3564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4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5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6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DC10-9F80-47CA-9BB0-03FC4730FA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1" name="applause.wav"/>
          </p:stSnd>
        </p:sndAc>
      </p:transition>
    </mc:Choice>
    <mc:Fallback>
      <p:transition spd="slow">
        <p:fade/>
        <p:sndAc>
          <p:stSnd>
            <p:snd r:embed="rId11" name="applause.wav"/>
          </p:stSnd>
        </p:sndAc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8" name="applause.wav"/>
          </p:stSnd>
        </p:sndAc>
      </p:transition>
    </mc:Choice>
    <mc:Fallback>
      <p:transition spd="slow">
        <p:fade/>
        <p:sndAc>
          <p:stSnd>
            <p:snd r:embed="rId8" name="applause.wav"/>
          </p:stSnd>
        </p:sndAc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0" name="applause.wav"/>
          </p:stSnd>
        </p:sndAc>
      </p:transition>
    </mc:Choice>
    <mc:Fallback>
      <p:transition spd="slow">
        <p:fade/>
        <p:sndAc>
          <p:stSnd>
            <p:snd r:embed="rId10" name="applause.wav"/>
          </p:stSnd>
        </p:sndAc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6" name="applause.wav"/>
          </p:stSnd>
        </p:sndAc>
      </p:transition>
    </mc:Choice>
    <mc:Fallback>
      <p:transition spd="slow">
        <p:fade/>
        <p:sndAc>
          <p:stSnd>
            <p:snd r:embed="rId6" name="applause.wav"/>
          </p:stSnd>
        </p:sndAc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5" name="applause.wav"/>
          </p:stSnd>
        </p:sndAc>
      </p:transition>
    </mc:Choice>
    <mc:Fallback>
      <p:transition spd="slow">
        <p:fade/>
        <p:sndAc>
          <p:stSnd>
            <p:snd r:embed="rId5" name="applause.wav"/>
          </p:stSnd>
        </p:sndAc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8" name="applause.wav"/>
          </p:stSnd>
        </p:sndAc>
      </p:transition>
    </mc:Choice>
    <mc:Fallback>
      <p:transition spd="slow">
        <p:fade/>
        <p:sndAc>
          <p:stSnd>
            <p:snd r:embed="rId8" name="applause.wav"/>
          </p:stSnd>
        </p:sndAc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7" name="applause.wav"/>
          </p:stSnd>
        </p:sndAc>
      </p:transition>
    </mc:Choice>
    <mc:Fallback>
      <p:transition spd="slow">
        <p:fade/>
        <p:sndAc>
          <p:stSnd>
            <p:snd r:embed="rId7" name="applause.wav"/>
          </p:stSnd>
        </p:sndAc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>
                <a:sym typeface="+mn-ea"/>
              </a:rPr>
              <a:t>单击此处</a:t>
            </a:r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6" name="applause.wav"/>
          </p:stSnd>
        </p:sndAc>
      </p:transition>
    </mc:Choice>
    <mc:Fallback>
      <p:transition spd="slow">
        <p:fade/>
        <p:sndAc>
          <p:stSnd>
            <p:snd r:embed="rId6" name="applause.wav"/>
          </p:stSnd>
        </p:sndAc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7" b="34447"/>
          <a:stretch>
            <a:fillRect/>
          </a:stretch>
        </p:blipFill>
        <p:spPr>
          <a:xfrm>
            <a:off x="1" y="-2"/>
            <a:ext cx="9143999" cy="4542287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5637213"/>
            <a:ext cx="9144000" cy="1220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5400000" flipV="1">
            <a:off x="3140273" y="-1146968"/>
            <a:ext cx="2863453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7" name="直角三角形 6"/>
          <p:cNvSpPr/>
          <p:nvPr>
            <p:custDataLst>
              <p:tags r:id="rId6"/>
            </p:custDataLst>
          </p:nvPr>
        </p:nvSpPr>
        <p:spPr>
          <a:xfrm>
            <a:off x="0" y="3621088"/>
            <a:ext cx="9144000" cy="3236912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8" name="直角三角形 7"/>
          <p:cNvSpPr/>
          <p:nvPr>
            <p:custDataLst>
              <p:tags r:id="rId7"/>
            </p:custDataLst>
          </p:nvPr>
        </p:nvSpPr>
        <p:spPr>
          <a:xfrm flipH="1">
            <a:off x="0" y="3044825"/>
            <a:ext cx="9144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572125" y="4290060"/>
            <a:ext cx="3319463" cy="1175385"/>
          </a:xfrm>
        </p:spPr>
        <p:txBody>
          <a:bodyPr rIns="25400" rtlCol="0" anchor="b">
            <a:no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5572124" y="5540698"/>
            <a:ext cx="3319358" cy="691347"/>
          </a:xfrm>
        </p:spPr>
        <p:txBody>
          <a:bodyPr>
            <a:normAutofit/>
          </a:bodyPr>
          <a:lstStyle>
            <a:lvl1pPr marL="0" indent="0" algn="r">
              <a:buNone/>
              <a:defRPr sz="2400"/>
            </a:lvl1pPr>
            <a:lvl2pPr marL="342900" indent="0">
              <a:buNone/>
              <a:defRPr/>
            </a:lvl2pPr>
          </a:lstStyle>
          <a:p>
            <a:pPr lvl="0"/>
            <a:r>
              <a:rPr lang="zh-CN" altLang="en-US" noProof="1"/>
              <a:t>编辑文本</a:t>
            </a:r>
            <a:endParaRPr lang="zh-CN" altLang="en-US" noProof="1"/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3" name="applause.wav"/>
          </p:stSnd>
        </p:sndAc>
      </p:transition>
    </mc:Choice>
    <mc:Fallback>
      <p:transition spd="slow">
        <p:fade/>
        <p:sndAc>
          <p:stSnd>
            <p:snd r:embed="rId13" name="applause.wav"/>
          </p:stSnd>
        </p:sndAc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8" name="applause.wav"/>
          </p:stSnd>
        </p:sndAc>
      </p:transition>
    </mc:Choice>
    <mc:Fallback>
      <p:transition spd="slow">
        <p:fade/>
        <p:sndAc>
          <p:stSnd>
            <p:snd r:embed="rId18" name="applause.wav"/>
          </p:stSnd>
        </p:sndAc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3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再见，2019</a:t>
            </a:r>
            <a:endParaRPr lang="zh-CN" altLang="en-US" sz="36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>
                <a:latin typeface="等线" panose="02010600030101010101" charset="-122"/>
                <a:ea typeface="等线" panose="02010600030101010101" charset="-122"/>
              </a:rPr>
              <a:t>20191231</a:t>
            </a:r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WPS演示021素材文件">
            <a:hlinkClick r:id="" tooltip="" action="ppaction://hlinkshowjump?jump=previousslide"/>
          </p:cNvPr>
          <p:cNvPicPr/>
          <p:nvPr/>
        </p:nvPicPr>
        <p:blipFill>
          <a:blip r:embed="rId1"/>
          <a:stretch>
            <a:fillRect/>
          </a:stretch>
        </p:blipFill>
        <p:spPr>
          <a:xfrm>
            <a:off x="1979930" y="1556385"/>
            <a:ext cx="5400000" cy="4320000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  <p:tag name="KSO_WM_UNIT_DIAGRAM_ISNUMVISUAL" val="0"/>
  <p:tag name="KSO_WM_UNIT_DIAGRAM_ISREFERUNIT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  <p:tag name="KSO_WM_UNIT_DIAGRAM_ISNUMVISUAL" val="0"/>
  <p:tag name="KSO_WM_UNIT_DIAGRAM_ISREFERUNIT" val="0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0947_1"/>
  <p:tag name="KSO_WM_TEMPLATE_CATEGORY" val="custom"/>
  <p:tag name="KSO_WM_TEMPLATE_INDEX" val="20196575"/>
  <p:tag name="KSO_WM_TEMPLATE_SUBCATEGORY" val="0"/>
  <p:tag name="KSO_WM_TEMPLATE_THUMBS_INDEX" val="1"/>
</p:tagLst>
</file>

<file path=ppt/tags/tag77.xml><?xml version="1.0" encoding="utf-8"?>
<p:tagLst xmlns:p="http://schemas.openxmlformats.org/presentationml/2006/main">
  <p:tag name="COMMONDATA" val="eyJoZGlkIjoiM2Q2NDY3ODBmZDEyZTZiNTFiOWYyZGE1YmNkNTA1NzMifQ=="/>
  <p:tag name="commondata" val="eyJoZGlkIjoiMDM4Y2E3YjY4NTU0ZDUyYjZiOTkxNzk1OGIxZmY3MTMifQ=="/>
</p:tagLst>
</file>

<file path=ppt/theme/theme1.xml><?xml version="1.0" encoding="utf-8"?>
<a:theme xmlns:a="http://schemas.openxmlformats.org/drawingml/2006/main" name="主题一">
  <a:themeElements>
    <a:clrScheme name="自定义 2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54B1B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演示</Application>
  <PresentationFormat>全屏显示(4:3)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黑体</vt:lpstr>
      <vt:lpstr>等线</vt:lpstr>
      <vt:lpstr>微软雅黑</vt:lpstr>
      <vt:lpstr>Arial Unicode MS</vt:lpstr>
      <vt:lpstr>Calibri</vt:lpstr>
      <vt:lpstr>主题一</vt:lpstr>
      <vt:lpstr>再见，2019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Administrator</cp:lastModifiedBy>
  <cp:revision>5</cp:revision>
  <dcterms:created xsi:type="dcterms:W3CDTF">2019-10-17T05:45:00Z</dcterms:created>
  <dcterms:modified xsi:type="dcterms:W3CDTF">2023-11-23T03:51:37Z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B4025B3FC07B4A9E9F999AB837C0A5CE_12</vt:lpwstr>
  </property>
  <property fmtid="{D5CDD505-2E9C-101B-9397-08002B2CF9AE}" pid="3" name="KSOProductBuildVer">
    <vt:lpwstr>2052-12.1.0.15712</vt:lpwstr>
  </property>
</Properties>
</file>