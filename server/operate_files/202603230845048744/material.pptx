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kiosk/>
    <p:sldAll/>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advClick="0"/>
    </mc:Choice>
    <mc:Fallback>
      <p:transition advClick="0"/>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8.xml"/><Relationship Id="rId4" Type="http://schemas.openxmlformats.org/officeDocument/2006/relationships/image" Target="../media/image2.png"/><Relationship Id="rId3" Type="http://schemas.openxmlformats.org/officeDocument/2006/relationships/tags" Target="../tags/tag67.xml"/><Relationship Id="rId2" Type="http://schemas.openxmlformats.org/officeDocument/2006/relationships/image" Target="../media/image1.png"/><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3.png"/><Relationship Id="rId1"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r>
              <a:rPr lang="zh-CN" altLang="en-US"/>
              <a:t>泰山之雄伟，凌云之志，壮志凌云</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889200" y="2008800"/>
            <a:ext cx="1924050" cy="3743325"/>
          </a:xfrm>
          <a:prstGeom prst="rect">
            <a:avLst/>
          </a:prstGeom>
        </p:spPr>
      </p:pic>
      <p:sp>
        <p:nvSpPr>
          <p:cNvPr id="2" name="标题 1"/>
          <p:cNvSpPr>
            <a:spLocks noGrp="1"/>
          </p:cNvSpPr>
          <p:nvPr>
            <p:ph type="title"/>
          </p:nvPr>
        </p:nvSpPr>
        <p:spPr/>
        <p:txBody>
          <a:bodyPr/>
          <a:p>
            <a:r>
              <a:rPr lang="zh-CN" altLang="en-US">
                <a:sym typeface="+mn-ea"/>
              </a:rPr>
              <a:t>名称由来及别称</a:t>
            </a:r>
            <a:endParaRPr lang="zh-CN" altLang="en-US"/>
          </a:p>
        </p:txBody>
      </p:sp>
      <p:sp>
        <p:nvSpPr>
          <p:cNvPr id="3" name="内容占位符 2"/>
          <p:cNvSpPr>
            <a:spLocks noGrp="1"/>
          </p:cNvSpPr>
          <p:nvPr>
            <p:ph idx="1"/>
          </p:nvPr>
        </p:nvSpPr>
        <p:spPr/>
        <p:txBody>
          <a:bodyPr/>
          <a:p>
            <a:pPr marL="0" indent="0">
              <a:buNone/>
            </a:pPr>
            <a:r>
              <a:rPr lang="zh-CN" altLang="en-US">
                <a:sym typeface="+mn-ea"/>
              </a:rPr>
              <a:t>泰山因地处东方，是五岳之首，故被称为“东岳泰山”。在中国传统文化中，泰山被视为重要的象征之一，代表着稳定、高大和尊贵。</a:t>
            </a:r>
            <a:endParaRPr lang="zh-CN" altLang="en-US"/>
          </a:p>
          <a:p>
            <a:pPr marL="0" indent="0">
              <a:buNone/>
            </a:pPr>
            <a:r>
              <a:rPr lang="zh-CN" altLang="en-US">
                <a:sym typeface="+mn-ea"/>
              </a:rPr>
              <a:t>泰山又称岱山、岱宗、岱岳、东岳、泰岱等。这些别称体现了泰山在中国文化中的重要地位和人们对它的崇敬之情。</a:t>
            </a:r>
            <a:endParaRPr lang="zh-CN" altLang="en-US"/>
          </a:p>
          <a:p>
            <a:pPr marL="0" indent="0">
              <a:buNone/>
            </a:pPr>
            <a:endParaRPr lang="zh-CN" altLang="en-US"/>
          </a:p>
        </p:txBody>
      </p:sp>
      <p:pic>
        <p:nvPicPr>
          <p:cNvPr id="5" name="图片 4"/>
          <p:cNvPicPr>
            <a:picLocks noChangeAspect="1"/>
          </p:cNvPicPr>
          <p:nvPr>
            <p:custDataLst>
              <p:tags r:id="rId3"/>
            </p:custDataLst>
          </p:nvPr>
        </p:nvPicPr>
        <p:blipFill>
          <a:blip r:embed="rId4"/>
          <a:stretch>
            <a:fillRect/>
          </a:stretch>
        </p:blipFill>
        <p:spPr>
          <a:xfrm>
            <a:off x="9529200" y="295200"/>
            <a:ext cx="1971675" cy="3914775"/>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主峰玉皇顶</a:t>
            </a:r>
            <a:endParaRPr lang="zh-CN" altLang="en-US"/>
          </a:p>
        </p:txBody>
      </p:sp>
      <p:sp>
        <p:nvSpPr>
          <p:cNvPr id="3" name="内容占位符 2"/>
          <p:cNvSpPr>
            <a:spLocks noGrp="1"/>
          </p:cNvSpPr>
          <p:nvPr>
            <p:ph idx="1"/>
          </p:nvPr>
        </p:nvSpPr>
        <p:spPr/>
        <p:txBody>
          <a:bodyPr/>
          <a:p>
            <a:pPr marL="0" indent="0">
              <a:buNone/>
            </a:pPr>
            <a:r>
              <a:rPr lang="zh-CN" altLang="en-US"/>
              <a:t>玉皇顶地势险要，山势雄伟壮观，是观赏泰山日出、云海等自然景观的最佳地点之一。同时，这里还有众多的人文景观，如玉皇殿、望人松等，具有深厚的历史文化底蕴。</a:t>
            </a:r>
            <a:endParaRPr lang="zh-CN" altLang="en-US"/>
          </a:p>
          <a:p>
            <a:pPr marL="0" indent="0">
              <a:buNone/>
            </a:pPr>
            <a:r>
              <a:rPr lang="zh-CN" altLang="en-US"/>
              <a:t>玉皇顶是泰山的最高峰，海拔高度为1545米，是登山游览的重要景点之一。</a:t>
            </a:r>
            <a:endParaRPr lang="zh-CN" altLang="en-US"/>
          </a:p>
          <a:p>
            <a:pPr marL="0" indent="0">
              <a:buNone/>
            </a:pPr>
            <a:r>
              <a:rPr lang="zh-CN" altLang="en-US"/>
              <a:t>玉皇顶在历史文化上具有重要意义，是古代帝王封禅祭天的重要场所之一。自秦始皇开始到清代，先后有13代帝王依次亲登泰山封禅或祭祀，使得玉皇顶成为了一个具有独特历史文化内涵的地方。</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11162665" y="0"/>
            <a:ext cx="1029335" cy="1379220"/>
          </a:xfrm>
          <a:prstGeom prst="rect">
            <a:avLst/>
          </a:prstGeom>
          <a:ln w="38100">
            <a:noFill/>
          </a:ln>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advClick="0"/>
    </mc:Choice>
    <mc:Fallback>
      <p:transition advClick="0"/>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COMMONDATA" val="eyJoZGlkIjoiNzFlMGY3OGRmZGU1YjQ0MmVmN2U4Yjg3M2ZkYWM1ZjI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334</Words>
  <Application>WPS 演示</Application>
  <PresentationFormat>宽屏</PresentationFormat>
  <Paragraphs>14</Paragraphs>
  <Slides>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Y</cp:lastModifiedBy>
  <cp:revision>155</cp:revision>
  <dcterms:created xsi:type="dcterms:W3CDTF">2019-06-19T02:08:00Z</dcterms:created>
  <dcterms:modified xsi:type="dcterms:W3CDTF">2025-09-11T05:24:49Z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C4717BFF94E94C8085035CBA39C2D9B6_11</vt:lpwstr>
  </property>
</Properties>
</file>