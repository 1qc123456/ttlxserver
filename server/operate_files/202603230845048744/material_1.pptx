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8"/>
  </p:handoutMasterIdLst>
  <p:sldIdLst>
    <p:sldId id="256" r:id="rId3"/>
    <p:sldId id="258" r:id="rId4"/>
    <p:sldId id="257" r:id="rId5"/>
    <p:sldId id="260" r:id="rId6"/>
  </p:sldIdLst>
  <p:sldSz cx="12192000" cy="6858000"/>
  <p:notesSz cx="6858000" cy="9144000"/>
  <p:custDataLst>
    <p:tags r:id="rId1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present/>
    <p:sldRg st="1" end="4"/>
  </p:showPr>
  <p:clrMru>
    <a:srgbClr val="FFFFFF"/>
    <a:srgbClr val="434343"/>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handoutMaster" Target="handoutMasters/handoutMaster1.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gs" Target="tags/tag104.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1" Type="http://schemas.openxmlformats.org/officeDocument/2006/relationships/tags" Target="../tags/tag41.xml"/><Relationship Id="rId20" Type="http://schemas.openxmlformats.org/officeDocument/2006/relationships/tags" Target="../tags/tag40.xml"/><Relationship Id="rId2" Type="http://schemas.openxmlformats.org/officeDocument/2006/relationships/tags" Target="../tags/tag22.xml"/><Relationship Id="rId19" Type="http://schemas.openxmlformats.org/officeDocument/2006/relationships/tags" Target="../tags/tag39.xml"/><Relationship Id="rId18" Type="http://schemas.openxmlformats.org/officeDocument/2006/relationships/tags" Target="../tags/tag38.xml"/><Relationship Id="rId17" Type="http://schemas.openxmlformats.org/officeDocument/2006/relationships/tags" Target="../tags/tag37.xml"/><Relationship Id="rId16" Type="http://schemas.openxmlformats.org/officeDocument/2006/relationships/tags" Target="../tags/tag36.xml"/><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tags" Target="../tags/tag84.xml"/><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5" Type="http://schemas.openxmlformats.org/officeDocument/2006/relationships/tags" Target="../tags/tag91.xml"/><Relationship Id="rId14" Type="http://schemas.openxmlformats.org/officeDocument/2006/relationships/tags" Target="../tags/tag90.xml"/><Relationship Id="rId13" Type="http://schemas.openxmlformats.org/officeDocument/2006/relationships/tags" Target="../tags/tag89.xml"/><Relationship Id="rId12" Type="http://schemas.openxmlformats.org/officeDocument/2006/relationships/tags" Target="../tags/tag88.xml"/><Relationship Id="rId11" Type="http://schemas.openxmlformats.org/officeDocument/2006/relationships/tags" Target="../tags/tag87.xml"/><Relationship Id="rId10" Type="http://schemas.openxmlformats.org/officeDocument/2006/relationships/tags" Target="../tags/tag86.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任意多边形: 形状 3"/>
          <p:cNvSpPr/>
          <p:nvPr>
            <p:custDataLst>
              <p:tags r:id="rId2"/>
            </p:custDataLst>
          </p:nvPr>
        </p:nvSpPr>
        <p:spPr>
          <a:xfrm>
            <a:off x="11123613" y="-7938"/>
            <a:ext cx="1068387" cy="1052513"/>
          </a:xfrm>
          <a:custGeom>
            <a:avLst/>
            <a:gdLst>
              <a:gd name="connsiteX0" fmla="*/ 65352 w 1068729"/>
              <a:gd name="connsiteY0" fmla="*/ 0 h 1052118"/>
              <a:gd name="connsiteX1" fmla="*/ 1068729 w 1068729"/>
              <a:gd name="connsiteY1" fmla="*/ 0 h 1052118"/>
              <a:gd name="connsiteX2" fmla="*/ 1068729 w 1068729"/>
              <a:gd name="connsiteY2" fmla="*/ 977750 h 1052118"/>
              <a:gd name="connsiteX3" fmla="*/ 1040113 w 1068729"/>
              <a:gd name="connsiteY3" fmla="*/ 993283 h 1052118"/>
              <a:gd name="connsiteX4" fmla="*/ 748689 w 1068729"/>
              <a:gd name="connsiteY4" fmla="*/ 1052118 h 1052118"/>
              <a:gd name="connsiteX5" fmla="*/ 0 w 1068729"/>
              <a:gd name="connsiteY5" fmla="*/ 303429 h 1052118"/>
              <a:gd name="connsiteX6" fmla="*/ 58836 w 1068729"/>
              <a:gd name="connsiteY6" fmla="*/ 12005 h 1052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8729" h="1052118">
                <a:moveTo>
                  <a:pt x="65352" y="0"/>
                </a:moveTo>
                <a:lnTo>
                  <a:pt x="1068729" y="0"/>
                </a:lnTo>
                <a:lnTo>
                  <a:pt x="1068729" y="977750"/>
                </a:lnTo>
                <a:lnTo>
                  <a:pt x="1040113" y="993283"/>
                </a:lnTo>
                <a:cubicBezTo>
                  <a:pt x="950541" y="1031168"/>
                  <a:pt x="852062" y="1052118"/>
                  <a:pt x="748689" y="1052118"/>
                </a:cubicBezTo>
                <a:cubicBezTo>
                  <a:pt x="335199" y="1052118"/>
                  <a:pt x="0" y="716919"/>
                  <a:pt x="0" y="303429"/>
                </a:cubicBezTo>
                <a:cubicBezTo>
                  <a:pt x="0" y="200056"/>
                  <a:pt x="20950" y="101577"/>
                  <a:pt x="58836" y="12005"/>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楷体" panose="02010609060101010101" charset="-122"/>
              <a:cs typeface="楷体" panose="02010609060101010101" charset="-122"/>
            </a:endParaRPr>
          </a:p>
        </p:txBody>
      </p:sp>
      <p:sp>
        <p:nvSpPr>
          <p:cNvPr id="5" name="椭圆 4"/>
          <p:cNvSpPr/>
          <p:nvPr>
            <p:custDataLst>
              <p:tags r:id="rId3"/>
            </p:custDataLst>
          </p:nvPr>
        </p:nvSpPr>
        <p:spPr>
          <a:xfrm>
            <a:off x="8029575" y="458788"/>
            <a:ext cx="741363" cy="74136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楷体" panose="02010609060101010101" charset="-122"/>
              <a:cs typeface="楷体" panose="02010609060101010101" charset="-122"/>
            </a:endParaRPr>
          </a:p>
        </p:txBody>
      </p:sp>
      <p:sp>
        <p:nvSpPr>
          <p:cNvPr id="6" name="任意多边形: 形状 5"/>
          <p:cNvSpPr/>
          <p:nvPr>
            <p:custDataLst>
              <p:tags r:id="rId4"/>
            </p:custDataLst>
          </p:nvPr>
        </p:nvSpPr>
        <p:spPr>
          <a:xfrm>
            <a:off x="3287713" y="-7938"/>
            <a:ext cx="1457325" cy="584201"/>
          </a:xfrm>
          <a:custGeom>
            <a:avLst/>
            <a:gdLst>
              <a:gd name="connsiteX0" fmla="*/ 0 w 1458561"/>
              <a:gd name="connsiteY0" fmla="*/ 0 h 584280"/>
              <a:gd name="connsiteX1" fmla="*/ 1458561 w 1458561"/>
              <a:gd name="connsiteY1" fmla="*/ 0 h 584280"/>
              <a:gd name="connsiteX2" fmla="*/ 1419134 w 1458561"/>
              <a:gd name="connsiteY2" fmla="*/ 127015 h 584280"/>
              <a:gd name="connsiteX3" fmla="*/ 729281 w 1458561"/>
              <a:gd name="connsiteY3" fmla="*/ 584280 h 584280"/>
              <a:gd name="connsiteX4" fmla="*/ 39427 w 1458561"/>
              <a:gd name="connsiteY4" fmla="*/ 127015 h 584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561" h="584280">
                <a:moveTo>
                  <a:pt x="0" y="0"/>
                </a:moveTo>
                <a:lnTo>
                  <a:pt x="1458561" y="0"/>
                </a:lnTo>
                <a:lnTo>
                  <a:pt x="1419134" y="127015"/>
                </a:lnTo>
                <a:cubicBezTo>
                  <a:pt x="1305477" y="395731"/>
                  <a:pt x="1039398" y="584280"/>
                  <a:pt x="729281" y="584280"/>
                </a:cubicBezTo>
                <a:cubicBezTo>
                  <a:pt x="419163" y="584280"/>
                  <a:pt x="153084" y="395731"/>
                  <a:pt x="39427" y="12701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楷体" panose="02010609060101010101" charset="-122"/>
              <a:cs typeface="楷体" panose="02010609060101010101" charset="-122"/>
            </a:endParaRPr>
          </a:p>
        </p:txBody>
      </p:sp>
      <p:sp>
        <p:nvSpPr>
          <p:cNvPr id="7" name="任意多边形: 形状 6"/>
          <p:cNvSpPr/>
          <p:nvPr>
            <p:custDataLst>
              <p:tags r:id="rId5"/>
            </p:custDataLst>
          </p:nvPr>
        </p:nvSpPr>
        <p:spPr>
          <a:xfrm>
            <a:off x="5199063" y="5929313"/>
            <a:ext cx="1828800" cy="938212"/>
          </a:xfrm>
          <a:custGeom>
            <a:avLst/>
            <a:gdLst>
              <a:gd name="connsiteX0" fmla="*/ 1058486 w 2116971"/>
              <a:gd name="connsiteY0" fmla="*/ 0 h 1086707"/>
              <a:gd name="connsiteX1" fmla="*/ 2116971 w 2116971"/>
              <a:gd name="connsiteY1" fmla="*/ 1058486 h 1086707"/>
              <a:gd name="connsiteX2" fmla="*/ 2114126 w 2116971"/>
              <a:gd name="connsiteY2" fmla="*/ 1086707 h 1086707"/>
              <a:gd name="connsiteX3" fmla="*/ 2845 w 2116971"/>
              <a:gd name="connsiteY3" fmla="*/ 1086707 h 1086707"/>
              <a:gd name="connsiteX4" fmla="*/ 0 w 2116971"/>
              <a:gd name="connsiteY4" fmla="*/ 1058486 h 1086707"/>
              <a:gd name="connsiteX5" fmla="*/ 1058486 w 2116971"/>
              <a:gd name="connsiteY5" fmla="*/ 0 h 108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6971" h="1086707">
                <a:moveTo>
                  <a:pt x="1058486" y="0"/>
                </a:moveTo>
                <a:cubicBezTo>
                  <a:pt x="1643071" y="0"/>
                  <a:pt x="2116971" y="473900"/>
                  <a:pt x="2116971" y="1058486"/>
                </a:cubicBezTo>
                <a:lnTo>
                  <a:pt x="2114126" y="1086707"/>
                </a:lnTo>
                <a:lnTo>
                  <a:pt x="2845" y="1086707"/>
                </a:lnTo>
                <a:lnTo>
                  <a:pt x="0" y="1058486"/>
                </a:lnTo>
                <a:cubicBezTo>
                  <a:pt x="0" y="473900"/>
                  <a:pt x="473899" y="0"/>
                  <a:pt x="105848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楷体" panose="02010609060101010101" charset="-122"/>
              <a:cs typeface="楷体" panose="02010609060101010101" charset="-122"/>
            </a:endParaRPr>
          </a:p>
        </p:txBody>
      </p:sp>
      <p:sp>
        <p:nvSpPr>
          <p:cNvPr id="8" name="任意多边形: 形状 7"/>
          <p:cNvSpPr/>
          <p:nvPr>
            <p:custDataLst>
              <p:tags r:id="rId6"/>
            </p:custDataLst>
          </p:nvPr>
        </p:nvSpPr>
        <p:spPr>
          <a:xfrm>
            <a:off x="10945813" y="6275388"/>
            <a:ext cx="1036637" cy="593725"/>
          </a:xfrm>
          <a:custGeom>
            <a:avLst/>
            <a:gdLst>
              <a:gd name="connsiteX0" fmla="*/ 517890 w 1035780"/>
              <a:gd name="connsiteY0" fmla="*/ 0 h 593238"/>
              <a:gd name="connsiteX1" fmla="*/ 1035780 w 1035780"/>
              <a:gd name="connsiteY1" fmla="*/ 517890 h 593238"/>
              <a:gd name="connsiteX2" fmla="*/ 1028184 w 1035780"/>
              <a:gd name="connsiteY2" fmla="*/ 593238 h 593238"/>
              <a:gd name="connsiteX3" fmla="*/ 7596 w 1035780"/>
              <a:gd name="connsiteY3" fmla="*/ 593238 h 593238"/>
              <a:gd name="connsiteX4" fmla="*/ 0 w 1035780"/>
              <a:gd name="connsiteY4" fmla="*/ 517890 h 593238"/>
              <a:gd name="connsiteX5" fmla="*/ 517890 w 1035780"/>
              <a:gd name="connsiteY5" fmla="*/ 0 h 593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5780" h="593238">
                <a:moveTo>
                  <a:pt x="517890" y="0"/>
                </a:moveTo>
                <a:cubicBezTo>
                  <a:pt x="803913" y="0"/>
                  <a:pt x="1035780" y="231867"/>
                  <a:pt x="1035780" y="517890"/>
                </a:cubicBezTo>
                <a:lnTo>
                  <a:pt x="1028184" y="593238"/>
                </a:lnTo>
                <a:lnTo>
                  <a:pt x="7596" y="593238"/>
                </a:lnTo>
                <a:lnTo>
                  <a:pt x="0" y="517890"/>
                </a:lnTo>
                <a:cubicBezTo>
                  <a:pt x="0" y="231867"/>
                  <a:pt x="231867" y="0"/>
                  <a:pt x="51789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楷体" panose="02010609060101010101" charset="-122"/>
              <a:cs typeface="楷体" panose="02010609060101010101" charset="-122"/>
            </a:endParaRPr>
          </a:p>
        </p:txBody>
      </p:sp>
      <p:sp>
        <p:nvSpPr>
          <p:cNvPr id="9" name="任意多边形: 形状 8"/>
          <p:cNvSpPr/>
          <p:nvPr>
            <p:custDataLst>
              <p:tags r:id="rId7"/>
            </p:custDataLst>
          </p:nvPr>
        </p:nvSpPr>
        <p:spPr>
          <a:xfrm>
            <a:off x="-19050" y="6184900"/>
            <a:ext cx="787400" cy="673100"/>
          </a:xfrm>
          <a:custGeom>
            <a:avLst/>
            <a:gdLst>
              <a:gd name="connsiteX0" fmla="*/ 269296 w 787186"/>
              <a:gd name="connsiteY0" fmla="*/ 0 h 673570"/>
              <a:gd name="connsiteX1" fmla="*/ 787186 w 787186"/>
              <a:gd name="connsiteY1" fmla="*/ 517890 h 673570"/>
              <a:gd name="connsiteX2" fmla="*/ 776665 w 787186"/>
              <a:gd name="connsiteY2" fmla="*/ 622263 h 673570"/>
              <a:gd name="connsiteX3" fmla="*/ 760738 w 787186"/>
              <a:gd name="connsiteY3" fmla="*/ 673570 h 673570"/>
              <a:gd name="connsiteX4" fmla="*/ 0 w 787186"/>
              <a:gd name="connsiteY4" fmla="*/ 673570 h 673570"/>
              <a:gd name="connsiteX5" fmla="*/ 0 w 787186"/>
              <a:gd name="connsiteY5" fmla="*/ 77450 h 673570"/>
              <a:gd name="connsiteX6" fmla="*/ 67710 w 787186"/>
              <a:gd name="connsiteY6" fmla="*/ 40699 h 673570"/>
              <a:gd name="connsiteX7" fmla="*/ 269296 w 787186"/>
              <a:gd name="connsiteY7" fmla="*/ 0 h 67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7186" h="673570">
                <a:moveTo>
                  <a:pt x="269296" y="0"/>
                </a:moveTo>
                <a:cubicBezTo>
                  <a:pt x="555319" y="0"/>
                  <a:pt x="787186" y="231867"/>
                  <a:pt x="787186" y="517890"/>
                </a:cubicBezTo>
                <a:cubicBezTo>
                  <a:pt x="787186" y="553643"/>
                  <a:pt x="783563" y="588550"/>
                  <a:pt x="776665" y="622263"/>
                </a:cubicBezTo>
                <a:lnTo>
                  <a:pt x="760738" y="673570"/>
                </a:lnTo>
                <a:lnTo>
                  <a:pt x="0" y="673570"/>
                </a:lnTo>
                <a:lnTo>
                  <a:pt x="0" y="77450"/>
                </a:lnTo>
                <a:lnTo>
                  <a:pt x="67710" y="40699"/>
                </a:lnTo>
                <a:cubicBezTo>
                  <a:pt x="129669" y="14492"/>
                  <a:pt x="197790" y="0"/>
                  <a:pt x="26929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楷体" panose="02010609060101010101" charset="-122"/>
              <a:cs typeface="楷体" panose="02010609060101010101" charset="-122"/>
            </a:endParaRPr>
          </a:p>
        </p:txBody>
      </p:sp>
      <p:sp>
        <p:nvSpPr>
          <p:cNvPr id="10" name="KSO_Shape"/>
          <p:cNvSpPr/>
          <p:nvPr>
            <p:custDataLst>
              <p:tags r:id="rId8"/>
            </p:custDataLst>
          </p:nvPr>
        </p:nvSpPr>
        <p:spPr>
          <a:xfrm rot="13141020">
            <a:off x="484188" y="1138238"/>
            <a:ext cx="193675" cy="169862"/>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a:solidFill>
                <a:srgbClr val="FFFFFF"/>
              </a:solidFill>
              <a:latin typeface="楷体" panose="02010609060101010101" charset="-122"/>
              <a:cs typeface="Arial" panose="020B0604020202020204" pitchFamily="34" charset="0"/>
            </a:endParaRPr>
          </a:p>
        </p:txBody>
      </p:sp>
      <p:sp>
        <p:nvSpPr>
          <p:cNvPr id="11" name="KSO_Shape"/>
          <p:cNvSpPr/>
          <p:nvPr>
            <p:custDataLst>
              <p:tags r:id="rId9"/>
            </p:custDataLst>
          </p:nvPr>
        </p:nvSpPr>
        <p:spPr>
          <a:xfrm rot="17100000">
            <a:off x="822325" y="3236913"/>
            <a:ext cx="215900" cy="190500"/>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a:solidFill>
                <a:srgbClr val="FFFFFF"/>
              </a:solidFill>
              <a:latin typeface="楷体" panose="02010609060101010101" charset="-122"/>
              <a:cs typeface="Arial" panose="020B0604020202020204" pitchFamily="34" charset="0"/>
            </a:endParaRPr>
          </a:p>
        </p:txBody>
      </p:sp>
      <p:sp>
        <p:nvSpPr>
          <p:cNvPr id="12" name="KSO_Shape"/>
          <p:cNvSpPr/>
          <p:nvPr>
            <p:custDataLst>
              <p:tags r:id="rId10"/>
            </p:custDataLst>
          </p:nvPr>
        </p:nvSpPr>
        <p:spPr>
          <a:xfrm rot="10154805">
            <a:off x="8432800" y="6116638"/>
            <a:ext cx="314325" cy="276225"/>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a:solidFill>
                <a:srgbClr val="FFFFFF"/>
              </a:solidFill>
              <a:latin typeface="楷体" panose="02010609060101010101" charset="-122"/>
              <a:cs typeface="Arial" panose="020B0604020202020204" pitchFamily="34" charset="0"/>
            </a:endParaRPr>
          </a:p>
        </p:txBody>
      </p:sp>
      <p:sp>
        <p:nvSpPr>
          <p:cNvPr id="13" name="KSO_Shape"/>
          <p:cNvSpPr/>
          <p:nvPr>
            <p:custDataLst>
              <p:tags r:id="rId11"/>
            </p:custDataLst>
          </p:nvPr>
        </p:nvSpPr>
        <p:spPr>
          <a:xfrm rot="11738950">
            <a:off x="10777538" y="2560638"/>
            <a:ext cx="314325" cy="276225"/>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a:solidFill>
                <a:srgbClr val="FFFFFF"/>
              </a:solidFill>
              <a:latin typeface="楷体" panose="02010609060101010101" charset="-122"/>
              <a:cs typeface="Arial" panose="020B0604020202020204" pitchFamily="34" charset="0"/>
            </a:endParaRPr>
          </a:p>
        </p:txBody>
      </p:sp>
      <p:sp>
        <p:nvSpPr>
          <p:cNvPr id="14" name=" 184"/>
          <p:cNvSpPr/>
          <p:nvPr>
            <p:custDataLst>
              <p:tags r:id="rId12"/>
            </p:custDataLst>
          </p:nvPr>
        </p:nvSpPr>
        <p:spPr>
          <a:xfrm>
            <a:off x="727075" y="1936750"/>
            <a:ext cx="936625" cy="93662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p>
            <a:pPr algn="ctr" fontAlgn="auto">
              <a:spcBef>
                <a:spcPts val="0"/>
              </a:spcBef>
              <a:spcAft>
                <a:spcPts val="0"/>
              </a:spcAft>
              <a:buFontTx/>
              <a:buNone/>
              <a:defRPr/>
            </a:pPr>
            <a:endParaRPr lang="zh-CN" altLang="en-US">
              <a:solidFill>
                <a:srgbClr val="FFFFFF"/>
              </a:solidFill>
              <a:latin typeface="楷体" panose="02010609060101010101" charset="-122"/>
              <a:cs typeface="楷体" panose="02010609060101010101" charset="-122"/>
            </a:endParaRPr>
          </a:p>
        </p:txBody>
      </p:sp>
      <p:sp>
        <p:nvSpPr>
          <p:cNvPr id="2" name="标题 1"/>
          <p:cNvSpPr>
            <a:spLocks noGrp="1"/>
          </p:cNvSpPr>
          <p:nvPr>
            <p:ph type="ctrTitle" hasCustomPrompt="1"/>
            <p:custDataLst>
              <p:tags r:id="rId13"/>
            </p:custDataLst>
          </p:nvPr>
        </p:nvSpPr>
        <p:spPr>
          <a:xfrm>
            <a:off x="2757714" y="2510565"/>
            <a:ext cx="6676572" cy="902363"/>
          </a:xfrm>
        </p:spPr>
        <p:txBody>
          <a:bodyPr anchor="b">
            <a:normAutofit/>
          </a:bodyPr>
          <a:lstStyle>
            <a:lvl1pPr algn="ctr">
              <a:defRPr sz="4800" b="1">
                <a:solidFill>
                  <a:schemeClr val="tx1">
                    <a:lumMod val="65000"/>
                    <a:lumOff val="35000"/>
                  </a:schemeClr>
                </a:solidFill>
              </a:defRPr>
            </a:lvl1pPr>
          </a:lstStyle>
          <a:p>
            <a:r>
              <a:rPr lang="zh-CN" altLang="en-US" noProof="1"/>
              <a:t>单击此处编辑标题</a:t>
            </a:r>
            <a:endParaRPr lang="zh-CN" altLang="en-US" noProof="1"/>
          </a:p>
        </p:txBody>
      </p:sp>
      <p:sp>
        <p:nvSpPr>
          <p:cNvPr id="3" name="副标题 2"/>
          <p:cNvSpPr>
            <a:spLocks noGrp="1"/>
          </p:cNvSpPr>
          <p:nvPr>
            <p:ph type="subTitle" idx="1"/>
            <p:custDataLst>
              <p:tags r:id="rId14"/>
            </p:custDataLst>
          </p:nvPr>
        </p:nvSpPr>
        <p:spPr>
          <a:xfrm>
            <a:off x="2757714" y="3461461"/>
            <a:ext cx="6676572" cy="590550"/>
          </a:xfrm>
        </p:spPr>
        <p:txBody>
          <a:bodyPr>
            <a:normAutofit/>
          </a:bodyPr>
          <a:lstStyle>
            <a:lvl1pPr marL="0" indent="0" algn="ctr">
              <a:buNone/>
              <a:defRPr sz="200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15" name="日期占位符 3"/>
          <p:cNvSpPr>
            <a:spLocks noGrp="1"/>
          </p:cNvSpPr>
          <p:nvPr>
            <p:ph type="dt" sz="half" idx="10"/>
            <p:custDataLst>
              <p:tags r:id="rId15"/>
            </p:custDataLst>
          </p:nvPr>
        </p:nvSpPr>
        <p:spPr/>
        <p:txBody>
          <a:bodyPr/>
          <a:lstStyle>
            <a:lvl1pPr>
              <a:defRPr>
                <a:latin typeface="楷体" panose="02010609060101010101" charset="-122"/>
                <a:ea typeface="楷体" panose="02010609060101010101" charset="-122"/>
                <a:cs typeface="楷体" panose="02010609060101010101" charset="-122"/>
              </a:defRPr>
            </a:lvl1pPr>
          </a:lstStyle>
          <a:p>
            <a:fld id="{760FBDFE-C587-4B4C-A407-44438C67B59E}" type="datetimeFigureOut">
              <a:rPr lang="zh-CN" altLang="en-US" smtClean="0"/>
            </a:fld>
            <a:endParaRPr lang="zh-CN" altLang="en-US"/>
          </a:p>
        </p:txBody>
      </p:sp>
      <p:sp>
        <p:nvSpPr>
          <p:cNvPr id="16" name="页脚占位符 4"/>
          <p:cNvSpPr>
            <a:spLocks noGrp="1"/>
          </p:cNvSpPr>
          <p:nvPr>
            <p:ph type="ftr" sz="quarter" idx="11"/>
            <p:custDataLst>
              <p:tags r:id="rId16"/>
            </p:custDataLst>
          </p:nvPr>
        </p:nvSpPr>
        <p:spPr/>
        <p:txBody>
          <a:bodyPr/>
          <a:lstStyle>
            <a:lvl1pPr>
              <a:defRPr>
                <a:latin typeface="楷体" panose="02010609060101010101" charset="-122"/>
                <a:ea typeface="楷体" panose="02010609060101010101" charset="-122"/>
                <a:cs typeface="楷体" panose="02010609060101010101" charset="-122"/>
              </a:defRPr>
            </a:lvl1pPr>
          </a:lstStyle>
          <a:p>
            <a:endParaRPr lang="zh-CN" altLang="en-US" dirty="0"/>
          </a:p>
        </p:txBody>
      </p:sp>
      <p:sp>
        <p:nvSpPr>
          <p:cNvPr id="17" name="灯片编号占位符 5"/>
          <p:cNvSpPr>
            <a:spLocks noGrp="1"/>
          </p:cNvSpPr>
          <p:nvPr>
            <p:ph type="sldNum" sz="quarter" idx="12"/>
            <p:custDataLst>
              <p:tags r:id="rId17"/>
            </p:custDataLst>
          </p:nvPr>
        </p:nvSpPr>
        <p:spPr/>
        <p:txBody>
          <a:bodyPr/>
          <a:lstStyle>
            <a:lvl1pPr>
              <a:defRPr/>
            </a:lvl1p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advTm="3000">
        <p:dissolve/>
      </p:transition>
    </mc:Choice>
    <mc:Fallback>
      <p:transition spd="slow" advTm="3000">
        <p:dissolv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5pPr>
          </a:lstStyle>
          <a:p>
            <a:pPr lvl="0"/>
            <a:r>
              <a:rPr lang="zh-CN" altLang="en-US" noProof="1"/>
              <a:t>单击此处</a:t>
            </a:r>
            <a:r>
              <a:rPr lang="zh-CN" altLang="en-US" noProof="1">
                <a:sym typeface="+mn-ea"/>
              </a:rPr>
              <a:t>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日期占位符 3"/>
          <p:cNvSpPr>
            <a:spLocks noGrp="1"/>
          </p:cNvSpPr>
          <p:nvPr>
            <p:ph type="dt" sz="half" idx="10"/>
            <p:custDataLst>
              <p:tags r:id="rId4"/>
            </p:custDataLst>
          </p:nvPr>
        </p:nvSpPr>
        <p:spPr/>
        <p:txBody>
          <a:bodyPr/>
          <a:lstStyle>
            <a:lvl1pP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dissolve/>
      </p:transition>
    </mc:Choice>
    <mc:Fallback>
      <p:transition spd="slow" advTm="3000">
        <p:dissolv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椭圆 3"/>
          <p:cNvSpPr/>
          <p:nvPr>
            <p:custDataLst>
              <p:tags r:id="rId2"/>
            </p:custDataLst>
          </p:nvPr>
        </p:nvSpPr>
        <p:spPr>
          <a:xfrm>
            <a:off x="1408113" y="2114550"/>
            <a:ext cx="2681287" cy="2681288"/>
          </a:xfrm>
          <a:prstGeom prst="ellipse">
            <a:avLst/>
          </a:prstGeom>
          <a:solidFill>
            <a:schemeClr val="bg1">
              <a:lumMod val="95000"/>
            </a:schemeClr>
          </a:solidFill>
          <a:ln>
            <a:noFill/>
          </a:ln>
          <a:effectLst>
            <a:outerShdw blurRad="3302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dirty="0">
              <a:latin typeface="楷体" panose="02010609060101010101" charset="-122"/>
              <a:cs typeface="Arial" panose="020B0604020202020204" pitchFamily="34" charset="0"/>
              <a:sym typeface="+mn-ea"/>
            </a:endParaRPr>
          </a:p>
        </p:txBody>
      </p:sp>
      <p:sp>
        <p:nvSpPr>
          <p:cNvPr id="5" name="椭圆 4"/>
          <p:cNvSpPr/>
          <p:nvPr>
            <p:custDataLst>
              <p:tags r:id="rId3"/>
            </p:custDataLst>
          </p:nvPr>
        </p:nvSpPr>
        <p:spPr>
          <a:xfrm>
            <a:off x="1574800" y="2266950"/>
            <a:ext cx="2378075" cy="2376488"/>
          </a:xfrm>
          <a:prstGeom prst="ellips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楷体" panose="02010609060101010101" charset="-122"/>
              <a:cs typeface="Arial" panose="020B0604020202020204" pitchFamily="34" charset="0"/>
            </a:endParaRPr>
          </a:p>
        </p:txBody>
      </p:sp>
      <p:cxnSp>
        <p:nvCxnSpPr>
          <p:cNvPr id="6" name="直接连接符 5"/>
          <p:cNvCxnSpPr/>
          <p:nvPr>
            <p:custDataLst>
              <p:tags r:id="rId4"/>
            </p:custDataLst>
          </p:nvPr>
        </p:nvCxnSpPr>
        <p:spPr>
          <a:xfrm>
            <a:off x="4762500" y="3602038"/>
            <a:ext cx="4948238"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椭圆 6"/>
          <p:cNvSpPr/>
          <p:nvPr>
            <p:custDataLst>
              <p:tags r:id="rId5"/>
            </p:custDataLst>
          </p:nvPr>
        </p:nvSpPr>
        <p:spPr>
          <a:xfrm>
            <a:off x="9802813" y="3541713"/>
            <a:ext cx="115887" cy="1158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楷体" panose="02010609060101010101" charset="-122"/>
              <a:cs typeface="Arial" panose="020B0604020202020204" pitchFamily="34" charset="0"/>
            </a:endParaRPr>
          </a:p>
        </p:txBody>
      </p:sp>
      <p:sp>
        <p:nvSpPr>
          <p:cNvPr id="8" name="椭圆 7"/>
          <p:cNvSpPr/>
          <p:nvPr>
            <p:custDataLst>
              <p:tags r:id="rId6"/>
            </p:custDataLst>
          </p:nvPr>
        </p:nvSpPr>
        <p:spPr>
          <a:xfrm>
            <a:off x="10299700" y="3541713"/>
            <a:ext cx="115888" cy="1158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楷体" panose="02010609060101010101" charset="-122"/>
              <a:cs typeface="Arial" panose="020B0604020202020204" pitchFamily="34" charset="0"/>
            </a:endParaRPr>
          </a:p>
        </p:txBody>
      </p:sp>
      <p:sp>
        <p:nvSpPr>
          <p:cNvPr id="9" name="椭圆 8"/>
          <p:cNvSpPr/>
          <p:nvPr>
            <p:custDataLst>
              <p:tags r:id="rId7"/>
            </p:custDataLst>
          </p:nvPr>
        </p:nvSpPr>
        <p:spPr>
          <a:xfrm>
            <a:off x="9967913" y="3541713"/>
            <a:ext cx="115887" cy="11588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楷体" panose="02010609060101010101" charset="-122"/>
              <a:cs typeface="Arial" panose="020B0604020202020204" pitchFamily="34" charset="0"/>
            </a:endParaRPr>
          </a:p>
        </p:txBody>
      </p:sp>
      <p:sp>
        <p:nvSpPr>
          <p:cNvPr id="10" name="椭圆 9"/>
          <p:cNvSpPr/>
          <p:nvPr>
            <p:custDataLst>
              <p:tags r:id="rId8"/>
            </p:custDataLst>
          </p:nvPr>
        </p:nvSpPr>
        <p:spPr>
          <a:xfrm>
            <a:off x="10134600" y="3541713"/>
            <a:ext cx="115888" cy="11588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楷体" panose="02010609060101010101" charset="-122"/>
              <a:cs typeface="Arial" panose="020B0604020202020204" pitchFamily="34" charset="0"/>
            </a:endParaRPr>
          </a:p>
        </p:txBody>
      </p:sp>
      <p:sp>
        <p:nvSpPr>
          <p:cNvPr id="11" name="KSO_Shape"/>
          <p:cNvSpPr/>
          <p:nvPr>
            <p:custDataLst>
              <p:tags r:id="rId9"/>
            </p:custDataLst>
          </p:nvPr>
        </p:nvSpPr>
        <p:spPr>
          <a:xfrm rot="237355">
            <a:off x="2771775" y="2308225"/>
            <a:ext cx="193675" cy="169863"/>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a:solidFill>
                <a:srgbClr val="FFFFFF"/>
              </a:solidFill>
              <a:latin typeface="楷体" panose="02010609060101010101" charset="-122"/>
              <a:cs typeface="Arial" panose="020B0604020202020204" pitchFamily="34" charset="0"/>
            </a:endParaRPr>
          </a:p>
        </p:txBody>
      </p:sp>
      <p:sp>
        <p:nvSpPr>
          <p:cNvPr id="12" name="KSO_Shape"/>
          <p:cNvSpPr/>
          <p:nvPr>
            <p:custDataLst>
              <p:tags r:id="rId10"/>
            </p:custDataLst>
          </p:nvPr>
        </p:nvSpPr>
        <p:spPr>
          <a:xfrm rot="1275228">
            <a:off x="3003550" y="2360613"/>
            <a:ext cx="193675" cy="169862"/>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a:solidFill>
                <a:srgbClr val="FFFFFF"/>
              </a:solidFill>
              <a:latin typeface="楷体" panose="02010609060101010101" charset="-122"/>
              <a:cs typeface="Arial" panose="020B0604020202020204" pitchFamily="34" charset="0"/>
            </a:endParaRPr>
          </a:p>
        </p:txBody>
      </p:sp>
      <p:sp>
        <p:nvSpPr>
          <p:cNvPr id="13" name="KSO_Shape"/>
          <p:cNvSpPr/>
          <p:nvPr>
            <p:custDataLst>
              <p:tags r:id="rId11"/>
            </p:custDataLst>
          </p:nvPr>
        </p:nvSpPr>
        <p:spPr>
          <a:xfrm rot="2175228">
            <a:off x="3209925" y="2478088"/>
            <a:ext cx="193675" cy="171450"/>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a:solidFill>
                <a:srgbClr val="FFFFFF"/>
              </a:solidFill>
              <a:latin typeface="楷体" panose="02010609060101010101" charset="-122"/>
              <a:cs typeface="Arial" panose="020B0604020202020204" pitchFamily="34" charset="0"/>
            </a:endParaRPr>
          </a:p>
        </p:txBody>
      </p:sp>
      <p:sp>
        <p:nvSpPr>
          <p:cNvPr id="14" name="KSO_Shape"/>
          <p:cNvSpPr/>
          <p:nvPr>
            <p:custDataLst>
              <p:tags r:id="rId12"/>
            </p:custDataLst>
          </p:nvPr>
        </p:nvSpPr>
        <p:spPr>
          <a:xfrm rot="3075228">
            <a:off x="3363119" y="2640806"/>
            <a:ext cx="193675" cy="169863"/>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a:solidFill>
                <a:srgbClr val="FFFFFF"/>
              </a:solidFill>
              <a:latin typeface="楷体" panose="02010609060101010101" charset="-122"/>
              <a:cs typeface="Arial" panose="020B0604020202020204" pitchFamily="34" charset="0"/>
            </a:endParaRPr>
          </a:p>
        </p:txBody>
      </p:sp>
      <p:sp>
        <p:nvSpPr>
          <p:cNvPr id="15" name="KSO_Shape"/>
          <p:cNvSpPr/>
          <p:nvPr>
            <p:custDataLst>
              <p:tags r:id="rId13"/>
            </p:custDataLst>
          </p:nvPr>
        </p:nvSpPr>
        <p:spPr>
          <a:xfrm rot="298659" flipH="1" flipV="1">
            <a:off x="2470150" y="4416425"/>
            <a:ext cx="193675" cy="171450"/>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a:solidFill>
                <a:srgbClr val="FFFFFF"/>
              </a:solidFill>
              <a:latin typeface="楷体" panose="02010609060101010101" charset="-122"/>
              <a:cs typeface="Arial" panose="020B0604020202020204" pitchFamily="34" charset="0"/>
            </a:endParaRPr>
          </a:p>
        </p:txBody>
      </p:sp>
      <p:sp>
        <p:nvSpPr>
          <p:cNvPr id="16" name="KSO_Shape"/>
          <p:cNvSpPr/>
          <p:nvPr>
            <p:custDataLst>
              <p:tags r:id="rId14"/>
            </p:custDataLst>
          </p:nvPr>
        </p:nvSpPr>
        <p:spPr>
          <a:xfrm rot="1336532" flipH="1" flipV="1">
            <a:off x="2243138" y="4365625"/>
            <a:ext cx="193675" cy="169863"/>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a:solidFill>
                <a:srgbClr val="FFFFFF"/>
              </a:solidFill>
              <a:latin typeface="楷体" panose="02010609060101010101" charset="-122"/>
              <a:cs typeface="Arial" panose="020B0604020202020204" pitchFamily="34" charset="0"/>
            </a:endParaRPr>
          </a:p>
        </p:txBody>
      </p:sp>
      <p:sp>
        <p:nvSpPr>
          <p:cNvPr id="17" name="KSO_Shape"/>
          <p:cNvSpPr/>
          <p:nvPr>
            <p:custDataLst>
              <p:tags r:id="rId15"/>
            </p:custDataLst>
          </p:nvPr>
        </p:nvSpPr>
        <p:spPr>
          <a:xfrm rot="2236532" flipH="1" flipV="1">
            <a:off x="2039938" y="4243388"/>
            <a:ext cx="193675" cy="169862"/>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a:solidFill>
                <a:srgbClr val="FFFFFF"/>
              </a:solidFill>
              <a:latin typeface="楷体" panose="02010609060101010101" charset="-122"/>
              <a:cs typeface="Arial" panose="020B0604020202020204" pitchFamily="34" charset="0"/>
            </a:endParaRPr>
          </a:p>
        </p:txBody>
      </p:sp>
      <p:sp>
        <p:nvSpPr>
          <p:cNvPr id="18" name="KSO_Shape"/>
          <p:cNvSpPr/>
          <p:nvPr>
            <p:custDataLst>
              <p:tags r:id="rId16"/>
            </p:custDataLst>
          </p:nvPr>
        </p:nvSpPr>
        <p:spPr>
          <a:xfrm rot="3136532" flipH="1" flipV="1">
            <a:off x="1889919" y="4079081"/>
            <a:ext cx="193675" cy="169863"/>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a:solidFill>
                <a:srgbClr val="FFFFFF"/>
              </a:solidFill>
              <a:latin typeface="楷体" panose="02010609060101010101" charset="-122"/>
              <a:cs typeface="Arial" panose="020B0604020202020204" pitchFamily="34" charset="0"/>
            </a:endParaRPr>
          </a:p>
        </p:txBody>
      </p:sp>
      <p:sp>
        <p:nvSpPr>
          <p:cNvPr id="2" name="标题 1"/>
          <p:cNvSpPr>
            <a:spLocks noGrp="1"/>
          </p:cNvSpPr>
          <p:nvPr>
            <p:ph type="title"/>
            <p:custDataLst>
              <p:tags r:id="rId17"/>
            </p:custDataLst>
          </p:nvPr>
        </p:nvSpPr>
        <p:spPr>
          <a:xfrm>
            <a:off x="4730750" y="2895613"/>
            <a:ext cx="4979670" cy="564898"/>
          </a:xfrm>
        </p:spPr>
        <p:txBody>
          <a:bodyPr anchor="b">
            <a:normAutofit/>
          </a:bodyPr>
          <a:lstStyle>
            <a:lvl1pPr>
              <a:defRPr sz="2800" b="1">
                <a:solidFill>
                  <a:schemeClr val="tx1">
                    <a:lumMod val="65000"/>
                    <a:lumOff val="35000"/>
                  </a:schemeClr>
                </a:solidFill>
              </a:defRPr>
            </a:lvl1pPr>
          </a:lstStyle>
          <a:p>
            <a:r>
              <a:rPr lang="zh-CN" altLang="en-US" noProof="1"/>
              <a:t>单击此处编辑母版标题样式</a:t>
            </a:r>
            <a:endParaRPr lang="zh-CN" altLang="en-US" noProof="1"/>
          </a:p>
        </p:txBody>
      </p:sp>
      <p:sp>
        <p:nvSpPr>
          <p:cNvPr id="3" name="文本占位符 2"/>
          <p:cNvSpPr>
            <a:spLocks noGrp="1"/>
          </p:cNvSpPr>
          <p:nvPr>
            <p:ph type="body" idx="1"/>
            <p:custDataLst>
              <p:tags r:id="rId18"/>
            </p:custDataLst>
          </p:nvPr>
        </p:nvSpPr>
        <p:spPr>
          <a:xfrm>
            <a:off x="4730750" y="3753579"/>
            <a:ext cx="4979670" cy="581108"/>
          </a:xfrm>
        </p:spPr>
        <p:txBody>
          <a:bodyPr>
            <a:normAutofit/>
          </a:bodyPr>
          <a:lstStyle>
            <a:lvl1pPr marL="0" indent="0">
              <a:buNone/>
              <a:defRPr sz="1400">
                <a:solidFill>
                  <a:schemeClr val="tx1">
                    <a:lumMod val="50000"/>
                    <a:lumOff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sp>
        <p:nvSpPr>
          <p:cNvPr id="19" name="日期占位符 3"/>
          <p:cNvSpPr>
            <a:spLocks noGrp="1"/>
          </p:cNvSpPr>
          <p:nvPr>
            <p:ph type="dt" sz="half" idx="10"/>
            <p:custDataLst>
              <p:tags r:id="rId19"/>
            </p:custDataLst>
          </p:nvPr>
        </p:nvSpPr>
        <p:spPr/>
        <p:txBody>
          <a:bodyPr/>
          <a:lstStyle>
            <a:lvl1pPr>
              <a:defRPr>
                <a:latin typeface="楷体" panose="02010609060101010101" charset="-122"/>
                <a:ea typeface="楷体" panose="02010609060101010101" charset="-122"/>
                <a:cs typeface="楷体" panose="02010609060101010101" charset="-122"/>
              </a:defRPr>
            </a:lvl1pPr>
          </a:lstStyle>
          <a:p>
            <a:fld id="{760FBDFE-C587-4B4C-A407-44438C67B59E}" type="datetimeFigureOut">
              <a:rPr lang="zh-CN" altLang="en-US" smtClean="0"/>
            </a:fld>
            <a:endParaRPr lang="zh-CN" altLang="en-US"/>
          </a:p>
        </p:txBody>
      </p:sp>
      <p:sp>
        <p:nvSpPr>
          <p:cNvPr id="20" name="页脚占位符 4"/>
          <p:cNvSpPr>
            <a:spLocks noGrp="1"/>
          </p:cNvSpPr>
          <p:nvPr>
            <p:ph type="ftr" sz="quarter" idx="11"/>
            <p:custDataLst>
              <p:tags r:id="rId20"/>
            </p:custDataLst>
          </p:nvPr>
        </p:nvSpPr>
        <p:spPr/>
        <p:txBody>
          <a:bodyPr/>
          <a:lstStyle>
            <a:lvl1pPr>
              <a:defRPr>
                <a:latin typeface="楷体" panose="02010609060101010101" charset="-122"/>
                <a:ea typeface="楷体" panose="02010609060101010101" charset="-122"/>
                <a:cs typeface="楷体" panose="02010609060101010101" charset="-122"/>
              </a:defRPr>
            </a:lvl1pPr>
          </a:lstStyle>
          <a:p>
            <a:endParaRPr lang="zh-CN" altLang="en-US"/>
          </a:p>
        </p:txBody>
      </p:sp>
      <p:sp>
        <p:nvSpPr>
          <p:cNvPr id="21" name="灯片编号占位符 5"/>
          <p:cNvSpPr>
            <a:spLocks noGrp="1"/>
          </p:cNvSpPr>
          <p:nvPr>
            <p:ph type="sldNum" sz="quarter" idx="12"/>
            <p:custDataLst>
              <p:tags r:id="rId21"/>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dissolve/>
      </p:transition>
    </mc:Choice>
    <mc:Fallback>
      <p:transition spd="slow" advTm="3000">
        <p:dissolve/>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sz="half" idx="1"/>
            <p:custDataLst>
              <p:tags r:id="rId3"/>
            </p:custDataLst>
          </p:nvPr>
        </p:nvSpPr>
        <p:spPr>
          <a:xfrm>
            <a:off x="669930" y="952508"/>
            <a:ext cx="5283242" cy="5388907"/>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5pPr>
          </a:lstStyle>
          <a:p>
            <a:pPr lvl="0"/>
            <a:r>
              <a:rPr lang="zh-CN" altLang="en-US" noProof="1"/>
              <a:t>单击此处</a:t>
            </a:r>
            <a:r>
              <a:rPr lang="zh-CN" altLang="en-US" noProof="1">
                <a:sym typeface="+mn-ea"/>
              </a:rPr>
              <a:t>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内容占位符 3"/>
          <p:cNvSpPr>
            <a:spLocks noGrp="1"/>
          </p:cNvSpPr>
          <p:nvPr>
            <p:ph sz="half" idx="2"/>
            <p:custDataLst>
              <p:tags r:id="rId4"/>
            </p:custDataLst>
          </p:nvPr>
        </p:nvSpPr>
        <p:spPr>
          <a:xfrm>
            <a:off x="6238877" y="952508"/>
            <a:ext cx="5283242" cy="5388907"/>
          </a:xfrm>
        </p:spPr>
        <p:txBody>
          <a:bodyPr>
            <a:noAutofit/>
          </a:bodyPr>
          <a:lstStyle>
            <a:lvl1pPr>
              <a:defRPr sz="1600">
                <a:latin typeface="楷体" panose="02010609060101010101" charset="-122"/>
                <a:ea typeface="楷体" panose="02010609060101010101" charset="-122"/>
              </a:defRPr>
            </a:lvl1pPr>
            <a:lvl2pPr>
              <a:defRPr sz="1600">
                <a:latin typeface="楷体" panose="02010609060101010101" charset="-122"/>
                <a:ea typeface="楷体" panose="02010609060101010101" charset="-122"/>
              </a:defRPr>
            </a:lvl2pPr>
            <a:lvl3pPr>
              <a:defRPr sz="1600">
                <a:latin typeface="楷体" panose="02010609060101010101" charset="-122"/>
                <a:ea typeface="楷体" panose="02010609060101010101" charset="-122"/>
              </a:defRPr>
            </a:lvl3pPr>
            <a:lvl4pPr>
              <a:defRPr sz="1600">
                <a:latin typeface="楷体" panose="02010609060101010101" charset="-122"/>
                <a:ea typeface="楷体" panose="02010609060101010101" charset="-122"/>
              </a:defRPr>
            </a:lvl4pPr>
            <a:lvl5pPr>
              <a:defRPr sz="1600">
                <a:latin typeface="楷体" panose="02010609060101010101" charset="-122"/>
                <a:ea typeface="楷体" panose="02010609060101010101"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3"/>
          <p:cNvSpPr>
            <a:spLocks noGrp="1"/>
          </p:cNvSpPr>
          <p:nvPr>
            <p:ph type="dt" sz="half" idx="10"/>
            <p:custDataLst>
              <p:tags r:id="rId5"/>
            </p:custDataLst>
          </p:nvPr>
        </p:nvSpPr>
        <p:spPr/>
        <p:txBody>
          <a:bodyPr/>
          <a:lstStyle>
            <a:lvl1pPr>
              <a:defRPr/>
            </a:lvl1pPr>
          </a:lstStyle>
          <a:p>
            <a:fld id="{760FBDFE-C587-4B4C-A407-44438C67B59E}"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vl1pPr>
          </a:lstStyle>
          <a:p>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dissolve/>
      </p:transition>
    </mc:Choice>
    <mc:Fallback>
      <p:transition spd="slow" advTm="3000">
        <p:dissolve/>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1pPr>
          </a:lstStyle>
          <a:p>
            <a:pPr lvl="0"/>
            <a:r>
              <a:rPr lang="zh-CN" altLang="en-US" noProof="1">
                <a:sym typeface="+mn-ea"/>
              </a:rPr>
              <a:t>单击此处编辑母版标题样式</a:t>
            </a:r>
            <a:endParaRPr noProof="1">
              <a:sym typeface="+mn-ea"/>
            </a:endParaRPr>
          </a:p>
        </p:txBody>
      </p:sp>
      <p:sp>
        <p:nvSpPr>
          <p:cNvPr id="3" name="文本占位符 2"/>
          <p:cNvSpPr>
            <a:spLocks noGrp="1"/>
          </p:cNvSpPr>
          <p:nvPr>
            <p:ph type="body" idx="1"/>
            <p:custDataLst>
              <p:tags r:id="rId3"/>
            </p:custDataLst>
          </p:nvPr>
        </p:nvSpPr>
        <p:spPr>
          <a:xfrm>
            <a:off x="669930" y="952508"/>
            <a:ext cx="5283242" cy="381003"/>
          </a:xfrm>
        </p:spPr>
        <p:txBody>
          <a:bodyPr tIns="38100" rIns="76200" bIns="3810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楷体" panose="02010609060101010101" charset="-122"/>
                <a:ea typeface="楷体" panose="0201060906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custDataLst>
              <p:tags r:id="rId4"/>
            </p:custDataLst>
          </p:nvPr>
        </p:nvSpPr>
        <p:spPr>
          <a:xfrm>
            <a:off x="669925" y="1406525"/>
            <a:ext cx="5283200" cy="4934752"/>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5pPr>
          </a:lstStyle>
          <a:p>
            <a:pPr lvl="0"/>
            <a:r>
              <a:rPr lang="zh-CN" altLang="en-US" noProof="1"/>
              <a:t>单击此处</a:t>
            </a:r>
            <a:r>
              <a:rPr lang="zh-CN" altLang="en-US" noProof="1">
                <a:sym typeface="+mn-ea"/>
              </a:rPr>
              <a:t>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5" name="文本占位符 4"/>
          <p:cNvSpPr>
            <a:spLocks noGrp="1"/>
          </p:cNvSpPr>
          <p:nvPr>
            <p:ph type="body" sz="quarter" idx="3"/>
            <p:custDataLst>
              <p:tags r:id="rId5"/>
            </p:custDataLst>
          </p:nvPr>
        </p:nvSpPr>
        <p:spPr>
          <a:xfrm>
            <a:off x="6235750" y="952508"/>
            <a:ext cx="5283242" cy="381003"/>
          </a:xfrm>
        </p:spPr>
        <p:txBody>
          <a:bodyPr tIns="38100" rIns="76200" bIns="38100" rtlCol="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a:t>
            </a:r>
            <a:r>
              <a:rPr lang="zh-CN" altLang="en-US" noProof="1">
                <a:sym typeface="+mn-ea"/>
              </a:rPr>
              <a:t>编辑母版文本样式</a:t>
            </a:r>
            <a:endParaRPr lang="zh-CN" altLang="en-US" noProof="1">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5pPr>
          </a:lstStyle>
          <a:p>
            <a:pPr lvl="0"/>
            <a:r>
              <a:rPr lang="zh-CN" altLang="en-US" noProof="1"/>
              <a:t>单击此处</a:t>
            </a:r>
            <a:r>
              <a:rPr lang="zh-CN" altLang="en-US" noProof="1">
                <a:sym typeface="+mn-ea"/>
              </a:rPr>
              <a:t>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7" name="日期占位符 3"/>
          <p:cNvSpPr>
            <a:spLocks noGrp="1"/>
          </p:cNvSpPr>
          <p:nvPr>
            <p:ph type="dt" sz="half" idx="10"/>
            <p:custDataLst>
              <p:tags r:id="rId7"/>
            </p:custDataLst>
          </p:nvPr>
        </p:nvSpPr>
        <p:spPr/>
        <p:txBody>
          <a:bodyPr/>
          <a:lstStyle>
            <a:lvl1pPr>
              <a:defRPr/>
            </a:lvl1pPr>
          </a:lstStyle>
          <a:p>
            <a:fld id="{760FBDFE-C587-4B4C-A407-44438C67B59E}" type="datetimeFigureOut">
              <a:rPr lang="zh-CN" altLang="en-US" smtClean="0"/>
            </a:fld>
            <a:endParaRPr lang="zh-CN" altLang="en-US"/>
          </a:p>
        </p:txBody>
      </p:sp>
      <p:sp>
        <p:nvSpPr>
          <p:cNvPr id="8" name="页脚占位符 4"/>
          <p:cNvSpPr>
            <a:spLocks noGrp="1"/>
          </p:cNvSpPr>
          <p:nvPr>
            <p:ph type="ftr" sz="quarter" idx="11"/>
            <p:custDataLst>
              <p:tags r:id="rId8"/>
            </p:custDataLst>
          </p:nvPr>
        </p:nvSpPr>
        <p:spPr/>
        <p:txBody>
          <a:bodyPr/>
          <a:lstStyle>
            <a:lvl1pPr>
              <a:defRPr/>
            </a:lvl1pPr>
          </a:lstStyle>
          <a:p>
            <a:endParaRPr lang="zh-CN" altLang="en-US"/>
          </a:p>
        </p:txBody>
      </p:sp>
      <p:sp>
        <p:nvSpPr>
          <p:cNvPr id="9" name="灯片编号占位符 5"/>
          <p:cNvSpPr>
            <a:spLocks noGrp="1"/>
          </p:cNvSpPr>
          <p:nvPr>
            <p:ph type="sldNum" sz="quarter" idx="12"/>
            <p:custDataLst>
              <p:tags r:id="rId9"/>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dissolve/>
      </p:transition>
    </mc:Choice>
    <mc:Fallback>
      <p:transition spd="slow" advTm="3000">
        <p:dissolve/>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1pPr>
          </a:lstStyle>
          <a:p>
            <a:pPr lvl="0"/>
            <a:r>
              <a:rPr lang="zh-CN" altLang="en-US" noProof="1">
                <a:sym typeface="+mn-ea"/>
              </a:rPr>
              <a:t>单击此处编辑母版标题样式</a:t>
            </a:r>
            <a:endParaRPr noProof="1">
              <a:sym typeface="+mn-ea"/>
            </a:endParaRPr>
          </a:p>
        </p:txBody>
      </p:sp>
      <p:sp>
        <p:nvSpPr>
          <p:cNvPr id="3" name="日期占位符 3"/>
          <p:cNvSpPr>
            <a:spLocks noGrp="1"/>
          </p:cNvSpPr>
          <p:nvPr>
            <p:ph type="dt" sz="half" idx="10"/>
            <p:custDataLst>
              <p:tags r:id="rId3"/>
            </p:custDataLst>
          </p:nvPr>
        </p:nvSpPr>
        <p:spPr/>
        <p:txBody>
          <a:bodyPr/>
          <a:lstStyle>
            <a:lvl1pPr>
              <a:defRPr/>
            </a:lvl1pPr>
          </a:lstStyle>
          <a:p>
            <a:fld id="{760FBDFE-C587-4B4C-A407-44438C67B59E}" type="datetimeFigureOut">
              <a:rPr lang="zh-CN" altLang="en-US" smtClean="0"/>
            </a:fld>
            <a:endParaRPr lang="zh-CN" altLang="en-US"/>
          </a:p>
        </p:txBody>
      </p:sp>
      <p:sp>
        <p:nvSpPr>
          <p:cNvPr id="4" name="页脚占位符 4"/>
          <p:cNvSpPr>
            <a:spLocks noGrp="1"/>
          </p:cNvSpPr>
          <p:nvPr>
            <p:ph type="ftr" sz="quarter" idx="11"/>
            <p:custDataLst>
              <p:tags r:id="rId4"/>
            </p:custDataLst>
          </p:nvPr>
        </p:nvSpPr>
        <p:spPr/>
        <p:txBody>
          <a:bodyPr/>
          <a:lstStyle>
            <a:lvl1pPr>
              <a:defRPr/>
            </a:lvl1pPr>
          </a:lstStyle>
          <a:p>
            <a:endParaRPr lang="zh-CN" altLang="en-US"/>
          </a:p>
        </p:txBody>
      </p:sp>
      <p:sp>
        <p:nvSpPr>
          <p:cNvPr id="5" name="灯片编号占位符 5"/>
          <p:cNvSpPr>
            <a:spLocks noGrp="1"/>
          </p:cNvSpPr>
          <p:nvPr>
            <p:ph type="sldNum" sz="quarter" idx="12"/>
            <p:custDataLst>
              <p:tags r:id="rId5"/>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dissolve/>
      </p:transition>
    </mc:Choice>
    <mc:Fallback>
      <p:transition spd="slow" advTm="3000">
        <p:dissolve/>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custDataLst>
              <p:tags r:id="rId2"/>
            </p:custDataLst>
          </p:nvPr>
        </p:nvSpPr>
        <p:spPr/>
        <p:txBody>
          <a:bodyPr/>
          <a:lstStyle>
            <a:lvl1pPr>
              <a:defRPr/>
            </a:lvl1pPr>
          </a:lstStyle>
          <a:p>
            <a:fld id="{760FBDFE-C587-4B4C-A407-44438C67B59E}" type="datetimeFigureOut">
              <a:rPr lang="zh-CN" altLang="en-US" smtClean="0"/>
            </a:fld>
            <a:endParaRPr lang="zh-CN" altLang="en-US"/>
          </a:p>
        </p:txBody>
      </p:sp>
      <p:sp>
        <p:nvSpPr>
          <p:cNvPr id="3" name="页脚占位符 4"/>
          <p:cNvSpPr>
            <a:spLocks noGrp="1"/>
          </p:cNvSpPr>
          <p:nvPr>
            <p:ph type="ftr" sz="quarter" idx="11"/>
            <p:custDataLst>
              <p:tags r:id="rId3"/>
            </p:custDataLst>
          </p:nvPr>
        </p:nvSpPr>
        <p:spPr/>
        <p:txBody>
          <a:bodyPr/>
          <a:lstStyle>
            <a:lvl1pPr>
              <a:defRPr/>
            </a:lvl1pPr>
          </a:lstStyle>
          <a:p>
            <a:endParaRPr lang="zh-CN" altLang="en-US"/>
          </a:p>
        </p:txBody>
      </p:sp>
      <p:sp>
        <p:nvSpPr>
          <p:cNvPr id="4" name="灯片编号占位符 5"/>
          <p:cNvSpPr>
            <a:spLocks noGrp="1"/>
          </p:cNvSpPr>
          <p:nvPr>
            <p:ph type="sldNum" sz="quarter" idx="12"/>
            <p:custDataLst>
              <p:tags r:id="rId4"/>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dissolve/>
      </p:transition>
    </mc:Choice>
    <mc:Fallback>
      <p:transition spd="slow" advTm="3000">
        <p:dissolve/>
      </p:transition>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1pPr>
          </a:lstStyle>
          <a:p>
            <a:pPr lvl="0"/>
            <a:r>
              <a:rPr lang="zh-CN" altLang="en-US" noProof="1">
                <a:sym typeface="+mn-ea"/>
              </a:rPr>
              <a:t>单击此处编辑母版标题样式</a:t>
            </a:r>
            <a:endParaRPr noProof="1">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r>
              <a:rPr lang="zh-CN" altLang="en-US" noProof="1">
                <a:sym typeface="+mn-ea"/>
              </a:rPr>
              <a:t>单击图标添加图片</a:t>
            </a:r>
            <a:endParaRPr lang="zh-CN" altLang="en-US" noProof="1">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1pPr>
          </a:lstStyle>
          <a:p>
            <a:pPr lvl="0"/>
            <a:r>
              <a:rPr lang="zh-CN" altLang="en-US" noProof="1"/>
              <a:t>单击此处</a:t>
            </a:r>
            <a:r>
              <a:rPr lang="zh-CN" altLang="en-US" noProof="1">
                <a:sym typeface="+mn-ea"/>
              </a:rPr>
              <a:t>编辑母版文本样式</a:t>
            </a:r>
            <a:endParaRPr lang="zh-CN" altLang="en-US" noProof="1">
              <a:sym typeface="+mn-ea"/>
            </a:endParaRPr>
          </a:p>
        </p:txBody>
      </p:sp>
      <p:sp>
        <p:nvSpPr>
          <p:cNvPr id="5" name="日期占位符 3"/>
          <p:cNvSpPr>
            <a:spLocks noGrp="1"/>
          </p:cNvSpPr>
          <p:nvPr>
            <p:ph type="dt" sz="half" idx="10"/>
            <p:custDataLst>
              <p:tags r:id="rId5"/>
            </p:custDataLst>
          </p:nvPr>
        </p:nvSpPr>
        <p:spPr/>
        <p:txBody>
          <a:bodyPr/>
          <a:lstStyle>
            <a:lvl1pPr>
              <a:defRPr/>
            </a:lvl1pPr>
          </a:lstStyle>
          <a:p>
            <a:fld id="{9EFD9D74-47D9-4702-A33C-335B63B48DBF}" type="datetimeFigureOut">
              <a:rPr lang="zh-CN" altLang="en-US" smtClean="0"/>
            </a:fld>
            <a:endParaRPr lang="zh-CN" altLang="en-US" dirty="0"/>
          </a:p>
        </p:txBody>
      </p:sp>
      <p:sp>
        <p:nvSpPr>
          <p:cNvPr id="6" name="页脚占位符 4"/>
          <p:cNvSpPr>
            <a:spLocks noGrp="1"/>
          </p:cNvSpPr>
          <p:nvPr>
            <p:ph type="ftr" sz="quarter" idx="11"/>
            <p:custDataLst>
              <p:tags r:id="rId6"/>
            </p:custDataLst>
          </p:nvPr>
        </p:nvSpPr>
        <p:spPr/>
        <p:txBody>
          <a:bodyPr/>
          <a:lstStyle>
            <a:lvl1pPr>
              <a:defRPr/>
            </a:lvl1pPr>
          </a:lstStyle>
          <a:p>
            <a:endParaRPr lang="zh-CN" altLang="en-US" dirty="0"/>
          </a:p>
        </p:txBody>
      </p:sp>
      <p:sp>
        <p:nvSpPr>
          <p:cNvPr id="7" name="灯片编号占位符 5"/>
          <p:cNvSpPr>
            <a:spLocks noGrp="1"/>
          </p:cNvSpPr>
          <p:nvPr>
            <p:ph type="sldNum" sz="quarter" idx="12"/>
            <p:custDataLst>
              <p:tags r:id="rId7"/>
            </p:custDataLst>
          </p:nvPr>
        </p:nvSpPr>
        <p:spPr/>
        <p:txBody>
          <a:bodyPr/>
          <a:lstStyle>
            <a:lvl1pPr>
              <a:defRPr/>
            </a:lvl1pPr>
          </a:lstStyle>
          <a:p>
            <a:fld id="{FABC47A4-756D-490B-A52F-7D9E2C9FC05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dissolve/>
      </p:transition>
    </mc:Choice>
    <mc:Fallback>
      <p:transition spd="slow" advTm="3000">
        <p:dissolve/>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rtlCol="0" anchor="ctr">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楷体" panose="02010609060101010101" charset="-122"/>
                <a:ea typeface="楷体" panose="02010609060101010101" charset="-122"/>
                <a:cs typeface="楷体" panose="02010609060101010101" charset="-122"/>
                <a:sym typeface="+mn-ea"/>
              </a:defRPr>
            </a:lvl1pPr>
          </a:lstStyle>
          <a:p>
            <a:pPr lvl="0"/>
            <a:r>
              <a:rPr lang="zh-CN" altLang="en-US" noProof="1">
                <a:sym typeface="+mn-ea"/>
              </a:rPr>
              <a:t>单击此处编辑母版标题样式</a:t>
            </a:r>
            <a:endParaRPr noProof="1">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latin typeface="楷体" panose="02010609060101010101" charset="-122"/>
                <a:ea typeface="楷体" panose="02010609060101010101" charset="-122"/>
              </a:defRPr>
            </a:lvl1pPr>
            <a:lvl2pPr indent="0" eaLnBrk="1" fontAlgn="auto" latinLnBrk="0" hangingPunct="1">
              <a:defRPr>
                <a:latin typeface="楷体" panose="02010609060101010101" charset="-122"/>
                <a:ea typeface="楷体" panose="02010609060101010101" charset="-122"/>
              </a:defRPr>
            </a:lvl2pPr>
            <a:lvl3pPr indent="0" eaLnBrk="1" fontAlgn="auto" latinLnBrk="0" hangingPunct="1">
              <a:defRPr>
                <a:latin typeface="楷体" panose="02010609060101010101" charset="-122"/>
                <a:ea typeface="楷体" panose="02010609060101010101" charset="-122"/>
              </a:defRPr>
            </a:lvl3pPr>
            <a:lvl4pPr indent="0" eaLnBrk="1" fontAlgn="auto" latinLnBrk="0" hangingPunct="1">
              <a:defRPr>
                <a:latin typeface="楷体" panose="02010609060101010101" charset="-122"/>
                <a:ea typeface="楷体" panose="02010609060101010101" charset="-122"/>
              </a:defRPr>
            </a:lvl4pPr>
            <a:lvl5pPr indent="0" eaLnBrk="1" fontAlgn="auto" latinLnBrk="0" hangingPunct="1">
              <a:defRPr>
                <a:latin typeface="楷体" panose="02010609060101010101" charset="-122"/>
                <a:ea typeface="楷体" panose="02010609060101010101"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custDataLst>
              <p:tags r:id="rId4"/>
            </p:custDataLst>
          </p:nvPr>
        </p:nvSpPr>
        <p:spPr/>
        <p:txBody>
          <a:bodyPr/>
          <a:lstStyle>
            <a:lvl1pP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dissolve/>
      </p:transition>
    </mc:Choice>
    <mc:Fallback>
      <p:transition spd="slow" advTm="3000">
        <p:dissolv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custDataLst>
              <p:tags r:id="rId2"/>
            </p:custDataLst>
          </p:nvPr>
        </p:nvSpPr>
        <p:spPr>
          <a:xfrm>
            <a:off x="669930" y="952508"/>
            <a:ext cx="10852237" cy="5388907"/>
          </a:xfrm>
        </p:spPr>
        <p:txBody>
          <a:bodyPr/>
          <a:lstStyle>
            <a:lvl1pPr>
              <a:defRPr/>
            </a:lvl1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3"/>
          <p:cNvSpPr>
            <a:spLocks noGrp="1"/>
          </p:cNvSpPr>
          <p:nvPr>
            <p:ph type="dt" sz="half" idx="14"/>
            <p:custDataLst>
              <p:tags r:id="rId3"/>
            </p:custDataLst>
          </p:nvPr>
        </p:nvSpPr>
        <p:spPr/>
        <p:txBody>
          <a:bodyPr/>
          <a:lstStyle>
            <a:lvl1pPr>
              <a:defRPr/>
            </a:lvl1pPr>
          </a:lstStyle>
          <a:p>
            <a:fld id="{760FBDFE-C587-4B4C-A407-44438C67B59E}" type="datetimeFigureOut">
              <a:rPr lang="zh-CN" altLang="en-US" smtClean="0"/>
            </a:fld>
            <a:endParaRPr lang="zh-CN" altLang="en-US"/>
          </a:p>
        </p:txBody>
      </p:sp>
      <p:sp>
        <p:nvSpPr>
          <p:cNvPr id="4" name="页脚占位符 4"/>
          <p:cNvSpPr>
            <a:spLocks noGrp="1"/>
          </p:cNvSpPr>
          <p:nvPr>
            <p:ph type="ftr" sz="quarter" idx="15"/>
            <p:custDataLst>
              <p:tags r:id="rId4"/>
            </p:custDataLst>
          </p:nvPr>
        </p:nvSpPr>
        <p:spPr/>
        <p:txBody>
          <a:bodyPr/>
          <a:lstStyle>
            <a:lvl1pPr>
              <a:defRPr/>
            </a:lvl1pPr>
          </a:lstStyle>
          <a:p>
            <a:endParaRPr lang="zh-CN" altLang="en-US"/>
          </a:p>
        </p:txBody>
      </p:sp>
      <p:sp>
        <p:nvSpPr>
          <p:cNvPr id="5" name="灯片编号占位符 5"/>
          <p:cNvSpPr>
            <a:spLocks noGrp="1"/>
          </p:cNvSpPr>
          <p:nvPr>
            <p:ph type="sldNum" sz="quarter" idx="16"/>
            <p:custDataLst>
              <p:tags r:id="rId5"/>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dissolve/>
      </p:transition>
    </mc:Choice>
    <mc:Fallback>
      <p:transition spd="slow" advTm="3000">
        <p:dissolv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任意多边形: 形状 2"/>
          <p:cNvSpPr/>
          <p:nvPr>
            <p:custDataLst>
              <p:tags r:id="rId2"/>
            </p:custDataLst>
          </p:nvPr>
        </p:nvSpPr>
        <p:spPr>
          <a:xfrm>
            <a:off x="11123613" y="-7938"/>
            <a:ext cx="1068387" cy="1052513"/>
          </a:xfrm>
          <a:custGeom>
            <a:avLst/>
            <a:gdLst>
              <a:gd name="connsiteX0" fmla="*/ 65352 w 1068729"/>
              <a:gd name="connsiteY0" fmla="*/ 0 h 1052118"/>
              <a:gd name="connsiteX1" fmla="*/ 1068729 w 1068729"/>
              <a:gd name="connsiteY1" fmla="*/ 0 h 1052118"/>
              <a:gd name="connsiteX2" fmla="*/ 1068729 w 1068729"/>
              <a:gd name="connsiteY2" fmla="*/ 977750 h 1052118"/>
              <a:gd name="connsiteX3" fmla="*/ 1040113 w 1068729"/>
              <a:gd name="connsiteY3" fmla="*/ 993283 h 1052118"/>
              <a:gd name="connsiteX4" fmla="*/ 748689 w 1068729"/>
              <a:gd name="connsiteY4" fmla="*/ 1052118 h 1052118"/>
              <a:gd name="connsiteX5" fmla="*/ 0 w 1068729"/>
              <a:gd name="connsiteY5" fmla="*/ 303429 h 1052118"/>
              <a:gd name="connsiteX6" fmla="*/ 58836 w 1068729"/>
              <a:gd name="connsiteY6" fmla="*/ 12005 h 1052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8729" h="1052118">
                <a:moveTo>
                  <a:pt x="65352" y="0"/>
                </a:moveTo>
                <a:lnTo>
                  <a:pt x="1068729" y="0"/>
                </a:lnTo>
                <a:lnTo>
                  <a:pt x="1068729" y="977750"/>
                </a:lnTo>
                <a:lnTo>
                  <a:pt x="1040113" y="993283"/>
                </a:lnTo>
                <a:cubicBezTo>
                  <a:pt x="950541" y="1031168"/>
                  <a:pt x="852062" y="1052118"/>
                  <a:pt x="748689" y="1052118"/>
                </a:cubicBezTo>
                <a:cubicBezTo>
                  <a:pt x="335199" y="1052118"/>
                  <a:pt x="0" y="716919"/>
                  <a:pt x="0" y="303429"/>
                </a:cubicBezTo>
                <a:cubicBezTo>
                  <a:pt x="0" y="200056"/>
                  <a:pt x="20950" y="101577"/>
                  <a:pt x="58836" y="12005"/>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楷体" panose="02010609060101010101" charset="-122"/>
              <a:cs typeface="楷体" panose="02010609060101010101" charset="-122"/>
            </a:endParaRPr>
          </a:p>
        </p:txBody>
      </p:sp>
      <p:sp>
        <p:nvSpPr>
          <p:cNvPr id="4" name="椭圆 3"/>
          <p:cNvSpPr/>
          <p:nvPr>
            <p:custDataLst>
              <p:tags r:id="rId3"/>
            </p:custDataLst>
          </p:nvPr>
        </p:nvSpPr>
        <p:spPr>
          <a:xfrm>
            <a:off x="1481138" y="1231812"/>
            <a:ext cx="1497012" cy="14986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楷体" panose="02010609060101010101" charset="-122"/>
              <a:cs typeface="楷体" panose="02010609060101010101" charset="-122"/>
            </a:endParaRPr>
          </a:p>
        </p:txBody>
      </p:sp>
      <p:sp>
        <p:nvSpPr>
          <p:cNvPr id="5" name="任意多边形: 形状 4"/>
          <p:cNvSpPr/>
          <p:nvPr>
            <p:custDataLst>
              <p:tags r:id="rId4"/>
            </p:custDataLst>
          </p:nvPr>
        </p:nvSpPr>
        <p:spPr>
          <a:xfrm>
            <a:off x="8089900" y="-7938"/>
            <a:ext cx="1047750" cy="420688"/>
          </a:xfrm>
          <a:custGeom>
            <a:avLst/>
            <a:gdLst>
              <a:gd name="connsiteX0" fmla="*/ 0 w 1458561"/>
              <a:gd name="connsiteY0" fmla="*/ 0 h 584280"/>
              <a:gd name="connsiteX1" fmla="*/ 1458561 w 1458561"/>
              <a:gd name="connsiteY1" fmla="*/ 0 h 584280"/>
              <a:gd name="connsiteX2" fmla="*/ 1419134 w 1458561"/>
              <a:gd name="connsiteY2" fmla="*/ 127015 h 584280"/>
              <a:gd name="connsiteX3" fmla="*/ 729281 w 1458561"/>
              <a:gd name="connsiteY3" fmla="*/ 584280 h 584280"/>
              <a:gd name="connsiteX4" fmla="*/ 39427 w 1458561"/>
              <a:gd name="connsiteY4" fmla="*/ 127015 h 584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561" h="584280">
                <a:moveTo>
                  <a:pt x="0" y="0"/>
                </a:moveTo>
                <a:lnTo>
                  <a:pt x="1458561" y="0"/>
                </a:lnTo>
                <a:lnTo>
                  <a:pt x="1419134" y="127015"/>
                </a:lnTo>
                <a:cubicBezTo>
                  <a:pt x="1305477" y="395731"/>
                  <a:pt x="1039398" y="584280"/>
                  <a:pt x="729281" y="584280"/>
                </a:cubicBezTo>
                <a:cubicBezTo>
                  <a:pt x="419163" y="584280"/>
                  <a:pt x="153084" y="395731"/>
                  <a:pt x="39427" y="12701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楷体" panose="02010609060101010101" charset="-122"/>
              <a:cs typeface="楷体" panose="02010609060101010101" charset="-122"/>
            </a:endParaRPr>
          </a:p>
        </p:txBody>
      </p:sp>
      <p:sp>
        <p:nvSpPr>
          <p:cNvPr id="6" name="任意多边形: 形状 5"/>
          <p:cNvSpPr/>
          <p:nvPr>
            <p:custDataLst>
              <p:tags r:id="rId5"/>
            </p:custDataLst>
          </p:nvPr>
        </p:nvSpPr>
        <p:spPr>
          <a:xfrm>
            <a:off x="4592638" y="5781675"/>
            <a:ext cx="2116137" cy="1087438"/>
          </a:xfrm>
          <a:custGeom>
            <a:avLst/>
            <a:gdLst>
              <a:gd name="connsiteX0" fmla="*/ 1058486 w 2116971"/>
              <a:gd name="connsiteY0" fmla="*/ 0 h 1086707"/>
              <a:gd name="connsiteX1" fmla="*/ 2116971 w 2116971"/>
              <a:gd name="connsiteY1" fmla="*/ 1058486 h 1086707"/>
              <a:gd name="connsiteX2" fmla="*/ 2114126 w 2116971"/>
              <a:gd name="connsiteY2" fmla="*/ 1086707 h 1086707"/>
              <a:gd name="connsiteX3" fmla="*/ 2845 w 2116971"/>
              <a:gd name="connsiteY3" fmla="*/ 1086707 h 1086707"/>
              <a:gd name="connsiteX4" fmla="*/ 0 w 2116971"/>
              <a:gd name="connsiteY4" fmla="*/ 1058486 h 1086707"/>
              <a:gd name="connsiteX5" fmla="*/ 1058486 w 2116971"/>
              <a:gd name="connsiteY5" fmla="*/ 0 h 108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6971" h="1086707">
                <a:moveTo>
                  <a:pt x="1058486" y="0"/>
                </a:moveTo>
                <a:cubicBezTo>
                  <a:pt x="1643071" y="0"/>
                  <a:pt x="2116971" y="473900"/>
                  <a:pt x="2116971" y="1058486"/>
                </a:cubicBezTo>
                <a:lnTo>
                  <a:pt x="2114126" y="1086707"/>
                </a:lnTo>
                <a:lnTo>
                  <a:pt x="2845" y="1086707"/>
                </a:lnTo>
                <a:lnTo>
                  <a:pt x="0" y="1058486"/>
                </a:lnTo>
                <a:cubicBezTo>
                  <a:pt x="0" y="473900"/>
                  <a:pt x="473899" y="0"/>
                  <a:pt x="105848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楷体" panose="02010609060101010101" charset="-122"/>
              <a:cs typeface="楷体" panose="02010609060101010101" charset="-122"/>
            </a:endParaRPr>
          </a:p>
        </p:txBody>
      </p:sp>
      <p:sp>
        <p:nvSpPr>
          <p:cNvPr id="7" name="任意多边形: 形状 6"/>
          <p:cNvSpPr/>
          <p:nvPr>
            <p:custDataLst>
              <p:tags r:id="rId6"/>
            </p:custDataLst>
          </p:nvPr>
        </p:nvSpPr>
        <p:spPr>
          <a:xfrm>
            <a:off x="10945813" y="6275388"/>
            <a:ext cx="1036637" cy="593725"/>
          </a:xfrm>
          <a:custGeom>
            <a:avLst/>
            <a:gdLst>
              <a:gd name="connsiteX0" fmla="*/ 517890 w 1035780"/>
              <a:gd name="connsiteY0" fmla="*/ 0 h 593238"/>
              <a:gd name="connsiteX1" fmla="*/ 1035780 w 1035780"/>
              <a:gd name="connsiteY1" fmla="*/ 517890 h 593238"/>
              <a:gd name="connsiteX2" fmla="*/ 1028184 w 1035780"/>
              <a:gd name="connsiteY2" fmla="*/ 593238 h 593238"/>
              <a:gd name="connsiteX3" fmla="*/ 7596 w 1035780"/>
              <a:gd name="connsiteY3" fmla="*/ 593238 h 593238"/>
              <a:gd name="connsiteX4" fmla="*/ 0 w 1035780"/>
              <a:gd name="connsiteY4" fmla="*/ 517890 h 593238"/>
              <a:gd name="connsiteX5" fmla="*/ 517890 w 1035780"/>
              <a:gd name="connsiteY5" fmla="*/ 0 h 593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5780" h="593238">
                <a:moveTo>
                  <a:pt x="517890" y="0"/>
                </a:moveTo>
                <a:cubicBezTo>
                  <a:pt x="803913" y="0"/>
                  <a:pt x="1035780" y="231867"/>
                  <a:pt x="1035780" y="517890"/>
                </a:cubicBezTo>
                <a:lnTo>
                  <a:pt x="1028184" y="593238"/>
                </a:lnTo>
                <a:lnTo>
                  <a:pt x="7596" y="593238"/>
                </a:lnTo>
                <a:lnTo>
                  <a:pt x="0" y="517890"/>
                </a:lnTo>
                <a:cubicBezTo>
                  <a:pt x="0" y="231867"/>
                  <a:pt x="231867" y="0"/>
                  <a:pt x="51789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楷体" panose="02010609060101010101" charset="-122"/>
              <a:cs typeface="楷体" panose="02010609060101010101" charset="-122"/>
            </a:endParaRPr>
          </a:p>
        </p:txBody>
      </p:sp>
      <p:sp>
        <p:nvSpPr>
          <p:cNvPr id="8" name="任意多边形: 形状 7"/>
          <p:cNvSpPr/>
          <p:nvPr>
            <p:custDataLst>
              <p:tags r:id="rId7"/>
            </p:custDataLst>
          </p:nvPr>
        </p:nvSpPr>
        <p:spPr>
          <a:xfrm>
            <a:off x="-19050" y="6184900"/>
            <a:ext cx="787400" cy="673100"/>
          </a:xfrm>
          <a:custGeom>
            <a:avLst/>
            <a:gdLst>
              <a:gd name="connsiteX0" fmla="*/ 269296 w 787186"/>
              <a:gd name="connsiteY0" fmla="*/ 0 h 673570"/>
              <a:gd name="connsiteX1" fmla="*/ 787186 w 787186"/>
              <a:gd name="connsiteY1" fmla="*/ 517890 h 673570"/>
              <a:gd name="connsiteX2" fmla="*/ 776665 w 787186"/>
              <a:gd name="connsiteY2" fmla="*/ 622263 h 673570"/>
              <a:gd name="connsiteX3" fmla="*/ 760738 w 787186"/>
              <a:gd name="connsiteY3" fmla="*/ 673570 h 673570"/>
              <a:gd name="connsiteX4" fmla="*/ 0 w 787186"/>
              <a:gd name="connsiteY4" fmla="*/ 673570 h 673570"/>
              <a:gd name="connsiteX5" fmla="*/ 0 w 787186"/>
              <a:gd name="connsiteY5" fmla="*/ 77450 h 673570"/>
              <a:gd name="connsiteX6" fmla="*/ 67710 w 787186"/>
              <a:gd name="connsiteY6" fmla="*/ 40699 h 673570"/>
              <a:gd name="connsiteX7" fmla="*/ 269296 w 787186"/>
              <a:gd name="connsiteY7" fmla="*/ 0 h 67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7186" h="673570">
                <a:moveTo>
                  <a:pt x="269296" y="0"/>
                </a:moveTo>
                <a:cubicBezTo>
                  <a:pt x="555319" y="0"/>
                  <a:pt x="787186" y="231867"/>
                  <a:pt x="787186" y="517890"/>
                </a:cubicBezTo>
                <a:cubicBezTo>
                  <a:pt x="787186" y="553643"/>
                  <a:pt x="783563" y="588550"/>
                  <a:pt x="776665" y="622263"/>
                </a:cubicBezTo>
                <a:lnTo>
                  <a:pt x="760738" y="673570"/>
                </a:lnTo>
                <a:lnTo>
                  <a:pt x="0" y="673570"/>
                </a:lnTo>
                <a:lnTo>
                  <a:pt x="0" y="77450"/>
                </a:lnTo>
                <a:lnTo>
                  <a:pt x="67710" y="40699"/>
                </a:lnTo>
                <a:cubicBezTo>
                  <a:pt x="129669" y="14492"/>
                  <a:pt x="197790" y="0"/>
                  <a:pt x="269296"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楷体" panose="02010609060101010101" charset="-122"/>
              <a:cs typeface="楷体" panose="02010609060101010101" charset="-122"/>
            </a:endParaRPr>
          </a:p>
        </p:txBody>
      </p:sp>
      <p:sp>
        <p:nvSpPr>
          <p:cNvPr id="9" name="KSO_Shape"/>
          <p:cNvSpPr/>
          <p:nvPr>
            <p:custDataLst>
              <p:tags r:id="rId8"/>
            </p:custDataLst>
          </p:nvPr>
        </p:nvSpPr>
        <p:spPr>
          <a:xfrm rot="10154805">
            <a:off x="9918700" y="4903788"/>
            <a:ext cx="314325" cy="276225"/>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a:solidFill>
                <a:srgbClr val="FFFFFF"/>
              </a:solidFill>
              <a:latin typeface="楷体" panose="02010609060101010101" charset="-122"/>
              <a:cs typeface="Arial" panose="020B0604020202020204" pitchFamily="34" charset="0"/>
            </a:endParaRPr>
          </a:p>
        </p:txBody>
      </p:sp>
      <p:sp>
        <p:nvSpPr>
          <p:cNvPr id="10" name="KSO_Shape"/>
          <p:cNvSpPr/>
          <p:nvPr>
            <p:custDataLst>
              <p:tags r:id="rId9"/>
            </p:custDataLst>
          </p:nvPr>
        </p:nvSpPr>
        <p:spPr>
          <a:xfrm rot="10154805">
            <a:off x="8273266" y="2335838"/>
            <a:ext cx="314325" cy="276225"/>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dirty="0">
              <a:solidFill>
                <a:srgbClr val="FFFFFF"/>
              </a:solidFill>
              <a:latin typeface="楷体" panose="02010609060101010101" charset="-122"/>
              <a:cs typeface="Arial" panose="020B0604020202020204" pitchFamily="34" charset="0"/>
            </a:endParaRPr>
          </a:p>
        </p:txBody>
      </p:sp>
      <p:sp>
        <p:nvSpPr>
          <p:cNvPr id="11" name="KSO_Shape"/>
          <p:cNvSpPr/>
          <p:nvPr>
            <p:custDataLst>
              <p:tags r:id="rId10"/>
            </p:custDataLst>
          </p:nvPr>
        </p:nvSpPr>
        <p:spPr>
          <a:xfrm rot="13326744">
            <a:off x="1309688" y="4641850"/>
            <a:ext cx="628650" cy="554038"/>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dirty="0">
              <a:solidFill>
                <a:srgbClr val="FFFFFF"/>
              </a:solidFill>
              <a:latin typeface="楷体" panose="02010609060101010101" charset="-122"/>
              <a:cs typeface="Arial" panose="020B0604020202020204" pitchFamily="34" charset="0"/>
            </a:endParaRPr>
          </a:p>
        </p:txBody>
      </p:sp>
      <p:sp>
        <p:nvSpPr>
          <p:cNvPr id="12" name="KSO_Shape"/>
          <p:cNvSpPr/>
          <p:nvPr>
            <p:custDataLst>
              <p:tags r:id="rId11"/>
            </p:custDataLst>
          </p:nvPr>
        </p:nvSpPr>
        <p:spPr>
          <a:xfrm rot="6300000">
            <a:off x="5813425" y="893763"/>
            <a:ext cx="563563" cy="496887"/>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dirty="0">
              <a:solidFill>
                <a:srgbClr val="FFFFFF"/>
              </a:solidFill>
              <a:latin typeface="楷体" panose="02010609060101010101" charset="-122"/>
              <a:cs typeface="Arial" panose="020B0604020202020204" pitchFamily="34" charset="0"/>
            </a:endParaRPr>
          </a:p>
        </p:txBody>
      </p:sp>
      <p:sp>
        <p:nvSpPr>
          <p:cNvPr id="2" name="标题 1"/>
          <p:cNvSpPr>
            <a:spLocks noGrp="1"/>
          </p:cNvSpPr>
          <p:nvPr>
            <p:ph type="title" hasCustomPrompt="1"/>
            <p:custDataLst>
              <p:tags r:id="rId12"/>
            </p:custDataLst>
          </p:nvPr>
        </p:nvSpPr>
        <p:spPr>
          <a:xfrm>
            <a:off x="1936564" y="2842161"/>
            <a:ext cx="8318872" cy="1173679"/>
          </a:xfrm>
        </p:spPr>
        <p:txBody>
          <a:bodyPr rIns="25400" rtlCol="0">
            <a:noAutofit/>
          </a:bodyPr>
          <a:lstStyle>
            <a:lvl1pPr marL="0" marR="0" algn="ctr" defTabSz="914400" rtl="0" eaLnBrk="1" fontAlgn="auto" latinLnBrk="0" hangingPunct="1">
              <a:lnSpc>
                <a:spcPct val="100000"/>
              </a:lnSpc>
              <a:buNone/>
              <a:defRPr kumimoji="0" lang="zh-CN" altLang="en-US" sz="8000" b="1" i="0" u="none" strike="noStrike" kern="1200" cap="none" spc="600" normalizeH="0" baseline="0" noProof="1" dirty="0">
                <a:solidFill>
                  <a:schemeClr val="accent5"/>
                </a:solidFill>
                <a:uFillTx/>
                <a:latin typeface="楷体" panose="02010609060101010101" charset="-122"/>
                <a:ea typeface="楷体" panose="02010609060101010101" charset="-122"/>
                <a:cs typeface="楷体" panose="02010609060101010101" charset="-122"/>
                <a:sym typeface="+mn-ea"/>
              </a:defRPr>
            </a:lvl1pPr>
          </a:lstStyle>
          <a:p>
            <a:pPr lvl="0"/>
            <a:r>
              <a:rPr lang="zh-CN" altLang="en-US" noProof="1">
                <a:sym typeface="+mn-ea"/>
              </a:rPr>
              <a:t>编版标题</a:t>
            </a:r>
            <a:endParaRPr noProof="1">
              <a:sym typeface="+mn-ea"/>
            </a:endParaRPr>
          </a:p>
        </p:txBody>
      </p:sp>
      <p:sp>
        <p:nvSpPr>
          <p:cNvPr id="13" name="日期占位符 2"/>
          <p:cNvSpPr>
            <a:spLocks noGrp="1"/>
          </p:cNvSpPr>
          <p:nvPr>
            <p:ph type="dt" sz="half" idx="10"/>
            <p:custDataLst>
              <p:tags r:id="rId13"/>
            </p:custDataLst>
          </p:nvPr>
        </p:nvSpPr>
        <p:spPr/>
        <p:txBody>
          <a:bodyPr/>
          <a:lstStyle>
            <a:lvl1pPr>
              <a:defRPr>
                <a:latin typeface="楷体" panose="02010609060101010101" charset="-122"/>
                <a:ea typeface="楷体" panose="02010609060101010101" charset="-122"/>
                <a:cs typeface="楷体" panose="02010609060101010101" charset="-122"/>
              </a:defRPr>
            </a:lvl1pPr>
          </a:lstStyle>
          <a:p>
            <a:pPr>
              <a:defRPr/>
            </a:pPr>
            <a:endParaRPr lang="zh-CN" altLang="en-US"/>
          </a:p>
        </p:txBody>
      </p:sp>
      <p:sp>
        <p:nvSpPr>
          <p:cNvPr id="14" name="页脚占位符 3"/>
          <p:cNvSpPr>
            <a:spLocks noGrp="1"/>
          </p:cNvSpPr>
          <p:nvPr>
            <p:ph type="ftr" sz="quarter" idx="11"/>
            <p:custDataLst>
              <p:tags r:id="rId14"/>
            </p:custDataLst>
          </p:nvPr>
        </p:nvSpPr>
        <p:spPr/>
        <p:txBody>
          <a:bodyPr/>
          <a:lstStyle>
            <a:lvl1pPr>
              <a:defRPr>
                <a:latin typeface="楷体" panose="02010609060101010101" charset="-122"/>
                <a:ea typeface="楷体" panose="02010609060101010101" charset="-122"/>
                <a:cs typeface="楷体" panose="02010609060101010101" charset="-122"/>
              </a:defRPr>
            </a:lvl1pPr>
          </a:lstStyle>
          <a:p>
            <a:pPr>
              <a:defRPr/>
            </a:pPr>
            <a:endParaRPr lang="zh-CN" altLang="en-US"/>
          </a:p>
        </p:txBody>
      </p:sp>
      <p:sp>
        <p:nvSpPr>
          <p:cNvPr id="15" name="灯片编号占位符 4"/>
          <p:cNvSpPr>
            <a:spLocks noGrp="1"/>
          </p:cNvSpPr>
          <p:nvPr>
            <p:ph type="sldNum" sz="quarter" idx="12"/>
            <p:custDataLst>
              <p:tags r:id="rId15"/>
            </p:custDataLst>
          </p:nvPr>
        </p:nvSpPr>
        <p:spPr/>
        <p:txBody>
          <a:bodyPr/>
          <a:lstStyle>
            <a:lvl1pPr>
              <a:defRPr/>
            </a:lvl1pPr>
          </a:lstStyle>
          <a:p>
            <a:pPr>
              <a:defRPr/>
            </a:pPr>
            <a:fld id="{5F28921A-3659-40E6-BF05-B007AA185C5C}"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dissolve/>
      </p:transition>
    </mc:Choice>
    <mc:Fallback>
      <p:transition spd="slow" advTm="3000">
        <p:dissolve/>
      </p:transition>
    </mc:Fallback>
  </mc:AlternateContent>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97.xml"/><Relationship Id="rId16" Type="http://schemas.openxmlformats.org/officeDocument/2006/relationships/tags" Target="../tags/tag96.xml"/><Relationship Id="rId15" Type="http://schemas.openxmlformats.org/officeDocument/2006/relationships/tags" Target="../tags/tag95.xml"/><Relationship Id="rId14" Type="http://schemas.openxmlformats.org/officeDocument/2006/relationships/tags" Target="../tags/tag94.xml"/><Relationship Id="rId13" Type="http://schemas.openxmlformats.org/officeDocument/2006/relationships/tags" Target="../tags/tag93.xml"/><Relationship Id="rId12" Type="http://schemas.openxmlformats.org/officeDocument/2006/relationships/tags" Target="../tags/tag9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custDataLst>
              <p:tags r:id="rId12"/>
            </p:custDataLst>
          </p:nvPr>
        </p:nvSpPr>
        <p:spPr bwMode="auto">
          <a:xfrm>
            <a:off x="669925" y="442913"/>
            <a:ext cx="1085215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38100" rIns="76200" bIns="38100" numCol="1" anchor="t"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9"/>
            <p:custDataLst>
              <p:tags r:id="rId13"/>
            </p:custDataLst>
          </p:nvPr>
        </p:nvSpPr>
        <p:spPr bwMode="auto">
          <a:xfrm>
            <a:off x="669925" y="952500"/>
            <a:ext cx="10852150" cy="538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0" rIns="8255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4"/>
            </p:custDataLst>
          </p:nvPr>
        </p:nvSpPr>
        <p:spPr>
          <a:xfrm>
            <a:off x="879475" y="6350000"/>
            <a:ext cx="2700338" cy="315913"/>
          </a:xfrm>
          <a:prstGeom prst="rect">
            <a:avLst/>
          </a:prstGeom>
        </p:spPr>
        <p:txBody>
          <a:bodyPr vert="horz" lIns="91440" tIns="45720" rIns="91440" bIns="45720" rtlCol="0" anchor="ctr">
            <a:normAutofit/>
          </a:bodyPr>
          <a:lstStyle>
            <a:lvl1pPr algn="l">
              <a:buFontTx/>
              <a:buNone/>
              <a:defRPr sz="1200">
                <a:solidFill>
                  <a:schemeClr val="tx1">
                    <a:tint val="75000"/>
                  </a:schemeClr>
                </a:solidFill>
                <a:latin typeface="楷体" panose="02010609060101010101" charset="-122"/>
                <a:ea typeface="楷体" panose="02010609060101010101" charset="-122"/>
                <a:cs typeface="楷体" panose="02010609060101010101"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388" y="6350000"/>
            <a:ext cx="3959225" cy="315913"/>
          </a:xfrm>
          <a:prstGeom prst="rect">
            <a:avLst/>
          </a:prstGeom>
        </p:spPr>
        <p:txBody>
          <a:bodyPr vert="horz" lIns="91440" tIns="45720" rIns="91440" bIns="45720" rtlCol="0" anchor="ctr">
            <a:normAutofit/>
          </a:bodyPr>
          <a:lstStyle>
            <a:lvl1pPr algn="ctr">
              <a:buFontTx/>
              <a:buNone/>
              <a:defRPr sz="1200" dirty="0">
                <a:solidFill>
                  <a:schemeClr val="tx1">
                    <a:tint val="75000"/>
                  </a:schemeClr>
                </a:solidFill>
                <a:latin typeface="楷体" panose="02010609060101010101" charset="-122"/>
                <a:ea typeface="楷体" panose="02010609060101010101" charset="-122"/>
                <a:cs typeface="楷体" panose="02010609060101010101"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610600" y="6350000"/>
            <a:ext cx="2700338" cy="315913"/>
          </a:xfrm>
          <a:prstGeom prst="rect">
            <a:avLst/>
          </a:prstGeom>
        </p:spPr>
        <p:txBody>
          <a:bodyPr vert="horz" lIns="91440" tIns="45720" rIns="91440" bIns="45720" rtlCol="0" anchor="ctr">
            <a:normAutofit/>
          </a:bodyPr>
          <a:lstStyle>
            <a:lvl1pPr algn="r">
              <a:buFontTx/>
              <a:buNone/>
              <a:defRPr sz="1200" smtClean="0">
                <a:solidFill>
                  <a:schemeClr val="tx1">
                    <a:tint val="75000"/>
                  </a:schemeClr>
                </a:solidFill>
                <a:latin typeface="楷体" panose="02010609060101010101" charset="-122"/>
                <a:ea typeface="楷体" panose="02010609060101010101" charset="-122"/>
                <a:cs typeface="楷体" panose="02010609060101010101" charset="-122"/>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500" advTm="3000">
        <p:dissolve/>
      </p:transition>
    </mc:Choice>
    <mc:Fallback>
      <p:transition spd="slow" advTm="3000">
        <p:dissolve/>
      </p:transition>
    </mc:Fallback>
  </mc:AlternateContent>
  <p:hf sldNum="0" hdr="0" ftr="0" dt="0"/>
  <p:txStyles>
    <p:titleStyle>
      <a:lvl1pPr algn="l" rtl="0" eaLnBrk="1" fontAlgn="base" hangingPunct="1">
        <a:spcBef>
          <a:spcPct val="0"/>
        </a:spcBef>
        <a:spcAft>
          <a:spcPct val="0"/>
        </a:spcAft>
        <a:defRPr sz="2400" b="1" kern="1200" spc="200">
          <a:solidFill>
            <a:schemeClr val="tx1"/>
          </a:solidFill>
          <a:latin typeface="楷体" panose="02010609060101010101" charset="-122"/>
          <a:ea typeface="楷体" panose="02010609060101010101" charset="-122"/>
          <a:cs typeface="楷体" panose="02010609060101010101" charset="-122"/>
        </a:defRPr>
      </a:lvl1pPr>
      <a:lvl2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2pPr>
      <a:lvl3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3pPr>
      <a:lvl4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4pPr>
      <a:lvl5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6pPr>
      <a:lvl7pPr marL="9144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7pPr>
      <a:lvl8pPr marL="13716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8pPr>
      <a:lvl9pPr marL="18288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9pPr>
    </p:titleStyle>
    <p:bodyStyle>
      <a:lvl1pPr marL="228600" indent="-228600" algn="l" rtl="0" eaLnBrk="1" fontAlgn="base" hangingPunct="1">
        <a:lnSpc>
          <a:spcPct val="130000"/>
        </a:lnSpc>
        <a:spcBef>
          <a:spcPct val="0"/>
        </a:spcBef>
        <a:spcAft>
          <a:spcPts val="1000"/>
        </a:spcAft>
        <a:buFont typeface="Arial" panose="020B0604020202020204" pitchFamily="34" charset="0"/>
        <a:buChar char="•"/>
        <a:defRPr sz="1600" kern="1200" spc="150">
          <a:solidFill>
            <a:schemeClr val="tx1"/>
          </a:solidFill>
          <a:latin typeface="楷体" panose="02010609060101010101" charset="-122"/>
          <a:ea typeface="楷体" panose="02010609060101010101" charset="-122"/>
          <a:cs typeface="楷体" panose="02010609060101010101" charset="-122"/>
        </a:defRPr>
      </a:lvl1pPr>
      <a:lvl2pPr marL="6858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楷体" panose="02010609060101010101" charset="-122"/>
          <a:ea typeface="楷体" panose="02010609060101010101" charset="-122"/>
          <a:cs typeface="楷体" panose="02010609060101010101" charset="-122"/>
        </a:defRPr>
      </a:lvl2pPr>
      <a:lvl3pPr marL="11430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楷体" panose="02010609060101010101" charset="-122"/>
          <a:ea typeface="楷体" panose="02010609060101010101" charset="-122"/>
          <a:cs typeface="楷体" panose="02010609060101010101" charset="-122"/>
        </a:defRPr>
      </a:lvl3pPr>
      <a:lvl4pPr marL="16002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楷体" panose="02010609060101010101" charset="-122"/>
          <a:ea typeface="楷体" panose="02010609060101010101" charset="-122"/>
          <a:cs typeface="楷体" panose="02010609060101010101" charset="-122"/>
        </a:defRPr>
      </a:lvl4pPr>
      <a:lvl5pPr marL="20574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楷体" panose="02010609060101010101" charset="-122"/>
          <a:ea typeface="楷体" panose="02010609060101010101" charset="-122"/>
          <a:cs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99.xml"/><Relationship Id="rId1" Type="http://schemas.openxmlformats.org/officeDocument/2006/relationships/tags" Target="../tags/tag98.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0.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2.xml"/><Relationship Id="rId2" Type="http://schemas.openxmlformats.org/officeDocument/2006/relationships/image" Target="../media/image3.png"/><Relationship Id="rId1" Type="http://schemas.openxmlformats.org/officeDocument/2006/relationships/tags" Target="../tags/tag10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03.xml"/><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noAutofit/>
          </a:bodyPr>
          <a:p>
            <a:pPr algn="l"/>
            <a:r>
              <a:rPr lang="zh-CN" altLang="en-US" sz="8000">
                <a:effectLst>
                  <a:outerShdw blurRad="38100" dist="38100" dir="2700000" algn="tl">
                    <a:srgbClr val="000000">
                      <a:alpha val="43137"/>
                    </a:srgbClr>
                  </a:outerShdw>
                </a:effectLst>
              </a:rPr>
              <a:t>东岳泰山</a:t>
            </a:r>
            <a:endParaRPr lang="zh-CN" altLang="en-US" sz="8000">
              <a:effectLst>
                <a:outerShdw blurRad="38100" dist="38100" dir="2700000" algn="tl">
                  <a:srgbClr val="000000">
                    <a:alpha val="43137"/>
                  </a:srgbClr>
                </a:outerShdw>
              </a:effectLst>
            </a:endParaRPr>
          </a:p>
        </p:txBody>
      </p:sp>
      <p:sp>
        <p:nvSpPr>
          <p:cNvPr id="3" name="副标题 2"/>
          <p:cNvSpPr>
            <a:spLocks noGrp="1"/>
          </p:cNvSpPr>
          <p:nvPr>
            <p:ph type="subTitle" idx="1"/>
            <p:custDataLst>
              <p:tags r:id="rId1"/>
            </p:custDataLst>
          </p:nvPr>
        </p:nvSpPr>
        <p:spPr/>
        <p:txBody>
          <a:bodyPr/>
          <a:p>
            <a:pPr algn="r"/>
            <a:r>
              <a:rPr lang="zh-CN" altLang="en-US"/>
              <a:t>泰山之雄伟，凌云之志，壮志凌云</a:t>
            </a:r>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advTm="3000">
        <p:dissolve/>
      </p:transition>
    </mc:Choice>
    <mc:Fallback>
      <p:transition spd="slow" advTm="3000">
        <p:dissolv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p:pic>
        <p:nvPicPr>
          <p:cNvPr id="4" name="图片 3"/>
          <p:cNvPicPr>
            <a:picLocks noChangeAspect="1"/>
          </p:cNvPicPr>
          <p:nvPr/>
        </p:nvPicPr>
        <p:blipFill>
          <a:blip r:embed="rId1"/>
          <a:stretch>
            <a:fillRect/>
          </a:stretch>
        </p:blipFill>
        <p:spPr>
          <a:xfrm>
            <a:off x="889200" y="2008800"/>
            <a:ext cx="1924050" cy="3743325"/>
          </a:xfrm>
          <a:prstGeom prst="rect">
            <a:avLst/>
          </a:prstGeom>
        </p:spPr>
      </p:pic>
      <p:sp>
        <p:nvSpPr>
          <p:cNvPr id="2" name="标题 1"/>
          <p:cNvSpPr>
            <a:spLocks noGrp="1"/>
          </p:cNvSpPr>
          <p:nvPr>
            <p:ph type="title"/>
          </p:nvPr>
        </p:nvSpPr>
        <p:spPr/>
        <p:txBody>
          <a:bodyPr/>
          <a:p>
            <a:r>
              <a:rPr lang="zh-CN" altLang="en-US">
                <a:sym typeface="+mn-ea"/>
              </a:rPr>
              <a:t>名称由来及别称</a:t>
            </a:r>
            <a:endParaRPr lang="zh-CN" altLang="en-US"/>
          </a:p>
        </p:txBody>
      </p:sp>
      <p:sp>
        <p:nvSpPr>
          <p:cNvPr id="3" name="内容占位符 2"/>
          <p:cNvSpPr>
            <a:spLocks noGrp="1"/>
          </p:cNvSpPr>
          <p:nvPr>
            <p:ph idx="1"/>
          </p:nvPr>
        </p:nvSpPr>
        <p:spPr>
          <a:xfrm>
            <a:off x="2813050" y="2008505"/>
            <a:ext cx="6692900" cy="3743325"/>
          </a:xfrm>
        </p:spPr>
        <p:txBody>
          <a:bodyPr/>
          <a:p>
            <a:pPr marL="0" indent="914400">
              <a:lnSpc>
                <a:spcPct val="200000"/>
              </a:lnSpc>
              <a:buNone/>
            </a:pPr>
            <a:r>
              <a:rPr lang="zh-CN" altLang="en-US">
                <a:sym typeface="+mn-ea"/>
              </a:rPr>
              <a:t>泰山因地处东方，是五岳之首，故被称为“东岳泰山”。在中国传统文化中，泰山被视为重要的象征之一，代表着稳定、高大和尊贵。</a:t>
            </a:r>
            <a:endParaRPr lang="zh-CN" altLang="en-US"/>
          </a:p>
          <a:p>
            <a:pPr marL="0" indent="914400">
              <a:lnSpc>
                <a:spcPct val="200000"/>
              </a:lnSpc>
              <a:buNone/>
            </a:pPr>
            <a:r>
              <a:rPr lang="zh-CN" altLang="en-US">
                <a:sym typeface="+mn-ea"/>
              </a:rPr>
              <a:t>泰山又称岱山、岱宗、岱岳、东岳、泰岱等。这些别称体现了泰山在中国文化中的重要地位和人们对它的崇敬之情。</a:t>
            </a:r>
            <a:endParaRPr lang="zh-CN" altLang="en-US"/>
          </a:p>
          <a:p>
            <a:pPr marL="0" indent="914400">
              <a:lnSpc>
                <a:spcPct val="200000"/>
              </a:lnSpc>
              <a:buNone/>
            </a:pPr>
            <a:endParaRPr lang="zh-CN" altLang="en-US"/>
          </a:p>
        </p:txBody>
      </p:sp>
      <p:pic>
        <p:nvPicPr>
          <p:cNvPr id="5" name="图片 4"/>
          <p:cNvPicPr>
            <a:picLocks noChangeAspect="1"/>
          </p:cNvPicPr>
          <p:nvPr/>
        </p:nvPicPr>
        <p:blipFill>
          <a:blip r:embed="rId2"/>
          <a:stretch>
            <a:fillRect/>
          </a:stretch>
        </p:blipFill>
        <p:spPr>
          <a:xfrm>
            <a:off x="9529200" y="295200"/>
            <a:ext cx="1971675" cy="3914775"/>
          </a:xfrm>
          <a:prstGeom prst="rect">
            <a:avLst/>
          </a:prstGeom>
        </p:spPr>
      </p:pic>
    </p:spTree>
    <p:custDataLst>
      <p:tags r:id="rId3"/>
    </p:custDataLst>
  </p:cSld>
  <p:clrMapOvr>
    <a:masterClrMapping/>
  </p:clrMapOvr>
  <mc:AlternateContent xmlns:mc="http://schemas.openxmlformats.org/markup-compatibility/2006">
    <mc:Choice xmlns:p14="http://schemas.microsoft.com/office/powerpoint/2010/main" Requires="p14">
      <p:transition spd="slow" p14:dur="1500" advTm="3000">
        <p:dissolve/>
      </p:transition>
    </mc:Choice>
    <mc:Fallback>
      <p:transition spd="slow" advTm="3000">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0" fill="hold"/>
                                        <p:tgtEl>
                                          <p:spTgt spid="4"/>
                                        </p:tgtEl>
                                        <p:attrNameLst>
                                          <p:attrName>ppt_x</p:attrName>
                                        </p:attrNameLst>
                                      </p:cBhvr>
                                      <p:tavLst>
                                        <p:tav tm="0" fmla="">
                                          <p:val>
                                            <p:strVal val="0-#ppt_w/2"/>
                                          </p:val>
                                        </p:tav>
                                        <p:tav tm="100000" fmla="">
                                          <p:val>
                                            <p:strVal val="#ppt_x"/>
                                          </p:val>
                                        </p:tav>
                                      </p:tavLst>
                                    </p:anim>
                                    <p:anim calcmode="lin" valueType="num">
                                      <p:cBhvr additive="base">
                                        <p:cTn id="8" dur="5000" fill="hold"/>
                                        <p:tgtEl>
                                          <p:spTgt spid="4"/>
                                        </p:tgtEl>
                                        <p:attrNameLst>
                                          <p:attrName>ppt_y</p:attrName>
                                        </p:attrNameLst>
                                      </p:cBhvr>
                                      <p:tavLst>
                                        <p:tav tm="0" fmla="">
                                          <p:val>
                                            <p:strVal val="#ppt_y"/>
                                          </p:val>
                                        </p:tav>
                                        <p:tav tm="100000" fmla="">
                                          <p:val>
                                            <p:strVal val="#ppt_y"/>
                                          </p:val>
                                        </p:tav>
                                      </p:tavLst>
                                    </p:anim>
                                  </p:childTnLst>
                                </p:cTn>
                              </p:par>
                              <p:par>
                                <p:cTn id="9" presetID="7" presetClass="entr" presetSubtype="2" fill="hold" nodeType="withEffect">
                                  <p:stCondLst>
                                    <p:cond delay="0"/>
                                  </p:stCondLst>
                                  <p:childTnLst>
                                    <p:set>
                                      <p:cBhvr>
                                        <p:cTn id="10" dur="3500" fill="hold">
                                          <p:stCondLst>
                                            <p:cond delay="0"/>
                                          </p:stCondLst>
                                        </p:cTn>
                                        <p:tgtEl>
                                          <p:spTgt spid="5"/>
                                        </p:tgtEl>
                                        <p:attrNameLst>
                                          <p:attrName>style.visibility</p:attrName>
                                        </p:attrNameLst>
                                      </p:cBhvr>
                                      <p:to>
                                        <p:strVal val="visible"/>
                                      </p:to>
                                    </p:set>
                                    <p:anim calcmode="lin" valueType="num">
                                      <p:cBhvr additive="base">
                                        <p:cTn id="11" dur="3500" fill="hold"/>
                                        <p:tgtEl>
                                          <p:spTgt spid="5"/>
                                        </p:tgtEl>
                                        <p:attrNameLst>
                                          <p:attrName>ppt_x</p:attrName>
                                        </p:attrNameLst>
                                      </p:cBhvr>
                                      <p:tavLst>
                                        <p:tav tm="0" fmla="">
                                          <p:val>
                                            <p:strVal val="1+#ppt_w/2"/>
                                          </p:val>
                                        </p:tav>
                                        <p:tav tm="100000" fmla="">
                                          <p:val>
                                            <p:strVal val="#ppt_x"/>
                                          </p:val>
                                        </p:tav>
                                      </p:tavLst>
                                    </p:anim>
                                    <p:anim calcmode="lin" valueType="num">
                                      <p:cBhvr additive="base">
                                        <p:cTn id="12" dur="3500" fill="hold"/>
                                        <p:tgtEl>
                                          <p:spTgt spid="5"/>
                                        </p:tgtEl>
                                        <p:attrNameLst>
                                          <p:attrName>ppt_y</p:attrName>
                                        </p:attrNameLst>
                                      </p:cBhvr>
                                      <p:tavLst>
                                        <p:tav tm="0" fmla="">
                                          <p:val>
                                            <p:strVal val="#ppt_y"/>
                                          </p:val>
                                        </p:tav>
                                        <p:tav tm="100000" fmla="">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p:sp>
        <p:nvSpPr>
          <p:cNvPr id="2" name="标题 1"/>
          <p:cNvSpPr>
            <a:spLocks noGrp="1"/>
          </p:cNvSpPr>
          <p:nvPr>
            <p:ph type="title"/>
          </p:nvPr>
        </p:nvSpPr>
        <p:spPr/>
        <p:txBody>
          <a:bodyPr/>
          <a:p>
            <a:r>
              <a:rPr lang="zh-CN" altLang="en-US">
                <a:sym typeface="+mn-ea"/>
              </a:rPr>
              <a:t>主峰玉皇顶</a:t>
            </a:r>
            <a:endParaRPr lang="zh-CN" altLang="en-US"/>
          </a:p>
        </p:txBody>
      </p:sp>
      <p:sp>
        <p:nvSpPr>
          <p:cNvPr id="3" name="内容占位符 2"/>
          <p:cNvSpPr>
            <a:spLocks noGrp="1"/>
          </p:cNvSpPr>
          <p:nvPr>
            <p:ph idx="1"/>
          </p:nvPr>
        </p:nvSpPr>
        <p:spPr>
          <a:xfrm>
            <a:off x="669925" y="1249045"/>
            <a:ext cx="6964045" cy="4340225"/>
          </a:xfrm>
        </p:spPr>
        <p:txBody>
          <a:bodyPr/>
          <a:p>
            <a:pPr marL="0" indent="914400">
              <a:lnSpc>
                <a:spcPct val="200000"/>
              </a:lnSpc>
              <a:buNone/>
            </a:pPr>
            <a:r>
              <a:rPr lang="zh-CN" altLang="en-US"/>
              <a:t>玉皇顶地势险要，山势雄伟壮观，是观赏泰山日出、云海等自然景观的最佳地点之一。同时，这里还有众多的人文景观，如玉皇殿、望人松等，具有深厚的历史文化底蕴。</a:t>
            </a:r>
            <a:endParaRPr lang="zh-CN" altLang="en-US"/>
          </a:p>
          <a:p>
            <a:pPr marL="0" indent="914400">
              <a:lnSpc>
                <a:spcPct val="200000"/>
              </a:lnSpc>
              <a:buNone/>
            </a:pPr>
            <a:r>
              <a:rPr lang="zh-CN" altLang="en-US"/>
              <a:t>玉皇顶是泰山的最高峰，海拔高度为1545米，是登山游览的重要景点之一。</a:t>
            </a:r>
            <a:endParaRPr lang="zh-CN" altLang="en-US"/>
          </a:p>
          <a:p>
            <a:pPr marL="0" indent="914400">
              <a:lnSpc>
                <a:spcPct val="200000"/>
              </a:lnSpc>
              <a:buNone/>
            </a:pPr>
            <a:r>
              <a:rPr lang="zh-CN" altLang="en-US"/>
              <a:t>玉皇顶在历史文化上具有重要意义，是古代帝王封禅祭天的重要场所之一。自秦始皇开始到清代，先后有13代帝王依次亲登泰山封禅或祭祀，使得玉皇顶成为了一个具有独特历史文化内涵的地方。</a:t>
            </a:r>
            <a:endParaRPr lang="zh-CN" altLang="en-US"/>
          </a:p>
        </p:txBody>
      </p:sp>
      <p:pic>
        <p:nvPicPr>
          <p:cNvPr id="6" name="图片 5"/>
          <p:cNvPicPr>
            <a:picLocks noChangeAspect="1"/>
          </p:cNvPicPr>
          <p:nvPr>
            <p:custDataLst>
              <p:tags r:id="rId1"/>
            </p:custDataLst>
          </p:nvPr>
        </p:nvPicPr>
        <p:blipFill>
          <a:blip r:embed="rId2"/>
          <a:stretch>
            <a:fillRect/>
          </a:stretch>
        </p:blipFill>
        <p:spPr>
          <a:xfrm>
            <a:off x="8460000" y="1260000"/>
            <a:ext cx="3385293" cy="4536000"/>
          </a:xfrm>
          <a:prstGeom prst="rect">
            <a:avLst/>
          </a:prstGeom>
          <a:ln w="38100">
            <a:solidFill>
              <a:schemeClr val="accent3"/>
            </a:solidFill>
          </a:ln>
        </p:spPr>
      </p:pic>
      <p:sp>
        <p:nvSpPr>
          <p:cNvPr id="4" name="矩形 3"/>
          <p:cNvSpPr/>
          <p:nvPr/>
        </p:nvSpPr>
        <p:spPr>
          <a:xfrm>
            <a:off x="669925" y="5589270"/>
            <a:ext cx="7020000" cy="576000"/>
          </a:xfrm>
          <a:prstGeom prst="rect">
            <a:avLst/>
          </a:prstGeom>
          <a:solidFill>
            <a:srgbClr val="434343"/>
          </a:solidFill>
          <a:ln>
            <a:noFill/>
          </a:ln>
          <a:effectLst>
            <a:outerShdw blurRad="76200" dist="12700" dir="8100000" sy="-23000" kx="800400" algn="br"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500" advTm="3000">
        <p:dissolve/>
      </p:transition>
    </mc:Choice>
    <mc:Fallback>
      <p:transition spd="slow" advTm="3000">
        <p:dissolv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65000"/>
          </a:blip>
          <a:stretch>
            <a:fillRect/>
          </a:stretch>
        </a:blipFill>
        <a:effectLst/>
      </p:bgPr>
    </p:bg>
    <p:spTree>
      <p:nvGrpSpPr>
        <p:cNvPr id="1" name=""/>
        <p:cNvGrpSpPr/>
        <p:nvPr/>
      </p:nvGrpSpPr>
      <p:grpSpPr/>
      <p:sp>
        <p:nvSpPr>
          <p:cNvPr id="2" name="标题 1"/>
          <p:cNvSpPr>
            <a:spLocks noGrp="1"/>
          </p:cNvSpPr>
          <p:nvPr>
            <p:ph type="title"/>
          </p:nvPr>
        </p:nvSpPr>
        <p:spPr/>
        <p:txBody>
          <a:bodyPr/>
          <a:p>
            <a:r>
              <a:rPr lang="zh-CN" altLang="en-US"/>
              <a:t>壮丽山川风光</a:t>
            </a:r>
            <a:endParaRPr lang="zh-CN" altLang="en-US"/>
          </a:p>
        </p:txBody>
      </p:sp>
      <p:sp>
        <p:nvSpPr>
          <p:cNvPr id="4" name="文本框 3"/>
          <p:cNvSpPr txBox="1"/>
          <p:nvPr/>
        </p:nvSpPr>
        <p:spPr>
          <a:xfrm>
            <a:off x="633730" y="1621155"/>
            <a:ext cx="10316210" cy="4831080"/>
          </a:xfrm>
          <a:prstGeom prst="rect">
            <a:avLst/>
          </a:prstGeom>
          <a:noFill/>
        </p:spPr>
        <p:txBody>
          <a:bodyPr wrap="square" rtlCol="0">
            <a:spAutoFit/>
          </a:bodyPr>
          <a:p>
            <a:pPr marL="457200" indent="-457200">
              <a:buSzPct val="115000"/>
              <a:buFont typeface="Wingdings" panose="05000000000000000000" charset="0"/>
              <a:buChar char="u"/>
            </a:pPr>
            <a:r>
              <a:rPr lang="zh-CN" altLang="en-US" sz="2800">
                <a:solidFill>
                  <a:schemeClr val="bg1"/>
                </a:solidFill>
              </a:rPr>
              <a:t>主峰玉皇顶：海拔1545米，巍峨耸立，是登顶的绝佳观赏点，可俯瞰群山连绵的壮丽景色。</a:t>
            </a:r>
            <a:endParaRPr lang="zh-CN" altLang="en-US" sz="2800">
              <a:solidFill>
                <a:schemeClr val="bg1"/>
              </a:solidFill>
            </a:endParaRPr>
          </a:p>
          <a:p>
            <a:pPr marL="457200" indent="-457200">
              <a:buSzPct val="115000"/>
              <a:buFont typeface="Wingdings" panose="05000000000000000000" charset="0"/>
              <a:buChar char="u"/>
            </a:pPr>
            <a:endParaRPr lang="zh-CN" altLang="en-US" sz="2800">
              <a:solidFill>
                <a:schemeClr val="bg1"/>
              </a:solidFill>
            </a:endParaRPr>
          </a:p>
          <a:p>
            <a:pPr marL="457200" indent="-457200">
              <a:buSzPct val="115000"/>
              <a:buFont typeface="Wingdings" panose="05000000000000000000" charset="0"/>
              <a:buChar char="u"/>
            </a:pPr>
            <a:r>
              <a:rPr lang="zh-CN" altLang="en-US" sz="2800">
                <a:solidFill>
                  <a:schemeClr val="bg1"/>
                </a:solidFill>
              </a:rPr>
              <a:t>云海奇观：在雨后天晴或雪后初霁时，泰山周围常会出现漫无边际的云海，仿佛置身于仙境之中。</a:t>
            </a:r>
            <a:endParaRPr lang="zh-CN" altLang="en-US" sz="2800">
              <a:solidFill>
                <a:schemeClr val="bg1"/>
              </a:solidFill>
            </a:endParaRPr>
          </a:p>
          <a:p>
            <a:pPr marL="457200" indent="-457200">
              <a:buSzPct val="115000"/>
              <a:buFont typeface="Wingdings" panose="05000000000000000000" charset="0"/>
              <a:buChar char="u"/>
            </a:pPr>
            <a:endParaRPr lang="zh-CN" altLang="en-US" sz="2800">
              <a:solidFill>
                <a:schemeClr val="bg1"/>
              </a:solidFill>
            </a:endParaRPr>
          </a:p>
          <a:p>
            <a:pPr marL="457200" indent="-457200">
              <a:buSzPct val="115000"/>
              <a:buFont typeface="Wingdings" panose="05000000000000000000" charset="0"/>
              <a:buChar char="u"/>
            </a:pPr>
            <a:r>
              <a:rPr lang="zh-CN" altLang="en-US" sz="2800">
                <a:solidFill>
                  <a:schemeClr val="bg1"/>
                </a:solidFill>
              </a:rPr>
              <a:t>泰山日出：站在泰山之巅，可观赏到壮观的日出景象，霞光万道，映红天际。</a:t>
            </a:r>
            <a:endParaRPr lang="zh-CN" altLang="en-US" sz="2800">
              <a:solidFill>
                <a:schemeClr val="bg1"/>
              </a:solidFill>
            </a:endParaRPr>
          </a:p>
          <a:p>
            <a:pPr marL="457200" indent="-457200">
              <a:buSzPct val="115000"/>
              <a:buFont typeface="Wingdings" panose="05000000000000000000" charset="0"/>
              <a:buChar char="u"/>
            </a:pPr>
            <a:endParaRPr lang="zh-CN" altLang="en-US" sz="2800">
              <a:solidFill>
                <a:schemeClr val="bg1"/>
              </a:solidFill>
            </a:endParaRPr>
          </a:p>
          <a:p>
            <a:pPr marL="457200" indent="-457200">
              <a:buSzPct val="115000"/>
              <a:buFont typeface="Wingdings" panose="05000000000000000000" charset="0"/>
              <a:buChar char="u"/>
            </a:pPr>
            <a:r>
              <a:rPr lang="zh-CN" altLang="en-US" sz="2800">
                <a:solidFill>
                  <a:schemeClr val="bg1"/>
                </a:solidFill>
              </a:rPr>
              <a:t>泰山石刻：遍布泰山的历代石刻，记录了泰山的历史和文化，为游客提供了丰富的文化体验。</a:t>
            </a:r>
            <a:endParaRPr lang="zh-CN" altLang="en-US" sz="2800">
              <a:solidFill>
                <a:schemeClr val="bg1"/>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advTm="3000">
        <p:dissolve/>
      </p:transition>
    </mc:Choice>
    <mc:Fallback>
      <p:transition spd="slow" advTm="3000">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3" presetClass="entr" presetSubtype="0" fill="hold" nodeType="clickEffect">
                                  <p:stCondLst>
                                    <p:cond delay="0"/>
                                  </p:stCondLst>
                                  <p:iterate type="lt">
                                    <p:tmPct val="20000"/>
                                  </p:iterate>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5"/>
                                        <p:tgtEl>
                                          <p:spTgt spid="4">
                                            <p:txEl>
                                              <p:pRg st="0" end="0"/>
                                            </p:txEl>
                                          </p:spTgt>
                                        </p:tgtEl>
                                      </p:cBhvr>
                                    </p:animEffect>
                                    <p:anim calcmode="lin" valueType="num">
                                      <p:cBhvr>
                                        <p:cTn id="8" dur="3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300" fill="hold"/>
                                        <p:tgtEl>
                                          <p:spTgt spid="4">
                                            <p:txEl>
                                              <p:pRg st="0" end="0"/>
                                            </p:txEl>
                                          </p:spTgt>
                                        </p:tgtEl>
                                        <p:attrNameLst>
                                          <p:attrName>ppt_y</p:attrName>
                                        </p:attrNameLst>
                                      </p:cBhvr>
                                      <p:tavLst>
                                        <p:tav tm="0">
                                          <p:val>
                                            <p:strVal val="#ppt_y+0.31"/>
                                          </p:val>
                                        </p:tav>
                                        <p:tav tm="100000">
                                          <p:val>
                                            <p:strVal val="#ppt_y+0.31"/>
                                          </p:val>
                                        </p:tav>
                                      </p:tavLst>
                                    </p:anim>
                                    <p:anim calcmode="lin" valueType="num">
                                      <p:cBhvr>
                                        <p:cTn id="10" dur="450" decel="50000" fill="hold">
                                          <p:stCondLst>
                                            <p:cond delay="300"/>
                                          </p:stCondLst>
                                        </p:cTn>
                                        <p:tgtEl>
                                          <p:spTgt spid="4">
                                            <p:txEl>
                                              <p:pRg st="0" end="0"/>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450" decel="50000" fill="hold">
                                          <p:stCondLst>
                                            <p:cond delay="300"/>
                                          </p:stCondLst>
                                        </p:cTn>
                                        <p:tgtEl>
                                          <p:spTgt spid="4">
                                            <p:txEl>
                                              <p:pRg st="0" end="0"/>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43" presetClass="entr" presetSubtype="0" fill="hold" nodeType="clickEffect">
                                  <p:stCondLst>
                                    <p:cond delay="0"/>
                                  </p:stCondLst>
                                  <p:iterate type="lt">
                                    <p:tmPct val="20000"/>
                                  </p:iterate>
                                  <p:childTnLst>
                                    <p:set>
                                      <p:cBhvr>
                                        <p:cTn id="15" dur="1" fill="hold">
                                          <p:stCondLst>
                                            <p:cond delay="0"/>
                                          </p:stCondLst>
                                        </p:cTn>
                                        <p:tgtEl>
                                          <p:spTgt spid="4">
                                            <p:txEl>
                                              <p:pRg st="2" end="2"/>
                                            </p:txEl>
                                          </p:spTgt>
                                        </p:tgtEl>
                                        <p:attrNameLst>
                                          <p:attrName>style.visibility</p:attrName>
                                        </p:attrNameLst>
                                      </p:cBhvr>
                                      <p:to>
                                        <p:strVal val="visible"/>
                                      </p:to>
                                    </p:set>
                                    <p:animEffect transition="in" filter="fade">
                                      <p:cBhvr>
                                        <p:cTn id="16" dur="75"/>
                                        <p:tgtEl>
                                          <p:spTgt spid="4">
                                            <p:txEl>
                                              <p:pRg st="2" end="2"/>
                                            </p:txEl>
                                          </p:spTgt>
                                        </p:tgtEl>
                                      </p:cBhvr>
                                    </p:animEffect>
                                    <p:anim calcmode="lin" valueType="num">
                                      <p:cBhvr>
                                        <p:cTn id="17" dur="3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8" dur="300" fill="hold"/>
                                        <p:tgtEl>
                                          <p:spTgt spid="4">
                                            <p:txEl>
                                              <p:pRg st="2" end="2"/>
                                            </p:txEl>
                                          </p:spTgt>
                                        </p:tgtEl>
                                        <p:attrNameLst>
                                          <p:attrName>ppt_y</p:attrName>
                                        </p:attrNameLst>
                                      </p:cBhvr>
                                      <p:tavLst>
                                        <p:tav tm="0">
                                          <p:val>
                                            <p:strVal val="#ppt_y+0.31"/>
                                          </p:val>
                                        </p:tav>
                                        <p:tav tm="100000">
                                          <p:val>
                                            <p:strVal val="#ppt_y+0.31"/>
                                          </p:val>
                                        </p:tav>
                                      </p:tavLst>
                                    </p:anim>
                                    <p:anim calcmode="lin" valueType="num">
                                      <p:cBhvr>
                                        <p:cTn id="19" dur="450" decel="50000" fill="hold">
                                          <p:stCondLst>
                                            <p:cond delay="300"/>
                                          </p:stCondLst>
                                        </p:cTn>
                                        <p:tgtEl>
                                          <p:spTgt spid="4">
                                            <p:txEl>
                                              <p:pRg st="2" end="2"/>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0" dur="450" decel="50000" fill="hold">
                                          <p:stCondLst>
                                            <p:cond delay="300"/>
                                          </p:stCondLst>
                                        </p:cTn>
                                        <p:tgtEl>
                                          <p:spTgt spid="4">
                                            <p:txEl>
                                              <p:pRg st="2" end="2"/>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3" presetClass="entr" presetSubtype="0" fill="hold" nodeType="clickEffect">
                                  <p:stCondLst>
                                    <p:cond delay="0"/>
                                  </p:stCondLst>
                                  <p:iterate type="lt">
                                    <p:tmPct val="20000"/>
                                  </p:iterate>
                                  <p:childTnLst>
                                    <p:set>
                                      <p:cBhvr>
                                        <p:cTn id="24" dur="1" fill="hold">
                                          <p:stCondLst>
                                            <p:cond delay="0"/>
                                          </p:stCondLst>
                                        </p:cTn>
                                        <p:tgtEl>
                                          <p:spTgt spid="4">
                                            <p:txEl>
                                              <p:pRg st="4" end="4"/>
                                            </p:txEl>
                                          </p:spTgt>
                                        </p:tgtEl>
                                        <p:attrNameLst>
                                          <p:attrName>style.visibility</p:attrName>
                                        </p:attrNameLst>
                                      </p:cBhvr>
                                      <p:to>
                                        <p:strVal val="visible"/>
                                      </p:to>
                                    </p:set>
                                    <p:animEffect transition="in" filter="fade">
                                      <p:cBhvr>
                                        <p:cTn id="25" dur="75"/>
                                        <p:tgtEl>
                                          <p:spTgt spid="4">
                                            <p:txEl>
                                              <p:pRg st="4" end="4"/>
                                            </p:txEl>
                                          </p:spTgt>
                                        </p:tgtEl>
                                      </p:cBhvr>
                                    </p:animEffect>
                                    <p:anim calcmode="lin" valueType="num">
                                      <p:cBhvr>
                                        <p:cTn id="26" dur="3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7" dur="300" fill="hold"/>
                                        <p:tgtEl>
                                          <p:spTgt spid="4">
                                            <p:txEl>
                                              <p:pRg st="4" end="4"/>
                                            </p:txEl>
                                          </p:spTgt>
                                        </p:tgtEl>
                                        <p:attrNameLst>
                                          <p:attrName>ppt_y</p:attrName>
                                        </p:attrNameLst>
                                      </p:cBhvr>
                                      <p:tavLst>
                                        <p:tav tm="0">
                                          <p:val>
                                            <p:strVal val="#ppt_y+0.31"/>
                                          </p:val>
                                        </p:tav>
                                        <p:tav tm="100000">
                                          <p:val>
                                            <p:strVal val="#ppt_y+0.31"/>
                                          </p:val>
                                        </p:tav>
                                      </p:tavLst>
                                    </p:anim>
                                    <p:anim calcmode="lin" valueType="num">
                                      <p:cBhvr>
                                        <p:cTn id="28" dur="450" decel="50000" fill="hold">
                                          <p:stCondLst>
                                            <p:cond delay="300"/>
                                          </p:stCondLst>
                                        </p:cTn>
                                        <p:tgtEl>
                                          <p:spTgt spid="4">
                                            <p:txEl>
                                              <p:pRg st="4" end="4"/>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9" dur="450" decel="50000" fill="hold">
                                          <p:stCondLst>
                                            <p:cond delay="300"/>
                                          </p:stCondLst>
                                        </p:cTn>
                                        <p:tgtEl>
                                          <p:spTgt spid="4">
                                            <p:txEl>
                                              <p:pRg st="4" end="4"/>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3" presetClass="entr" presetSubtype="0" fill="hold" nodeType="clickEffect">
                                  <p:stCondLst>
                                    <p:cond delay="0"/>
                                  </p:stCondLst>
                                  <p:iterate type="lt">
                                    <p:tmPct val="20000"/>
                                  </p:iterate>
                                  <p:childTnLst>
                                    <p:set>
                                      <p:cBhvr>
                                        <p:cTn id="33" dur="1" fill="hold">
                                          <p:stCondLst>
                                            <p:cond delay="0"/>
                                          </p:stCondLst>
                                        </p:cTn>
                                        <p:tgtEl>
                                          <p:spTgt spid="4">
                                            <p:txEl>
                                              <p:pRg st="6" end="6"/>
                                            </p:txEl>
                                          </p:spTgt>
                                        </p:tgtEl>
                                        <p:attrNameLst>
                                          <p:attrName>style.visibility</p:attrName>
                                        </p:attrNameLst>
                                      </p:cBhvr>
                                      <p:to>
                                        <p:strVal val="visible"/>
                                      </p:to>
                                    </p:set>
                                    <p:animEffect transition="in" filter="fade">
                                      <p:cBhvr>
                                        <p:cTn id="34" dur="75"/>
                                        <p:tgtEl>
                                          <p:spTgt spid="4">
                                            <p:txEl>
                                              <p:pRg st="6" end="6"/>
                                            </p:txEl>
                                          </p:spTgt>
                                        </p:tgtEl>
                                      </p:cBhvr>
                                    </p:animEffect>
                                    <p:anim calcmode="lin" valueType="num">
                                      <p:cBhvr>
                                        <p:cTn id="35" dur="3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6" dur="300" fill="hold"/>
                                        <p:tgtEl>
                                          <p:spTgt spid="4">
                                            <p:txEl>
                                              <p:pRg st="6" end="6"/>
                                            </p:txEl>
                                          </p:spTgt>
                                        </p:tgtEl>
                                        <p:attrNameLst>
                                          <p:attrName>ppt_y</p:attrName>
                                        </p:attrNameLst>
                                      </p:cBhvr>
                                      <p:tavLst>
                                        <p:tav tm="0">
                                          <p:val>
                                            <p:strVal val="#ppt_y+0.31"/>
                                          </p:val>
                                        </p:tav>
                                        <p:tav tm="100000">
                                          <p:val>
                                            <p:strVal val="#ppt_y+0.31"/>
                                          </p:val>
                                        </p:tav>
                                      </p:tavLst>
                                    </p:anim>
                                    <p:anim calcmode="lin" valueType="num">
                                      <p:cBhvr>
                                        <p:cTn id="37" dur="450" decel="50000" fill="hold">
                                          <p:stCondLst>
                                            <p:cond delay="300"/>
                                          </p:stCondLst>
                                        </p:cTn>
                                        <p:tgtEl>
                                          <p:spTgt spid="4">
                                            <p:txEl>
                                              <p:pRg st="6" end="6"/>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8" dur="450" decel="50000" fill="hold">
                                          <p:stCondLst>
                                            <p:cond delay="300"/>
                                          </p:stCondLst>
                                        </p:cTn>
                                        <p:tgtEl>
                                          <p:spTgt spid="4">
                                            <p:txEl>
                                              <p:pRg st="6" end="6"/>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6581"/>
</p:tagLst>
</file>

<file path=ppt/tags/tag93.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658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7.xml><?xml version="1.0" encoding="utf-8"?>
<p:tagLst xmlns:p="http://schemas.openxmlformats.org/presentationml/2006/main">
  <p:tag name="KSO_WM_TEMPLATE_THUMBS_INDEX" val="1"/>
  <p:tag name="KSO_WM_TEMPLATE_TOPIC_ID" val="2869567"/>
  <p:tag name="KSO_WM_TEMPLATE_OUTLINE_ID" val="15"/>
  <p:tag name="KSO_WM_TEMPLATE_SCENE_ID" val="1"/>
  <p:tag name="KSO_WM_TEMPLATE_JOB_ID" val="2"/>
  <p:tag name="KSO_WM_TEMPLATE_TOPIC_DEFAULT" val="1"/>
  <p:tag name="KSO_WM_TEMPLATE_SUBCATEGORY" val="0"/>
  <p:tag name="KSO_WM_TAG_VERSION" val="1.0"/>
  <p:tag name="KSO_WM_BEAUTIFY_FLAG" val="#wm#"/>
  <p:tag name="KSO_WM_TEMPLATE_CATEGORY" val="custom"/>
  <p:tag name="KSO_WM_TEMPLATE_INDEX" val="20196581"/>
</p:tagLst>
</file>

<file path=ppt/tags/tag98.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9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0.xml><?xml version="1.0" encoding="utf-8"?>
<p:tagLst xmlns:p="http://schemas.openxmlformats.org/presentationml/2006/main">
  <p:tag name="KSO_WM_BEAUTIFY_FLAG" val="#wm#"/>
  <p:tag name="KSO_WM_TEMPLATE_CATEGORY" val="custom"/>
  <p:tag name="KSO_WM_TEMPLATE_INDEX" val="20205081"/>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wm#"/>
  <p:tag name="KSO_WM_TEMPLATE_CATEGORY" val="custom"/>
  <p:tag name="KSO_WM_TEMPLATE_INDEX" val="20205081"/>
</p:tagLst>
</file>

<file path=ppt/tags/tag103.xml><?xml version="1.0" encoding="utf-8"?>
<p:tagLst xmlns:p="http://schemas.openxmlformats.org/presentationml/2006/main">
  <p:tag name="KSO_WM_BEAUTIFY_FLAG" val="#wm#"/>
  <p:tag name="KSO_WM_TEMPLATE_CATEGORY" val="custom"/>
  <p:tag name="KSO_WM_TEMPLATE_INDEX" val="20205081"/>
</p:tagLst>
</file>

<file path=ppt/tags/tag104.xml><?xml version="1.0" encoding="utf-8"?>
<p:tagLst xmlns:p="http://schemas.openxmlformats.org/presentationml/2006/main">
  <p:tag name="COMMONDATA" val="eyJoZGlkIjoiNzFlMGY3OGRmZGU1YjQ0MmVmN2U4Yjg3M2ZkYWM1ZjIifQ=="/>
  <p:tag name="commondata" val="eyJoZGlkIjoiMDc1NGYxZTE5YjIxODQ2YjU3NGJkMjYwN2YzNDUwN2EifQ=="/>
</p:tagLst>
</file>

<file path=ppt/theme/theme1.xml><?xml version="1.0" encoding="utf-8"?>
<a:theme xmlns:a="http://schemas.openxmlformats.org/drawingml/2006/main" name="Office 主题​​">
  <a:themeElements>
    <a:clrScheme name="7">
      <a:dk1>
        <a:srgbClr val="000000"/>
      </a:dk1>
      <a:lt1>
        <a:srgbClr val="FFFFFF"/>
      </a:lt1>
      <a:dk2>
        <a:srgbClr val="44546A"/>
      </a:dk2>
      <a:lt2>
        <a:srgbClr val="E7E6E6"/>
      </a:lt2>
      <a:accent1>
        <a:srgbClr val="595959"/>
      </a:accent1>
      <a:accent2>
        <a:srgbClr val="8496B0"/>
      </a:accent2>
      <a:accent3>
        <a:srgbClr val="D7B5C6"/>
      </a:accent3>
      <a:accent4>
        <a:srgbClr val="BCBCBC"/>
      </a:accent4>
      <a:accent5>
        <a:srgbClr val="034A90"/>
      </a:accent5>
      <a:accent6>
        <a:srgbClr val="595959"/>
      </a:accent6>
      <a:hlink>
        <a:srgbClr val="0563C1"/>
      </a:hlink>
      <a:folHlink>
        <a:srgbClr val="954F72"/>
      </a:folHlink>
    </a:clrScheme>
    <a:fontScheme name="自定义 9">
      <a:majorFont>
        <a:latin typeface="Arial"/>
        <a:ea typeface="楷体"/>
        <a:cs typeface=""/>
      </a:majorFont>
      <a:minorFont>
        <a:latin typeface="Arial"/>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504</Words>
  <Application>WPS 演示</Application>
  <PresentationFormat>宽屏</PresentationFormat>
  <Paragraphs>26</Paragraphs>
  <Slides>4</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vt:i4>
      </vt:variant>
    </vt:vector>
  </HeadingPairs>
  <TitlesOfParts>
    <vt:vector size="13" baseType="lpstr">
      <vt:lpstr>Arial</vt:lpstr>
      <vt:lpstr>宋体</vt:lpstr>
      <vt:lpstr>Wingdings</vt:lpstr>
      <vt:lpstr>楷体</vt:lpstr>
      <vt:lpstr>微软雅黑</vt:lpstr>
      <vt:lpstr>Wingdings</vt:lpstr>
      <vt:lpstr>Arial Unicode MS</vt:lpstr>
      <vt:lpstr>Calibri</vt:lpstr>
      <vt:lpstr>Office 主题​​</vt:lpstr>
      <vt:lpstr>东岳泰山</vt:lpstr>
      <vt:lpstr>名称由来及别称</vt:lpstr>
      <vt:lpstr>主峰玉皇顶</vt:lpstr>
      <vt:lpstr>壮丽山川风光</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qzuser</cp:lastModifiedBy>
  <cp:revision>162</cp:revision>
  <dcterms:created xsi:type="dcterms:W3CDTF">2019-06-19T02:08:00Z</dcterms:created>
  <dcterms:modified xsi:type="dcterms:W3CDTF">2025-09-19T02:19:03Z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C4717BFF94E94C8085035CBA39C2D9B6_11</vt:lpwstr>
  </property>
</Properties>
</file>