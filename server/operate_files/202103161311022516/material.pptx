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6" d="100"/>
          <a:sy n="66" d="100"/>
        </p:scale>
        <p:origin x="-1506" y="-10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t>2018/3/21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t>2018/3/21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2018/3/21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t>2018/3/21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530820CF-B880-4189-942D-D702A7CBA730}" type="datetimeFigureOut">
              <a:rPr lang="zh-CN" altLang="en-US" smtClean="0"/>
              <a:t>2018/3/21</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530820CF-B880-4189-942D-D702A7CBA730}" type="datetimeFigureOut">
              <a:rPr lang="zh-CN" altLang="en-US" smtClean="0"/>
              <a:t>2018/3/21</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t>2018/3/21</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2018/3/21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2018/3/21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t>2018/3/21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t>2018/3/21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820CF-B880-4189-942D-D702A7CBA730}" type="datetimeFigureOut">
              <a:rPr lang="zh-CN" altLang="en-US" smtClean="0"/>
              <a:t>2018/3/21</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a:t>辽宁号航空母舰</a:t>
            </a:r>
            <a:endParaRPr lang="zh-CN" altLang="en-US" dirty="0"/>
          </a:p>
        </p:txBody>
      </p:sp>
      <p:sp>
        <p:nvSpPr>
          <p:cNvPr id="3" name="副标题 2"/>
          <p:cNvSpPr>
            <a:spLocks noGrp="1"/>
          </p:cNvSpPr>
          <p:nvPr>
            <p:ph type="subTitle" idx="1"/>
          </p:nvPr>
        </p:nvSpPr>
        <p:spPr/>
        <p:txBody>
          <a:bodyPr/>
          <a:lstStyle/>
          <a:p>
            <a:endParaRPr lang="zh-CN" altLang="en-US"/>
          </a:p>
        </p:txBody>
      </p:sp>
    </p:spTree>
    <p:extLst>
      <p:ext uri="{BB962C8B-B14F-4D97-AF65-F5344CB8AC3E}">
        <p14:creationId xmlns:p14="http://schemas.microsoft.com/office/powerpoint/2010/main" val="29701938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smtClean="0"/>
              <a:t>基本介绍</a:t>
            </a:r>
            <a:endParaRPr lang="zh-CN" altLang="en-US" dirty="0"/>
          </a:p>
        </p:txBody>
      </p:sp>
      <p:sp>
        <p:nvSpPr>
          <p:cNvPr id="3" name="内容占位符 2"/>
          <p:cNvSpPr>
            <a:spLocks noGrp="1"/>
          </p:cNvSpPr>
          <p:nvPr>
            <p:ph idx="1"/>
          </p:nvPr>
        </p:nvSpPr>
        <p:spPr/>
        <p:txBody>
          <a:bodyPr>
            <a:normAutofit fontScale="47500" lnSpcReduction="20000"/>
          </a:bodyPr>
          <a:lstStyle/>
          <a:p>
            <a:pPr>
              <a:lnSpc>
                <a:spcPct val="170000"/>
              </a:lnSpc>
            </a:pPr>
            <a:r>
              <a:rPr lang="zh-CN" altLang="en-US" dirty="0"/>
              <a:t>辽宁号航空母舰，简称“辽宁舰”，舷号</a:t>
            </a:r>
            <a:r>
              <a:rPr lang="en-US" altLang="zh-CN" dirty="0"/>
              <a:t>16</a:t>
            </a:r>
            <a:r>
              <a:rPr lang="zh-CN" altLang="en-US" dirty="0"/>
              <a:t>，是中国人民解放军海军第一艘可以搭载固定翼飞机的航空母舰。前身是苏联海军的库兹涅佐夫元帅级航空母舰次舰瓦良格号，改装后中国将其称为</a:t>
            </a:r>
            <a:r>
              <a:rPr lang="en-US" altLang="zh-CN" dirty="0"/>
              <a:t>001</a:t>
            </a:r>
            <a:r>
              <a:rPr lang="zh-CN" altLang="en-US" dirty="0"/>
              <a:t>型航空母舰。</a:t>
            </a:r>
          </a:p>
          <a:p>
            <a:pPr>
              <a:lnSpc>
                <a:spcPct val="170000"/>
              </a:lnSpc>
            </a:pPr>
            <a:r>
              <a:rPr lang="en-US" altLang="zh-CN" dirty="0"/>
              <a:t>80</a:t>
            </a:r>
            <a:r>
              <a:rPr lang="zh-CN" altLang="en-US" dirty="0"/>
              <a:t>年代中后期，瓦良格号于乌克兰建造时遭逢苏联解体，建造工程中断，完成度</a:t>
            </a:r>
            <a:r>
              <a:rPr lang="en-US" altLang="zh-CN" dirty="0"/>
              <a:t>68%</a:t>
            </a:r>
            <a:r>
              <a:rPr lang="zh-CN" altLang="en-US" dirty="0"/>
              <a:t>。</a:t>
            </a:r>
            <a:r>
              <a:rPr lang="en-US" altLang="zh-CN" dirty="0"/>
              <a:t>1999</a:t>
            </a:r>
            <a:r>
              <a:rPr lang="zh-CN" altLang="en-US" dirty="0"/>
              <a:t>年，中国购买了瓦良格号，于</a:t>
            </a:r>
            <a:r>
              <a:rPr lang="en-US" altLang="zh-CN" dirty="0"/>
              <a:t>2002</a:t>
            </a:r>
            <a:r>
              <a:rPr lang="zh-CN" altLang="en-US" dirty="0"/>
              <a:t>年</a:t>
            </a:r>
            <a:r>
              <a:rPr lang="en-US" altLang="zh-CN" dirty="0"/>
              <a:t>3</a:t>
            </a:r>
            <a:r>
              <a:rPr lang="zh-CN" altLang="en-US" dirty="0"/>
              <a:t>月</a:t>
            </a:r>
            <a:r>
              <a:rPr lang="en-US" altLang="zh-CN" dirty="0"/>
              <a:t>4</a:t>
            </a:r>
            <a:r>
              <a:rPr lang="zh-CN" altLang="en-US" dirty="0"/>
              <a:t>日抵达大连港。</a:t>
            </a:r>
            <a:r>
              <a:rPr lang="en-US" altLang="zh-CN" dirty="0"/>
              <a:t>2005</a:t>
            </a:r>
            <a:r>
              <a:rPr lang="zh-CN" altLang="en-US" dirty="0"/>
              <a:t>年</a:t>
            </a:r>
            <a:r>
              <a:rPr lang="en-US" altLang="zh-CN" dirty="0"/>
              <a:t>4</a:t>
            </a:r>
            <a:r>
              <a:rPr lang="zh-CN" altLang="en-US" dirty="0"/>
              <a:t>月</a:t>
            </a:r>
            <a:r>
              <a:rPr lang="en-US" altLang="zh-CN" dirty="0"/>
              <a:t>26</a:t>
            </a:r>
            <a:r>
              <a:rPr lang="zh-CN" altLang="en-US" dirty="0"/>
              <a:t>日，开始由中国海军继续建造改进。解放军的目标是对此艘未完成建造的航空母舰进行更改制造，及将其用于科研、实验及训练用途。</a:t>
            </a:r>
            <a:r>
              <a:rPr lang="en-US" altLang="zh-CN" dirty="0"/>
              <a:t>2012</a:t>
            </a:r>
            <a:r>
              <a:rPr lang="zh-CN" altLang="en-US" dirty="0"/>
              <a:t>年</a:t>
            </a:r>
            <a:r>
              <a:rPr lang="en-US" altLang="zh-CN" dirty="0"/>
              <a:t>9</a:t>
            </a:r>
            <a:r>
              <a:rPr lang="zh-CN" altLang="en-US" dirty="0"/>
              <a:t>月</a:t>
            </a:r>
            <a:r>
              <a:rPr lang="en-US" altLang="zh-CN" dirty="0"/>
              <a:t>25</a:t>
            </a:r>
            <a:r>
              <a:rPr lang="zh-CN" altLang="en-US" dirty="0"/>
              <a:t>日，正式更名辽宁号，交付予中国人民解放军海军。</a:t>
            </a:r>
            <a:r>
              <a:rPr lang="en-US" altLang="zh-CN" dirty="0"/>
              <a:t>[1] </a:t>
            </a:r>
          </a:p>
          <a:p>
            <a:pPr>
              <a:lnSpc>
                <a:spcPct val="170000"/>
              </a:lnSpc>
            </a:pPr>
            <a:r>
              <a:rPr lang="en-US" altLang="zh-CN" dirty="0"/>
              <a:t>2013</a:t>
            </a:r>
            <a:r>
              <a:rPr lang="zh-CN" altLang="en-US" dirty="0"/>
              <a:t>年</a:t>
            </a:r>
            <a:r>
              <a:rPr lang="en-US" altLang="zh-CN" dirty="0"/>
              <a:t>11</a:t>
            </a:r>
            <a:r>
              <a:rPr lang="zh-CN" altLang="en-US" dirty="0"/>
              <a:t>月，辽宁舰从青岛赴中国南海展开为期</a:t>
            </a:r>
            <a:r>
              <a:rPr lang="en-US" altLang="zh-CN" dirty="0"/>
              <a:t>47</a:t>
            </a:r>
            <a:r>
              <a:rPr lang="zh-CN" altLang="en-US" dirty="0"/>
              <a:t>天的海上综合演练，期间中国海军以辽宁号航空母舰为主编组了大型远洋航空母舰战斗群，战斗群编列近</a:t>
            </a:r>
            <a:r>
              <a:rPr lang="en-US" altLang="zh-CN" dirty="0"/>
              <a:t>20</a:t>
            </a:r>
            <a:r>
              <a:rPr lang="zh-CN" altLang="en-US" dirty="0"/>
              <a:t>艘各类舰艇。这是自冷战结束以来除美国海军外西太平洋地区最大的单国海上兵力集结演练，亦标志着辽宁号航空母舰开始具备海上编队战斗群能力。</a:t>
            </a:r>
            <a:endParaRPr lang="zh-CN" altLang="en-US" dirty="0"/>
          </a:p>
        </p:txBody>
      </p:sp>
    </p:spTree>
    <p:extLst>
      <p:ext uri="{BB962C8B-B14F-4D97-AF65-F5344CB8AC3E}">
        <p14:creationId xmlns:p14="http://schemas.microsoft.com/office/powerpoint/2010/main" val="2135166027"/>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242</Words>
  <Application>Microsoft Office PowerPoint</Application>
  <PresentationFormat>全屏显示(4:3)</PresentationFormat>
  <Paragraphs>5</Paragraphs>
  <Slides>2</Slides>
  <Notes>0</Notes>
  <HiddenSlides>0</HiddenSlides>
  <MMClips>0</MMClips>
  <ScaleCrop>false</ScaleCrop>
  <HeadingPairs>
    <vt:vector size="4" baseType="variant">
      <vt:variant>
        <vt:lpstr>主题</vt:lpstr>
      </vt:variant>
      <vt:variant>
        <vt:i4>1</vt:i4>
      </vt:variant>
      <vt:variant>
        <vt:lpstr>幻灯片标题</vt:lpstr>
      </vt:variant>
      <vt:variant>
        <vt:i4>2</vt:i4>
      </vt:variant>
    </vt:vector>
  </HeadingPairs>
  <TitlesOfParts>
    <vt:vector size="3" baseType="lpstr">
      <vt:lpstr>Office 主题</vt:lpstr>
      <vt:lpstr>辽宁号航空母舰</vt:lpstr>
      <vt:lpstr>基本介绍</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战狼</dc:title>
  <dc:creator>Administrator</dc:creator>
  <cp:lastModifiedBy>SD</cp:lastModifiedBy>
  <cp:revision>4</cp:revision>
  <dcterms:created xsi:type="dcterms:W3CDTF">2017-03-10T01:54:18Z</dcterms:created>
  <dcterms:modified xsi:type="dcterms:W3CDTF">2018-03-21T02:33:26Z</dcterms:modified>
</cp:coreProperties>
</file>