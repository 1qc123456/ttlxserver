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6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3052800" cy="4698000"/>
          </a:xfrm>
        </p:spPr>
        <p:txBody>
          <a:bodyPr/>
          <a:p>
            <a:endParaRPr lang="zh-CN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19200" y="889200"/>
            <a:ext cx="4867200" cy="4777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蛋糕，是甜蜜的城堡，每一层奶油都似轻柔的云朵，包裹着细腻的幸福。</a:t>
            </a:r>
            <a:endParaRPr lang="zh-CN" altLang="en-US"/>
          </a:p>
          <a:p>
            <a:r>
              <a:rPr lang="zh-CN" altLang="en-US"/>
              <a:t>松软的蛋糕胚承载着满满的喜悦，在舌尖上绽放出梦幻的滋味，每一口都是对美好生活的甜蜜致敬。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WPS 演示</Application>
  <PresentationFormat>宽屏</PresentationFormat>
  <Paragraphs>3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156</cp:revision>
  <dcterms:created xsi:type="dcterms:W3CDTF">2019-06-19T02:08:00Z</dcterms:created>
  <dcterms:modified xsi:type="dcterms:W3CDTF">2025-05-19T03:08:08Z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9795CD5E6E7D49A4B2A5ECB8992E0EA8_11</vt:lpwstr>
  </property>
</Properties>
</file>