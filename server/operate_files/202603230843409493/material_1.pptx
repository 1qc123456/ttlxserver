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</p:sldIdLst>
  <p:sldSz cx="12192635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kiosk/>
    <p:sldAll/>
  </p:showPr>
  <p:clrMru>
    <a:srgbClr val="FFE38D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8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914400"/>
            <a:ext cx="9800165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3560400"/>
            <a:ext cx="9800165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490400"/>
            <a:ext cx="1097028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3848400"/>
            <a:ext cx="776956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4615200"/>
            <a:ext cx="776956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501200"/>
            <a:ext cx="517731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501200"/>
            <a:ext cx="517731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429200"/>
            <a:ext cx="5342926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1421729"/>
            <a:ext cx="5342926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555200"/>
            <a:ext cx="5233592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555200"/>
            <a:ext cx="522771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914400"/>
            <a:ext cx="1044103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914400"/>
            <a:ext cx="9170103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774000"/>
            <a:ext cx="1097388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2484000"/>
            <a:ext cx="9800165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3560400"/>
            <a:ext cx="9800165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608400"/>
            <a:ext cx="1097028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490400"/>
            <a:ext cx="1097028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6314400"/>
            <a:ext cx="396039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1298575" y="867410"/>
            <a:ext cx="4176000" cy="5364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870075" y="1080135"/>
            <a:ext cx="3024000" cy="4680000"/>
          </a:xfrm>
        </p:spPr>
        <p:txBody>
          <a:bodyPr>
            <a:noAutofit/>
          </a:bodyPr>
          <a:p>
            <a:r>
              <a:rPr lang="zh-CN" altLang="zh-CN" sz="13000" b="0">
                <a:solidFill>
                  <a:schemeClr val="accent6">
                    <a:lumMod val="40000"/>
                    <a:lumOff val="6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甜品</a:t>
            </a:r>
            <a:endParaRPr lang="zh-CN" altLang="zh-CN" sz="13000" b="0">
              <a:solidFill>
                <a:schemeClr val="accent6">
                  <a:lumMod val="40000"/>
                  <a:lumOff val="6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4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对角圆角矩形 3"/>
          <p:cNvSpPr/>
          <p:nvPr/>
        </p:nvSpPr>
        <p:spPr>
          <a:xfrm>
            <a:off x="474345" y="455295"/>
            <a:ext cx="11268000" cy="5976000"/>
          </a:xfrm>
          <a:prstGeom prst="round2DiagRect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73555" y="1068070"/>
            <a:ext cx="3147695" cy="4721860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文本框 5"/>
          <p:cNvSpPr txBox="1"/>
          <p:nvPr/>
        </p:nvSpPr>
        <p:spPr>
          <a:xfrm>
            <a:off x="6019800" y="890270"/>
            <a:ext cx="4868545" cy="477710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marL="571500" indent="-571500" fontAlgn="auto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900">
                <a:solidFill>
                  <a:schemeClr val="accent2"/>
                </a:solidFill>
                <a:latin typeface="楷体" panose="02010609060101010101" charset="-122"/>
                <a:ea typeface="楷体" panose="02010609060101010101" charset="-122"/>
              </a:rPr>
              <a:t>蛋糕，是甜蜜的城堡，每一层奶油都似轻柔的云朵，包裹着细腻的幸福。</a:t>
            </a:r>
            <a:endParaRPr lang="zh-CN" altLang="en-US" sz="2900">
              <a:solidFill>
                <a:schemeClr val="accent2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571500" indent="-571500" fontAlgn="auto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900">
                <a:solidFill>
                  <a:schemeClr val="accent2"/>
                </a:solidFill>
                <a:latin typeface="楷体" panose="02010609060101010101" charset="-122"/>
                <a:ea typeface="楷体" panose="02010609060101010101" charset="-122"/>
              </a:rPr>
              <a:t>松软的蛋糕胚承载着满满的喜悦，在舌尖上绽放出梦幻的滋味，每一口都是对美好生活的甜蜜致敬。</a:t>
            </a:r>
            <a:endParaRPr lang="zh-CN" altLang="en-US" sz="2900">
              <a:solidFill>
                <a:schemeClr val="accent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五角星 6"/>
          <p:cNvSpPr/>
          <p:nvPr/>
        </p:nvSpPr>
        <p:spPr>
          <a:xfrm rot="16200000">
            <a:off x="4368483" y="840948"/>
            <a:ext cx="1152000" cy="1152000"/>
          </a:xfrm>
          <a:prstGeom prst="star5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:split orient="vert"/>
      </p:transition>
    </mc:Choice>
    <mc:Fallback>
      <p:transition spd="slow">
        <p:split orient="vert"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演示</Application>
  <PresentationFormat>宽屏</PresentationFormat>
  <Paragraphs>5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WPS</vt:lpstr>
      <vt:lpstr>甜品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157</cp:revision>
  <dcterms:created xsi:type="dcterms:W3CDTF">2019-06-19T02:08:00Z</dcterms:created>
  <dcterms:modified xsi:type="dcterms:W3CDTF">2025-05-19T05:46:34Z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B2734414B8F348C098F4CB1B013364F6_11</vt:lpwstr>
  </property>
</Properties>
</file>