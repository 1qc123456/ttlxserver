
<file path=[Content_Types].xml><?xml version="1.0" encoding="utf-8"?>
<Types xmlns="http://schemas.openxmlformats.org/package/2006/content-types">
  <Default Extension="jpeg" ContentType="image/jpeg"/>
  <Default Extension="JPG" ContentType="image/.jpg"/>
  <Default Extension="wav" ContentType="audio/x-wa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6" r:id="rId4"/>
    <p:sldId id="257" r:id="rId5"/>
  </p:sldIdLst>
  <p:sldSz cx="9144000" cy="6858000" type="screen4x3"/>
  <p:notesSz cx="6858000" cy="9144000"/>
  <p:custDataLst>
    <p:tags r:id="rId9"/>
  </p:custDataLst>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71CA52"/>
    <a:srgbClr val="000000"/>
    <a:srgbClr val="00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howGuides="1">
      <p:cViewPr varScale="1">
        <p:scale>
          <a:sx n="69" d="100"/>
          <a:sy n="69" d="100"/>
        </p:scale>
        <p:origin x="96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66375B3-FB1D-4779-BCFD-FB1046013C1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068B49F-D0FD-4D65-BA30-B7C4996E5718}"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FFA968-AF8A-45FB-8A6B-5DE00ADDC57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78AFF9-587E-4E7F-9A32-A80C63460518}"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4602739-E55F-4D2E-8BEB-A4A2C906A233}"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863FDC6-C444-4F98-85B8-B9ECF052A36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EF6ECDC-0A86-4A8E-821B-D7CD9173A485}"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69641CE-7F49-4972-BBF7-C5EDC918407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1BAE88C-5A30-44E9-B994-E51668E12735}"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6A9B4A-DC6B-4C47-A28E-7358283C4F4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06AD93-DCEC-4AC5-8680-43339648B64C}"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剪贴画占位符 3"/>
          <p:cNvSpPr>
            <a:spLocks noGrp="1"/>
          </p:cNvSpPr>
          <p:nvPr>
            <p:ph type="clipArt" sz="half" idx="2"/>
          </p:nvPr>
        </p:nvSpPr>
        <p:spPr>
          <a:xfrm>
            <a:off x="4648200" y="1981200"/>
            <a:ext cx="3810000" cy="4114800"/>
          </a:xfrm>
        </p:spPr>
        <p:txBody>
          <a:bodyPr/>
          <a:lstStyle/>
          <a:p>
            <a:endParaRPr lang="zh-CN" altLang="en-US"/>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EC8C296C-9788-4265-A156-8C0A2504866B}"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C91E8F3-5799-4E46-ABFB-003BE7EDA4D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685800" y="2857500"/>
            <a:ext cx="7772400" cy="1143000"/>
          </a:xfrm>
        </p:spPr>
        <p:txBody>
          <a:bodyPr/>
          <a:p>
            <a:r>
              <a:rPr lang="zh-CN" altLang="en-US" sz="6900" b="1">
                <a:solidFill>
                  <a:srgbClr val="71CA52"/>
                </a:solidFill>
                <a:latin typeface="黑体" panose="02010609060101010101" charset="-122"/>
                <a:ea typeface="黑体" panose="02010609060101010101" charset="-122"/>
                <a:sym typeface="+mn-ea"/>
              </a:rPr>
              <a:t>全球第一只人工繁殖大熊猫</a:t>
            </a:r>
            <a:endParaRPr lang="zh-CN" altLang="en-US" sz="6900" b="1">
              <a:solidFill>
                <a:srgbClr val="71CA52"/>
              </a:solidFill>
              <a:latin typeface="黑体" panose="02010609060101010101" charset="-122"/>
              <a:ea typeface="黑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advTm="3000">
        <p:pull/>
        <p:sndAc>
          <p:stSnd>
            <p:snd r:embed="rId1" name="type.wav"/>
          </p:stSnd>
        </p:sndAc>
      </p:transition>
    </mc:Choice>
    <mc:Fallback>
      <p:transition spd="med" advTm="3000">
        <p:pull/>
        <p:sndAc>
          <p:stSnd>
            <p:snd r:embed="rId1" name="typ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zh-CN" altLang="en-US">
                <a:solidFill>
                  <a:srgbClr val="000101"/>
                </a:solidFill>
                <a:latin typeface="宋体" panose="02010600030101010101" pitchFamily="2" charset="-122"/>
              </a:rPr>
              <a:t>全球第一只人工繁殖大熊猫</a:t>
            </a:r>
            <a:endParaRPr lang="zh-CN" altLang="en-US">
              <a:solidFill>
                <a:srgbClr val="000101"/>
              </a:solidFill>
              <a:latin typeface="宋体" panose="02010600030101010101" pitchFamily="2" charset="-122"/>
            </a:endParaRPr>
          </a:p>
        </p:txBody>
      </p:sp>
      <p:sp>
        <p:nvSpPr>
          <p:cNvPr id="2051" name="Rectangle 3"/>
          <p:cNvSpPr>
            <a:spLocks noGrp="1" noChangeArrowheads="1"/>
          </p:cNvSpPr>
          <p:nvPr>
            <p:ph type="body" sz="half" idx="1"/>
          </p:nvPr>
        </p:nvSpPr>
        <p:spPr/>
        <p:txBody>
          <a:bodyPr/>
          <a:lstStyle/>
          <a:p>
            <a:pPr>
              <a:lnSpc>
                <a:spcPct val="90000"/>
              </a:lnSpc>
            </a:pPr>
            <a:r>
              <a:rPr lang="zh-CN" altLang="en-US" sz="2800">
                <a:solidFill>
                  <a:srgbClr val="000000"/>
                </a:solidFill>
                <a:latin typeface="宋体" panose="02010600030101010101" pitchFamily="2" charset="-122"/>
              </a:rPr>
              <a:t>今年全球第一只人工繁殖的大熊猫在卧龙中国保护大熊猫研究中心降生。这只幸运的大熊猫宝宝为雌性，体况良好，体重</a:t>
            </a:r>
            <a:r>
              <a:rPr lang="en-US" altLang="zh-CN" sz="2800">
                <a:solidFill>
                  <a:srgbClr val="000000"/>
                </a:solidFill>
              </a:rPr>
              <a:t>160</a:t>
            </a:r>
            <a:r>
              <a:rPr lang="zh-CN" altLang="en-US" sz="2800">
                <a:solidFill>
                  <a:srgbClr val="000000"/>
                </a:solidFill>
                <a:latin typeface="宋体" panose="02010600030101010101" pitchFamily="2" charset="-122"/>
              </a:rPr>
              <a:t>克，它的母亲是大熊猫家族的</a:t>
            </a:r>
            <a:r>
              <a:rPr lang="zh-CN" altLang="en-US" sz="2800">
                <a:solidFill>
                  <a:srgbClr val="000000"/>
                </a:solidFill>
              </a:rPr>
              <a:t>“</a:t>
            </a:r>
            <a:r>
              <a:rPr lang="zh-CN" altLang="en-US" sz="2800">
                <a:solidFill>
                  <a:srgbClr val="000000"/>
                </a:solidFill>
                <a:latin typeface="宋体" panose="02010600030101010101" pitchFamily="2" charset="-122"/>
              </a:rPr>
              <a:t>明星</a:t>
            </a:r>
            <a:r>
              <a:rPr lang="zh-CN" altLang="en-US" sz="2800">
                <a:solidFill>
                  <a:srgbClr val="000000"/>
                </a:solidFill>
              </a:rPr>
              <a:t>”</a:t>
            </a:r>
            <a:r>
              <a:rPr lang="en-US" altLang="zh-CN" sz="2800">
                <a:solidFill>
                  <a:srgbClr val="000000"/>
                </a:solidFill>
              </a:rPr>
              <a:t>———</a:t>
            </a:r>
            <a:r>
              <a:rPr lang="zh-CN" altLang="en-US" sz="2800">
                <a:solidFill>
                  <a:srgbClr val="000000"/>
                </a:solidFill>
                <a:latin typeface="宋体" panose="02010600030101010101" pitchFamily="2" charset="-122"/>
              </a:rPr>
              <a:t>逃跑新娘</a:t>
            </a:r>
            <a:r>
              <a:rPr lang="zh-CN" altLang="en-US" sz="2800">
                <a:solidFill>
                  <a:srgbClr val="000000"/>
                </a:solidFill>
              </a:rPr>
              <a:t>“</a:t>
            </a:r>
            <a:r>
              <a:rPr lang="zh-CN" altLang="en-US" sz="2800">
                <a:solidFill>
                  <a:srgbClr val="000000"/>
                </a:solidFill>
                <a:latin typeface="宋体" panose="02010600030101010101" pitchFamily="2" charset="-122"/>
              </a:rPr>
              <a:t>白雪</a:t>
            </a:r>
            <a:r>
              <a:rPr lang="zh-CN" altLang="en-US" sz="2800">
                <a:solidFill>
                  <a:srgbClr val="000000"/>
                </a:solidFill>
              </a:rPr>
              <a:t>”</a:t>
            </a:r>
            <a:r>
              <a:rPr lang="zh-CN" altLang="en-US" sz="2800">
                <a:solidFill>
                  <a:srgbClr val="000000"/>
                </a:solidFill>
                <a:latin typeface="宋体" panose="02010600030101010101" pitchFamily="2" charset="-122"/>
              </a:rPr>
              <a:t>。目前母女俩都平安。</a:t>
            </a:r>
            <a:r>
              <a:rPr lang="zh-CN" altLang="en-US" sz="2800"/>
              <a:t> </a:t>
            </a:r>
            <a:endParaRPr lang="zh-CN" altLang="en-US" sz="2800"/>
          </a:p>
        </p:txBody>
      </p:sp>
      <p:pic>
        <p:nvPicPr>
          <p:cNvPr id="2054" name="Picture 6" descr="D:\Documents and Settings\Administrator.LIU-ZAE2B0JV3F0\My Documents\My Pictures\雄猫.jpg"/>
          <p:cNvPicPr>
            <a:picLocks noGrp="1" noChangeAspect="1" noChangeArrowheads="1"/>
          </p:cNvPicPr>
          <p:nvPr>
            <p:ph type="clipArt" sz="half" idx="2"/>
          </p:nvPr>
        </p:nvPicPr>
        <p:blipFill>
          <a:blip r:embed="rId1">
            <a:extLst>
              <a:ext uri="{28A0092B-C50C-407E-A947-70E740481C1C}">
                <a14:useLocalDpi xmlns:a14="http://schemas.microsoft.com/office/drawing/2010/main" val="0"/>
              </a:ext>
            </a:extLst>
          </a:blip>
          <a:srcRect/>
          <a:stretch>
            <a:fillRect/>
          </a:stretch>
        </p:blipFill>
        <p:spPr>
          <a:xfrm>
            <a:off x="4648200" y="2613025"/>
            <a:ext cx="3810000" cy="2851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50" advTm="3000">
        <p:pull/>
        <p:sndAc>
          <p:stSnd>
            <p:snd r:embed="rId2" name="type.wav"/>
          </p:stSnd>
        </p:sndAc>
      </p:transition>
    </mc:Choice>
    <mc:Fallback>
      <p:transition spd="med" advTm="3000">
        <p:pull/>
        <p:sndAc>
          <p:stSnd>
            <p:snd r:embed="rId2"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dissolve">
                                      <p:cBhvr>
                                        <p:cTn id="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solidFill>
                  <a:srgbClr val="000000"/>
                </a:solidFill>
                <a:latin typeface="宋体" panose="02010600030101010101" pitchFamily="2" charset="-122"/>
              </a:rPr>
              <a:t>高龄大熊猫产妇</a:t>
            </a:r>
            <a:endParaRPr lang="zh-CN" altLang="en-US">
              <a:solidFill>
                <a:srgbClr val="000000"/>
              </a:solidFill>
              <a:latin typeface="宋体" panose="02010600030101010101" pitchFamily="2" charset="-122"/>
            </a:endParaRPr>
          </a:p>
        </p:txBody>
      </p:sp>
      <p:sp>
        <p:nvSpPr>
          <p:cNvPr id="3075" name="Rectangle 3"/>
          <p:cNvSpPr>
            <a:spLocks noGrp="1" noChangeArrowheads="1"/>
          </p:cNvSpPr>
          <p:nvPr>
            <p:ph type="body" idx="1"/>
          </p:nvPr>
        </p:nvSpPr>
        <p:spPr/>
        <p:txBody>
          <a:bodyPr/>
          <a:lstStyle/>
          <a:p>
            <a:r>
              <a:rPr lang="zh-CN" altLang="en-US">
                <a:solidFill>
                  <a:srgbClr val="000000"/>
                </a:solidFill>
                <a:latin typeface="宋体" panose="02010600030101010101" pitchFamily="2" charset="-122"/>
              </a:rPr>
              <a:t>卧龙中国保护大熊猫研究中心主任张和民介绍说，逃跑新娘</a:t>
            </a:r>
            <a:r>
              <a:rPr lang="zh-CN" altLang="en-US">
                <a:solidFill>
                  <a:srgbClr val="000000"/>
                </a:solidFill>
              </a:rPr>
              <a:t>“</a:t>
            </a:r>
            <a:r>
              <a:rPr lang="zh-CN" altLang="en-US">
                <a:solidFill>
                  <a:srgbClr val="000000"/>
                </a:solidFill>
                <a:latin typeface="宋体" panose="02010600030101010101" pitchFamily="2" charset="-122"/>
              </a:rPr>
              <a:t>白雪</a:t>
            </a:r>
            <a:r>
              <a:rPr lang="zh-CN" altLang="en-US">
                <a:solidFill>
                  <a:srgbClr val="000000"/>
                </a:solidFill>
              </a:rPr>
              <a:t>”</a:t>
            </a:r>
            <a:r>
              <a:rPr lang="zh-CN" altLang="en-US">
                <a:solidFill>
                  <a:srgbClr val="000000"/>
                </a:solidFill>
                <a:latin typeface="宋体" panose="02010600030101010101" pitchFamily="2" charset="-122"/>
              </a:rPr>
              <a:t>今年</a:t>
            </a:r>
            <a:r>
              <a:rPr lang="en-US" altLang="zh-CN">
                <a:solidFill>
                  <a:srgbClr val="000000"/>
                </a:solidFill>
              </a:rPr>
              <a:t>16</a:t>
            </a:r>
            <a:r>
              <a:rPr lang="zh-CN" altLang="en-US">
                <a:solidFill>
                  <a:srgbClr val="000000"/>
                </a:solidFill>
                <a:latin typeface="宋体" panose="02010600030101010101" pitchFamily="2" charset="-122"/>
              </a:rPr>
              <a:t>岁，相当于人类的</a:t>
            </a:r>
            <a:r>
              <a:rPr lang="en-US" altLang="zh-CN">
                <a:solidFill>
                  <a:srgbClr val="000000"/>
                </a:solidFill>
              </a:rPr>
              <a:t>50</a:t>
            </a:r>
            <a:r>
              <a:rPr lang="zh-CN" altLang="en-US">
                <a:solidFill>
                  <a:srgbClr val="000000"/>
                </a:solidFill>
                <a:latin typeface="宋体" panose="02010600030101010101" pitchFamily="2" charset="-122"/>
              </a:rPr>
              <a:t>岁，属高龄产妇。为确保她们母女健康，科研人员将小宝宝取出后放入育幼室进行精心监护，并加强了对高龄产妇</a:t>
            </a:r>
            <a:r>
              <a:rPr lang="zh-CN" altLang="en-US">
                <a:solidFill>
                  <a:srgbClr val="000000"/>
                </a:solidFill>
              </a:rPr>
              <a:t>“</a:t>
            </a:r>
            <a:r>
              <a:rPr lang="zh-CN" altLang="en-US">
                <a:solidFill>
                  <a:srgbClr val="000000"/>
                </a:solidFill>
                <a:latin typeface="宋体" panose="02010600030101010101" pitchFamily="2" charset="-122"/>
              </a:rPr>
              <a:t>白雪</a:t>
            </a:r>
            <a:r>
              <a:rPr lang="zh-CN" altLang="en-US">
                <a:solidFill>
                  <a:srgbClr val="000000"/>
                </a:solidFill>
              </a:rPr>
              <a:t>”</a:t>
            </a:r>
            <a:r>
              <a:rPr lang="zh-CN" altLang="en-US">
                <a:solidFill>
                  <a:srgbClr val="000000"/>
                </a:solidFill>
                <a:latin typeface="宋体" panose="02010600030101010101" pitchFamily="2" charset="-122"/>
              </a:rPr>
              <a:t>的调理。</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advTm="3000">
        <p:pull/>
        <p:sndAc>
          <p:stSnd>
            <p:snd r:embed="rId1" name="type.wav"/>
          </p:stSnd>
        </p:sndAc>
      </p:transition>
    </mc:Choice>
    <mc:Fallback>
      <p:transition spd="med" advTm="3000">
        <p:pull/>
        <p:sndAc>
          <p:stSnd>
            <p:snd r:embed="rId1" name="type.wav"/>
          </p:stSnd>
        </p:sndAc>
      </p:transition>
    </mc:Fallback>
  </mc:AlternateContent>
</p:sld>
</file>

<file path=ppt/tags/tag1.xml><?xml version="1.0" encoding="utf-8"?>
<p:tagLst xmlns:p="http://schemas.openxmlformats.org/presentationml/2006/main">
  <p:tag name="commondata" val="eyJoZGlkIjoiOTMxN2U1NGZiMzBiNTU5YWE4M2ZhMDFiOGE1NjViYzA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Words>
  <Application>WPS 演示</Application>
  <PresentationFormat>全屏显示(4:3)</PresentationFormat>
  <Paragraphs>10</Paragraphs>
  <Slides>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vt:i4>
      </vt:variant>
    </vt:vector>
  </HeadingPairs>
  <TitlesOfParts>
    <vt:vector size="13" baseType="lpstr">
      <vt:lpstr>Arial</vt:lpstr>
      <vt:lpstr>宋体</vt:lpstr>
      <vt:lpstr>Wingdings</vt:lpstr>
      <vt:lpstr>Times New Roman</vt:lpstr>
      <vt:lpstr>微软雅黑</vt:lpstr>
      <vt:lpstr>Arial Unicode MS</vt:lpstr>
      <vt:lpstr>Calibri</vt:lpstr>
      <vt:lpstr>等线</vt:lpstr>
      <vt:lpstr>黑体</vt:lpstr>
      <vt:lpstr>默认设计模板</vt:lpstr>
      <vt:lpstr>PowerPoint 演示文稿</vt:lpstr>
      <vt:lpstr>全球第一只人工繁殖大熊猫</vt:lpstr>
      <vt:lpstr>高龄大熊猫产妇</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全球第一只人工繁殖的大熊猫</dc:title>
  <dc:creator>liu</dc:creator>
  <cp:lastModifiedBy>zy</cp:lastModifiedBy>
  <cp:revision>5</cp:revision>
  <dcterms:created xsi:type="dcterms:W3CDTF">2006-07-28T00:56:00Z</dcterms:created>
  <dcterms:modified xsi:type="dcterms:W3CDTF">2024-01-11T08:25:48Z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8DFB061291634CFC9D383A23736F58E8_12</vt:lpwstr>
  </property>
  <property fmtid="{D5CDD505-2E9C-101B-9397-08002B2CF9AE}" pid="3" name="KSOProductBuildVer">
    <vt:lpwstr>2052-12.1.0.15712</vt:lpwstr>
  </property>
</Properties>
</file>