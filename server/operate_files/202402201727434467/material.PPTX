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Lst>
  <p:sldSz cx="9144000" cy="6858000" type="screen4x3"/>
  <p:notesSz cx="6858000" cy="9144000"/>
  <p:custDataLst>
    <p:tags r:id="rId8"/>
  </p:custDataLst>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howGuides="1">
      <p:cViewPr varScale="1">
        <p:scale>
          <a:sx n="69" d="100"/>
          <a:sy n="69" d="100"/>
        </p:scale>
        <p:origin x="96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66375B3-FB1D-4779-BCFD-FB1046013C1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068B49F-D0FD-4D65-BA30-B7C4996E5718}"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FFA968-AF8A-45FB-8A6B-5DE00ADDC57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78AFF9-587E-4E7F-9A32-A80C63460518}"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4602739-E55F-4D2E-8BEB-A4A2C906A233}"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863FDC6-C444-4F98-85B8-B9ECF052A36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EF6ECDC-0A86-4A8E-821B-D7CD9173A485}"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69641CE-7F49-4972-BBF7-C5EDC918407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1BAE88C-5A30-44E9-B994-E51668E12735}"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6A9B4A-DC6B-4C47-A28E-7358283C4F4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06AD93-DCEC-4AC5-8680-43339648B64C}"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剪贴画占位符 3"/>
          <p:cNvSpPr>
            <a:spLocks noGrp="1"/>
          </p:cNvSpPr>
          <p:nvPr>
            <p:ph type="clipArt" sz="half" idx="2"/>
          </p:nvPr>
        </p:nvSpPr>
        <p:spPr>
          <a:xfrm>
            <a:off x="4648200" y="1981200"/>
            <a:ext cx="3810000" cy="4114800"/>
          </a:xfrm>
        </p:spPr>
        <p:txBody>
          <a:bodyPr/>
          <a:lstStyle/>
          <a:p>
            <a:endParaRPr lang="zh-CN" altLang="en-US"/>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EC8C296C-9788-4265-A156-8C0A2504866B}"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C91E8F3-5799-4E46-ABFB-003BE7EDA4D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zh-CN" altLang="en-US">
                <a:solidFill>
                  <a:srgbClr val="000101"/>
                </a:solidFill>
                <a:latin typeface="宋体" panose="02010600030101010101" pitchFamily="2" charset="-122"/>
                <a:sym typeface="+mn-ea"/>
              </a:rPr>
              <a:t>全球第一只人工繁殖大熊猫</a:t>
            </a:r>
            <a:endParaRPr lang="zh-CN" altLang="en-US">
              <a:solidFill>
                <a:srgbClr val="000101"/>
              </a:solidFill>
              <a:latin typeface="宋体" panose="02010600030101010101" pitchFamily="2" charset="-122"/>
            </a:endParaRPr>
          </a:p>
        </p:txBody>
      </p:sp>
      <p:sp>
        <p:nvSpPr>
          <p:cNvPr id="2051" name="Rectangle 3"/>
          <p:cNvSpPr>
            <a:spLocks noGrp="1" noChangeArrowheads="1"/>
          </p:cNvSpPr>
          <p:nvPr>
            <p:ph type="body" sz="half" idx="1"/>
          </p:nvPr>
        </p:nvSpPr>
        <p:spPr/>
        <p:txBody>
          <a:bodyPr/>
          <a:lstStyle/>
          <a:p>
            <a:pPr>
              <a:lnSpc>
                <a:spcPct val="90000"/>
              </a:lnSpc>
            </a:pPr>
            <a:r>
              <a:rPr lang="zh-CN" altLang="en-US" sz="2800">
                <a:solidFill>
                  <a:srgbClr val="000000"/>
                </a:solidFill>
                <a:latin typeface="宋体" panose="02010600030101010101" pitchFamily="2" charset="-122"/>
              </a:rPr>
              <a:t>今年全球第一只人工繁殖的大熊猫在卧龙中国保护大熊猫研究中心降生。这只幸运的大熊猫宝宝为雌性，体况良好，体重</a:t>
            </a:r>
            <a:r>
              <a:rPr lang="en-US" altLang="zh-CN" sz="2800">
                <a:solidFill>
                  <a:srgbClr val="000000"/>
                </a:solidFill>
              </a:rPr>
              <a:t>160</a:t>
            </a:r>
            <a:r>
              <a:rPr lang="zh-CN" altLang="en-US" sz="2800">
                <a:solidFill>
                  <a:srgbClr val="000000"/>
                </a:solidFill>
                <a:latin typeface="宋体" panose="02010600030101010101" pitchFamily="2" charset="-122"/>
              </a:rPr>
              <a:t>克，它的母亲是大熊猫家族的</a:t>
            </a:r>
            <a:r>
              <a:rPr lang="zh-CN" altLang="en-US" sz="2800">
                <a:solidFill>
                  <a:srgbClr val="000000"/>
                </a:solidFill>
              </a:rPr>
              <a:t>“</a:t>
            </a:r>
            <a:r>
              <a:rPr lang="zh-CN" altLang="en-US" sz="2800">
                <a:solidFill>
                  <a:srgbClr val="000000"/>
                </a:solidFill>
                <a:latin typeface="宋体" panose="02010600030101010101" pitchFamily="2" charset="-122"/>
              </a:rPr>
              <a:t>明星</a:t>
            </a:r>
            <a:r>
              <a:rPr lang="zh-CN" altLang="en-US" sz="2800">
                <a:solidFill>
                  <a:srgbClr val="000000"/>
                </a:solidFill>
              </a:rPr>
              <a:t>”</a:t>
            </a:r>
            <a:r>
              <a:rPr lang="en-US" altLang="zh-CN" sz="2800">
                <a:solidFill>
                  <a:srgbClr val="000000"/>
                </a:solidFill>
              </a:rPr>
              <a:t>———</a:t>
            </a:r>
            <a:r>
              <a:rPr lang="zh-CN" altLang="en-US" sz="2800">
                <a:solidFill>
                  <a:srgbClr val="000000"/>
                </a:solidFill>
                <a:latin typeface="宋体" panose="02010600030101010101" pitchFamily="2" charset="-122"/>
              </a:rPr>
              <a:t>逃跑新娘</a:t>
            </a:r>
            <a:r>
              <a:rPr lang="zh-CN" altLang="en-US" sz="2800">
                <a:solidFill>
                  <a:srgbClr val="000000"/>
                </a:solidFill>
              </a:rPr>
              <a:t>“</a:t>
            </a:r>
            <a:r>
              <a:rPr lang="zh-CN" altLang="en-US" sz="2800">
                <a:solidFill>
                  <a:srgbClr val="000000"/>
                </a:solidFill>
                <a:latin typeface="宋体" panose="02010600030101010101" pitchFamily="2" charset="-122"/>
              </a:rPr>
              <a:t>白雪</a:t>
            </a:r>
            <a:r>
              <a:rPr lang="zh-CN" altLang="en-US" sz="2800">
                <a:solidFill>
                  <a:srgbClr val="000000"/>
                </a:solidFill>
              </a:rPr>
              <a:t>”</a:t>
            </a:r>
            <a:r>
              <a:rPr lang="zh-CN" altLang="en-US" sz="2800">
                <a:solidFill>
                  <a:srgbClr val="000000"/>
                </a:solidFill>
                <a:latin typeface="宋体" panose="02010600030101010101" pitchFamily="2" charset="-122"/>
              </a:rPr>
              <a:t>。目前母女俩都平安。</a:t>
            </a:r>
            <a:r>
              <a:rPr lang="zh-CN" altLang="en-US" sz="2800"/>
              <a:t> </a:t>
            </a:r>
            <a:endParaRPr lang="zh-CN" altLang="en-US" sz="2800"/>
          </a:p>
        </p:txBody>
      </p:sp>
      <p:pic>
        <p:nvPicPr>
          <p:cNvPr id="2054" name="Picture 6" descr="D:\Documents and Settings\Administrator.LIU-ZAE2B0JV3F0\My Documents\My Pictures\雄猫.jpg"/>
          <p:cNvPicPr>
            <a:picLocks noGrp="1" noChangeAspect="1" noChangeArrowheads="1"/>
          </p:cNvPicPr>
          <p:nvPr>
            <p:ph type="clipArt" sz="half" idx="2"/>
          </p:nvPr>
        </p:nvPicPr>
        <p:blipFill>
          <a:blip r:embed="rId1">
            <a:extLst>
              <a:ext uri="{28A0092B-C50C-407E-A947-70E740481C1C}">
                <a14:useLocalDpi xmlns:a14="http://schemas.microsoft.com/office/drawing/2010/main" val="0"/>
              </a:ext>
            </a:extLst>
          </a:blip>
          <a:srcRect/>
          <a:stretch>
            <a:fillRect/>
          </a:stretch>
        </p:blipFill>
        <p:spPr>
          <a:xfrm>
            <a:off x="4648200" y="2613025"/>
            <a:ext cx="3810000" cy="2851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solidFill>
                  <a:srgbClr val="000000"/>
                </a:solidFill>
                <a:latin typeface="宋体" panose="02010600030101010101" pitchFamily="2" charset="-122"/>
              </a:rPr>
              <a:t>高龄大熊猫产妇</a:t>
            </a:r>
            <a:endParaRPr lang="zh-CN" altLang="en-US">
              <a:solidFill>
                <a:srgbClr val="000000"/>
              </a:solidFill>
              <a:latin typeface="宋体" panose="02010600030101010101" pitchFamily="2" charset="-122"/>
            </a:endParaRPr>
          </a:p>
        </p:txBody>
      </p:sp>
      <p:sp>
        <p:nvSpPr>
          <p:cNvPr id="3075" name="Rectangle 3"/>
          <p:cNvSpPr>
            <a:spLocks noGrp="1" noChangeArrowheads="1"/>
          </p:cNvSpPr>
          <p:nvPr>
            <p:ph type="body" idx="1"/>
          </p:nvPr>
        </p:nvSpPr>
        <p:spPr/>
        <p:txBody>
          <a:bodyPr/>
          <a:lstStyle/>
          <a:p>
            <a:r>
              <a:rPr lang="zh-CN" altLang="en-US">
                <a:solidFill>
                  <a:srgbClr val="000000"/>
                </a:solidFill>
                <a:latin typeface="宋体" panose="02010600030101010101" pitchFamily="2" charset="-122"/>
              </a:rPr>
              <a:t>卧龙中国保护大熊猫研究中心主任张和民介绍说，逃跑新娘</a:t>
            </a:r>
            <a:r>
              <a:rPr lang="zh-CN" altLang="en-US">
                <a:solidFill>
                  <a:srgbClr val="000000"/>
                </a:solidFill>
              </a:rPr>
              <a:t>“</a:t>
            </a:r>
            <a:r>
              <a:rPr lang="zh-CN" altLang="en-US">
                <a:solidFill>
                  <a:srgbClr val="000000"/>
                </a:solidFill>
                <a:latin typeface="宋体" panose="02010600030101010101" pitchFamily="2" charset="-122"/>
              </a:rPr>
              <a:t>白雪</a:t>
            </a:r>
            <a:r>
              <a:rPr lang="zh-CN" altLang="en-US">
                <a:solidFill>
                  <a:srgbClr val="000000"/>
                </a:solidFill>
              </a:rPr>
              <a:t>”</a:t>
            </a:r>
            <a:r>
              <a:rPr lang="zh-CN" altLang="en-US">
                <a:solidFill>
                  <a:srgbClr val="000000"/>
                </a:solidFill>
                <a:latin typeface="宋体" panose="02010600030101010101" pitchFamily="2" charset="-122"/>
              </a:rPr>
              <a:t>今年</a:t>
            </a:r>
            <a:r>
              <a:rPr lang="en-US" altLang="zh-CN">
                <a:solidFill>
                  <a:srgbClr val="000000"/>
                </a:solidFill>
              </a:rPr>
              <a:t>16</a:t>
            </a:r>
            <a:r>
              <a:rPr lang="zh-CN" altLang="en-US">
                <a:solidFill>
                  <a:srgbClr val="000000"/>
                </a:solidFill>
                <a:latin typeface="宋体" panose="02010600030101010101" pitchFamily="2" charset="-122"/>
              </a:rPr>
              <a:t>岁，相当于人类的</a:t>
            </a:r>
            <a:r>
              <a:rPr lang="en-US" altLang="zh-CN">
                <a:solidFill>
                  <a:srgbClr val="000000"/>
                </a:solidFill>
              </a:rPr>
              <a:t>50</a:t>
            </a:r>
            <a:r>
              <a:rPr lang="zh-CN" altLang="en-US">
                <a:solidFill>
                  <a:srgbClr val="000000"/>
                </a:solidFill>
                <a:latin typeface="宋体" panose="02010600030101010101" pitchFamily="2" charset="-122"/>
              </a:rPr>
              <a:t>岁，属高龄产妇。为确保她们母女健康，科研人员将小宝宝取出后放入育幼室进行精心监护，并加强了对高龄产妇</a:t>
            </a:r>
            <a:r>
              <a:rPr lang="zh-CN" altLang="en-US">
                <a:solidFill>
                  <a:srgbClr val="000000"/>
                </a:solidFill>
              </a:rPr>
              <a:t>“</a:t>
            </a:r>
            <a:r>
              <a:rPr lang="zh-CN" altLang="en-US">
                <a:solidFill>
                  <a:srgbClr val="000000"/>
                </a:solidFill>
                <a:latin typeface="宋体" panose="02010600030101010101" pitchFamily="2" charset="-122"/>
              </a:rPr>
              <a:t>白雪</a:t>
            </a:r>
            <a:r>
              <a:rPr lang="zh-CN" altLang="en-US">
                <a:solidFill>
                  <a:srgbClr val="000000"/>
                </a:solidFill>
              </a:rPr>
              <a:t>”</a:t>
            </a:r>
            <a:r>
              <a:rPr lang="zh-CN" altLang="en-US">
                <a:solidFill>
                  <a:srgbClr val="000000"/>
                </a:solidFill>
                <a:latin typeface="宋体" panose="02010600030101010101" pitchFamily="2" charset="-122"/>
              </a:rPr>
              <a:t>的调理。</a:t>
            </a:r>
            <a:r>
              <a:rPr lang="zh-CN" altLang="en-US"/>
              <a:t> </a:t>
            </a:r>
            <a:endParaRPr lang="zh-CN" altLang="en-US"/>
          </a:p>
        </p:txBody>
      </p:sp>
    </p:spTree>
  </p:cSld>
  <p:clrMapOvr>
    <a:masterClrMapping/>
  </p:clrMapOvr>
</p:sld>
</file>

<file path=ppt/tags/tag1.xml><?xml version="1.0" encoding="utf-8"?>
<p:tagLst xmlns:p="http://schemas.openxmlformats.org/presentationml/2006/main">
  <p:tag name="commondata" val="eyJoZGlkIjoiOTMxN2U1NGZiMzBiNTU5YWE4M2ZhMDFiOGE1NjViYzA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Words>
  <Application>WPS 演示</Application>
  <PresentationFormat>全屏显示(4:3)</PresentationFormat>
  <Paragraphs>8</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Times New Roman</vt:lpstr>
      <vt:lpstr>微软雅黑</vt:lpstr>
      <vt:lpstr>Arial Unicode MS</vt:lpstr>
      <vt:lpstr>Calibri</vt:lpstr>
      <vt:lpstr>默认设计模板</vt:lpstr>
      <vt:lpstr>PowerPoint 演示文稿</vt:lpstr>
      <vt:lpstr>高龄大熊猫产妇</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全球第一只人工繁殖的大熊猫</dc:title>
  <dc:creator>liu</dc:creator>
  <cp:lastModifiedBy>zy</cp:lastModifiedBy>
  <cp:revision>6</cp:revision>
  <dcterms:created xsi:type="dcterms:W3CDTF">2006-07-28T00:56:00Z</dcterms:created>
  <dcterms:modified xsi:type="dcterms:W3CDTF">2024-01-11T08:20:47Z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026E1287C78340BD9FD1A26637789D1A_12</vt:lpwstr>
  </property>
  <property fmtid="{D5CDD505-2E9C-101B-9397-08002B2CF9AE}" pid="3" name="KSOProductBuildVer">
    <vt:lpwstr>2052-12.1.0.15712</vt:lpwstr>
  </property>
</Properties>
</file>