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" showSpecialPlsOnTitleSld="0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</p:sldIdLst>
  <p:sldSz cx="12192635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kiosk/>
    <p:sldRg st="1" end="3"/>
  </p:showPr>
  <p:clrMru>
    <a:srgbClr val="BDD7EE"/>
    <a:srgbClr val="FFFFFF"/>
    <a:srgbClr val="DCF5F9"/>
    <a:srgbClr val="79DE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6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6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914400"/>
            <a:ext cx="9800165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3560400"/>
            <a:ext cx="9800165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千年雅韵映风华</a:t>
            </a:r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490400"/>
            <a:ext cx="1097028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3848400"/>
            <a:ext cx="7769565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4615200"/>
            <a:ext cx="7769565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501200"/>
            <a:ext cx="517731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501200"/>
            <a:ext cx="517731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429200"/>
            <a:ext cx="5342926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421729"/>
            <a:ext cx="5342926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854000"/>
            <a:ext cx="5342926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608400"/>
            <a:ext cx="1097028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555200"/>
            <a:ext cx="5233592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555200"/>
            <a:ext cx="5227715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 dirty="0"/>
              <a:t>千年雅韵映风华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914400"/>
            <a:ext cx="1044103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914400"/>
            <a:ext cx="9170103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774000"/>
            <a:ext cx="1097388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zh-CN" altLang="en-US"/>
              <a:t>千年雅韵映风华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2484000"/>
            <a:ext cx="9800165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3560400"/>
            <a:ext cx="9800165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608400"/>
            <a:ext cx="1097028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490400"/>
            <a:ext cx="1097028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6314400"/>
            <a:ext cx="396039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千年雅韵映风华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6314400"/>
            <a:ext cx="2700266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球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" y="0"/>
            <a:ext cx="494284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p>
            <a:pPr algn="ctr"/>
            <a:r>
              <a:rPr lang="zh-CN" altLang="zh-CN" sz="7200" u="sng">
                <a:latin typeface="宋体" panose="02010600030101010101" pitchFamily="2" charset="-122"/>
                <a:ea typeface="宋体" panose="02010600030101010101" pitchFamily="2" charset="-122"/>
              </a:rPr>
              <a:t>素瓷承运</a:t>
            </a:r>
            <a:endParaRPr lang="zh-CN" altLang="zh-CN" sz="7200" u="sng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26680" y="63030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 advClick="0" advTm="2000">
        <p:newsflash/>
      </p:transition>
    </mc:Choice>
    <mc:Fallback>
      <p:transition spd="med" advClick="0" advTm="2000">
        <p:newsflash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球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600" y="0"/>
            <a:ext cx="4942840" cy="6858000"/>
          </a:xfrm>
          <a:prstGeom prst="rect">
            <a:avLst/>
          </a:prstGeom>
        </p:spPr>
      </p:pic>
      <p:pic>
        <p:nvPicPr>
          <p:cNvPr id="5" name="图片 4" descr="杯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275" y="3438525"/>
            <a:ext cx="3743325" cy="34194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球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V="1">
            <a:off x="600" y="0"/>
            <a:ext cx="4942840" cy="6858000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5332695" y="0"/>
            <a:ext cx="6840000" cy="2412000"/>
          </a:xfrm>
          <a:prstGeom prst="roundRect">
            <a:avLst/>
          </a:prstGeom>
          <a:solidFill>
            <a:srgbClr val="BDD7EE"/>
          </a:solidFill>
          <a:ln>
            <a:noFill/>
          </a:ln>
          <a:effectLst>
            <a:reflection blurRad="6350" stA="50000" endA="300" endPos="90000" dist="50800" dir="5400000" sy="-100000" algn="bl" rotWithShape="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杯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275" y="3438525"/>
            <a:ext cx="3743325" cy="34194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363810" y="3438525"/>
            <a:ext cx="3085465" cy="3103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</a:rPr>
              <a:t>茶香袅袅，岁月静好。一杯清茶，承载着时光的温柔。</a:t>
            </a:r>
            <a:endParaRPr lang="en-US" altLang="zh-CN" sz="3600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WPS 演示</Application>
  <PresentationFormat>宽屏</PresentationFormat>
  <Paragraphs>4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等线</vt:lpstr>
      <vt:lpstr>微软雅黑</vt:lpstr>
      <vt:lpstr>Arial Unicode MS</vt:lpstr>
      <vt:lpstr>Calibri</vt:lpstr>
      <vt:lpstr>WPS</vt:lpstr>
      <vt:lpstr>素瓷承运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158</cp:revision>
  <dcterms:created xsi:type="dcterms:W3CDTF">2019-06-19T02:08:00Z</dcterms:created>
  <dcterms:modified xsi:type="dcterms:W3CDTF">2025-03-11T08:21:49Z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FB288223D5C648008FE3C9A4C0CD73CB_11</vt:lpwstr>
  </property>
</Properties>
</file>