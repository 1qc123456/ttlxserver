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858000" cy="12192635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384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5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25" y="1625760"/>
            <a:ext cx="5512050" cy="457005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6330223"/>
            <a:ext cx="5512050" cy="261785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225" y="2649861"/>
            <a:ext cx="6170175" cy="846163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6842274"/>
            <a:ext cx="4369950" cy="136333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8205608"/>
            <a:ext cx="4369950" cy="1542552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2669063"/>
            <a:ext cx="2911950" cy="844243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2669063"/>
            <a:ext cx="2911950" cy="8442431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2541050"/>
            <a:ext cx="3005100" cy="678467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3296325"/>
            <a:ext cx="3005100" cy="78151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09" y="2527767"/>
            <a:ext cx="3005100" cy="67846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09" y="3296325"/>
            <a:ext cx="3005100" cy="78151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765072"/>
            <a:ext cx="2943606" cy="8192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765072"/>
            <a:ext cx="2940300" cy="8192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1625760"/>
            <a:ext cx="587250" cy="894168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1625760"/>
            <a:ext cx="5157675" cy="894168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376135"/>
            <a:ext cx="6172200" cy="974816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4416435"/>
            <a:ext cx="5512050" cy="181137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6330223"/>
            <a:ext cx="5512050" cy="838483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2225" y="1081707"/>
            <a:ext cx="6170175" cy="12545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2225" y="2649861"/>
            <a:ext cx="6170175" cy="8461633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4250" y="11226705"/>
            <a:ext cx="151875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15250" y="11226705"/>
            <a:ext cx="222750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93650" y="11226705"/>
            <a:ext cx="151875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</cp:lastModifiedBy>
  <cp:revision>155</cp:revision>
  <dcterms:created xsi:type="dcterms:W3CDTF">2019-06-19T02:08:00Z</dcterms:created>
  <dcterms:modified xsi:type="dcterms:W3CDTF">2025-03-11T05:57:02Z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FDD38C58682A45F48EB3B0F3EB94E6ED_11</vt:lpwstr>
  </property>
</Properties>
</file>