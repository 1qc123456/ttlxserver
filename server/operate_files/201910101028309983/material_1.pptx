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96" y="-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2FCEA-8FB3-4A6D-953D-8BCD444946EB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3805A-8211-449E-A244-1A0D7B26D3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690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249E-1225-4896-8F97-28C454DEE05C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0AD2-D3FD-4F31-8D3C-C1571B02292A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35C43-0B54-403C-8F0D-741554ADC803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E8DE-0E44-4B89-8442-1F1E33319DD0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BB7E7-F022-42E4-9199-EFADA31BD30D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4B5C-E95A-4329-B499-2FA634685A8A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ECAA-81F7-4984-AC04-A4348CC5D750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E4977-8FC5-4528-8111-6583A7FD51BD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E48AD-AE34-40B0-AA75-D116AF3CCF79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92B3-6951-4DEF-BEC5-3F9B6A438FDA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90824-CEE8-4CA6-B9B5-95F1A7188A41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EF6C5C1-5068-4940-B27E-DB39FD7FACDC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b="1" dirty="0" smtClean="0">
                <a:latin typeface="黑体" pitchFamily="49" charset="-122"/>
                <a:ea typeface="黑体" pitchFamily="49" charset="-122"/>
              </a:rPr>
              <a:t>西部大开发</a:t>
            </a:r>
            <a:endParaRPr lang="zh-CN" altLang="en-US" sz="5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/>
              <a:t>2009</a:t>
            </a:r>
            <a:r>
              <a:rPr lang="zh-CN" altLang="en-US" sz="2000" dirty="0" smtClean="0"/>
              <a:t>年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月</a:t>
            </a:r>
            <a:r>
              <a:rPr lang="en-US" altLang="zh-CN" sz="2000" dirty="0" smtClean="0"/>
              <a:t>20</a:t>
            </a:r>
            <a:r>
              <a:rPr lang="zh-CN" altLang="en-US" sz="2000" dirty="0" smtClean="0"/>
              <a:t>日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F66CD-4F19-4BC2-B44C-7EABAED3DDFB}" type="datetime1">
              <a:rPr lang="zh-CN" altLang="en-US" smtClean="0"/>
              <a:t>2021/5/24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715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五大事项</a:t>
            </a:r>
            <a:endParaRPr lang="zh-CN" altLang="en-US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EC39B-244B-47D4-AC68-1AED35E21FE7}" type="datetime1">
              <a:rPr lang="zh-CN" altLang="en-US" smtClean="0"/>
              <a:t>2021/5/24</a:t>
            </a:fld>
            <a:endParaRPr lang="zh-CN" altLang="en-US"/>
          </a:p>
        </p:txBody>
      </p:sp>
      <p:pic>
        <p:nvPicPr>
          <p:cNvPr id="1026" name="Picture 2" descr="C:\Users\86133\Desktop\PPT\016_幻灯片满分素材文件.jpg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600" y="2420888"/>
            <a:ext cx="360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451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</TotalTime>
  <Words>14</Words>
  <Application>Microsoft Office PowerPoint</Application>
  <PresentationFormat>全屏显示(4:3)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流畅</vt:lpstr>
      <vt:lpstr>西部大开发</vt:lpstr>
      <vt:lpstr>五大事项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2</cp:revision>
  <dcterms:created xsi:type="dcterms:W3CDTF">2019-10-09T10:24:52Z</dcterms:created>
  <dcterms:modified xsi:type="dcterms:W3CDTF">2021-05-24T02:09:57Z</dcterms:modified>
</cp:coreProperties>
</file>