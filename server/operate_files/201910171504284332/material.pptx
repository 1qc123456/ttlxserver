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1AF23-99B3-493E-B5CC-C3B2CA5AD909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FF4F7-FE50-4640-AA7F-F4A25D1B75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98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22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502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2</cp:revision>
  <dcterms:created xsi:type="dcterms:W3CDTF">2019-10-17T06:38:30Z</dcterms:created>
  <dcterms:modified xsi:type="dcterms:W3CDTF">2019-10-17T07:03:10Z</dcterms:modified>
</cp:coreProperties>
</file>