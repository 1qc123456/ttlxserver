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1AF23-99B3-493E-B5CC-C3B2CA5AD909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FF4F7-FE50-4640-AA7F-F4A25D1B7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98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4AE82-3366-4D72-821B-812D209D8E9A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8240F27-C1B6-4CF2-B68E-32A5E390F654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58938B-269F-408F-A8EF-92EFFF05425B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B31870-0603-4E67-9F32-7726F01449CE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E09DD1-310E-49F6-BAE9-18DA7A553B4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AB49FA-F4AD-4B41-BB71-C9FA613FE69C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4B74EF-1143-4892-8B4E-BFB385C432F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FF9BB1-A1F6-4082-95BF-0375F57A63A0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B774F7-8E0D-4E15-9015-4FCFD6B7A1DE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5D7C66-CAA4-4650-827A-135F36B35CCA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BBDA84-092C-4CA1-8145-B05417EACF5B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62ECFC6-D46F-4958-A757-68DBADA90E0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zh-CN" altLang="en-US" smtClean="0"/>
              <a:t>古典名著赏析</a:t>
            </a:r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571500" indent="-571500">
              <a:buFont typeface="Wingdings" pitchFamily="2" charset="2"/>
              <a:buChar char="l"/>
            </a:pPr>
            <a:r>
              <a:rPr lang="zh-CN" altLang="en-US" dirty="0" smtClean="0"/>
              <a:t>古典名著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22142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古典名著赏析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502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775" y="2736850"/>
            <a:ext cx="3810000" cy="2222500"/>
          </a:xfr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古典名著赏析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496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</TotalTime>
  <Words>8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夏至</vt:lpstr>
      <vt:lpstr>古典名著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2019-10-17T06:38:30Z</dcterms:created>
  <dcterms:modified xsi:type="dcterms:W3CDTF">2021-05-07T02:32:35Z</dcterms:modified>
</cp:coreProperties>
</file>