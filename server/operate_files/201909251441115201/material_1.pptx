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av" ContentType="audio/wav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9" r:id="rId2"/>
    <p:sldId id="256" r:id="rId3"/>
    <p:sldId id="257" r:id="rId4"/>
    <p:sldId id="258" r:id="rId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84" y="-81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35CFE6A-6076-4979-998D-CFA58E9CD3CC}" type="datetimeFigureOut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D5878A-E72C-4923-85A3-D80B6454D35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7025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5" Type="http://schemas.openxmlformats.org/officeDocument/2006/relationships/audio" Target="../media/audio1.wav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5" Type="http://schemas.openxmlformats.org/officeDocument/2006/relationships/audio" Target="../media/audio1.wav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5" Type="http://schemas.openxmlformats.org/officeDocument/2006/relationships/audio" Target="../media/audio1.wav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5" Type="http://schemas.openxmlformats.org/officeDocument/2006/relationships/audio" Target="../media/audio1.wav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5" Type="http://schemas.openxmlformats.org/officeDocument/2006/relationships/audio" Target="../media/audio1.wav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5" Type="http://schemas.openxmlformats.org/officeDocument/2006/relationships/audio" Target="../media/audio1.wav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5" Type="http://schemas.openxmlformats.org/officeDocument/2006/relationships/audio" Target="../media/audio1.wav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5" Type="http://schemas.openxmlformats.org/officeDocument/2006/relationships/audio" Target="../media/audio1.wav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5" Type="http://schemas.openxmlformats.org/officeDocument/2006/relationships/audio" Target="../media/audio1.wav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  <a:lum bright="-10000" contrast="-40000"/>
          </a:blip>
          <a:stretch>
            <a:fillRect/>
          </a:stretch>
        </p:blipFill>
        <p:spPr>
          <a:xfrm>
            <a:off x="1" y="5214950"/>
            <a:ext cx="1472173" cy="16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1214422"/>
            <a:ext cx="7772400" cy="1470025"/>
          </a:xfrm>
        </p:spPr>
        <p:txBody>
          <a:bodyPr/>
          <a:lstStyle>
            <a:lvl1pPr algn="ctr">
              <a:defRPr sz="4800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1733" y="2759581"/>
            <a:ext cx="6100534" cy="1740989"/>
          </a:xfrm>
        </p:spPr>
        <p:txBody>
          <a:bodyPr anchor="t"/>
          <a:lstStyle>
            <a:lvl1pPr marL="0" indent="0" algn="ctr">
              <a:buNone/>
              <a:defRPr lang="zh-CN" altLang="en-US" dirty="0">
                <a:effectLst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0" lang="zh-CN" altLang="en-US" smtClean="0"/>
              <a:t>单击此处编辑母版副标题样式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56BA98-271E-4623-9A37-0B2C31888026}" type="datetime1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  <p:sndAc>
          <p:stSnd>
            <p:snd r:embed="rId1" name="wind.wav"/>
          </p:stSnd>
        </p:sndAc>
      </p:transition>
    </mc:Choice>
    <mc:Fallback xmlns="">
      <p:transition spd="slow">
        <p:fade/>
        <p:sndAc>
          <p:stSnd>
            <p:snd r:embed="rId4" name="wind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3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4EF4B0-E227-40D0-9DE1-1CF7CD2CC4E0}" type="datetime1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  <p:sndAc>
          <p:stSnd>
            <p:snd r:embed="rId1" name="wind.wav"/>
          </p:stSnd>
        </p:sndAc>
      </p:transition>
    </mc:Choice>
    <mc:Fallback xmlns="">
      <p:transition spd="slow">
        <p:fade/>
        <p:sndAc>
          <p:stSnd>
            <p:snd r:embed="rId5" name="wind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143369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643182"/>
            <a:ext cx="7772400" cy="1500187"/>
          </a:xfrm>
        </p:spPr>
        <p:txBody>
          <a:bodyPr anchor="b"/>
          <a:lstStyle>
            <a:lvl1pPr marL="0" indent="0">
              <a:buNone/>
              <a:defRPr lang="zh-CN" altLang="en-US" sz="2800" smtClean="0">
                <a:effectLst/>
              </a:defRPr>
            </a:lvl1pPr>
            <a:lvl2pPr marL="457200" indent="0">
              <a:buNone/>
              <a:defRPr lang="zh-CN" altLang="en-US" sz="2400" smtClean="0">
                <a:effectLst/>
              </a:defRPr>
            </a:lvl2pPr>
            <a:lvl3pPr marL="914400" indent="0">
              <a:buNone/>
              <a:defRPr lang="zh-CN" altLang="en-US" sz="2000" smtClean="0">
                <a:effectLst/>
              </a:defRPr>
            </a:lvl3pPr>
            <a:lvl4pPr marL="1371600" indent="0">
              <a:buNone/>
              <a:defRPr lang="zh-CN" altLang="en-US" sz="1600" smtClean="0">
                <a:effectLst/>
              </a:defRPr>
            </a:lvl4pPr>
            <a:lvl5pPr marL="1828800" indent="0">
              <a:buNone/>
              <a:defRPr lang="zh-CN" altLang="en-US" sz="1400" dirty="0" smtClean="0">
                <a:effectLst/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65A36-FF96-42C6-A53F-1FB56FD3D792}" type="datetime1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duotone>
              <a:schemeClr val="bg2"/>
              <a:srgbClr val="FFF1C1"/>
            </a:duotone>
            <a:lum bright="-10000" contrast="-30000"/>
          </a:blip>
          <a:stretch>
            <a:fillRect/>
          </a:stretch>
        </p:blipFill>
        <p:spPr>
          <a:xfrm>
            <a:off x="7480636" y="0"/>
            <a:ext cx="1663364" cy="2357430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  <p:sndAc>
          <p:stSnd>
            <p:snd r:embed="rId1" name="wind.wav"/>
          </p:stSnd>
        </p:sndAc>
      </p:transition>
    </mc:Choice>
    <mc:Fallback xmlns="">
      <p:transition spd="slow">
        <p:fade/>
        <p:sndAc>
          <p:stSnd>
            <p:snd r:embed="rId4" name="wind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655200" cy="6858000"/>
          </a:xfrm>
          <a:prstGeom prst="rect">
            <a:avLst/>
          </a:prstGeom>
          <a:blipFill>
            <a:blip r:embed="rId3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CE0405-F2C7-49BF-851A-B0E3898D122D}" type="datetime1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  <p:sndAc>
          <p:stSnd>
            <p:snd r:embed="rId1" name="wind.wav"/>
          </p:stSnd>
        </p:sndAc>
      </p:transition>
    </mc:Choice>
    <mc:Fallback xmlns="">
      <p:transition spd="slow">
        <p:fade/>
        <p:sndAc>
          <p:stSnd>
            <p:snd r:embed="rId5" name="wind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0"/>
            <a:ext cx="640800" cy="6858000"/>
          </a:xfrm>
          <a:prstGeom prst="rect">
            <a:avLst/>
          </a:prstGeom>
          <a:blipFill>
            <a:blip r:embed="rId3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B6B82-7BFA-4E30-8602-2CE8C7026497}" type="datetime1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4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  <p:sndAc>
          <p:stSnd>
            <p:snd r:embed="rId1" name="wind.wav"/>
          </p:stSnd>
        </p:sndAc>
      </p:transition>
    </mc:Choice>
    <mc:Fallback xmlns="">
      <p:transition spd="slow">
        <p:fade/>
        <p:sndAc>
          <p:stSnd>
            <p:snd r:embed="rId5" name="wind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3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3CE22-77D2-4342-9812-0FCED0580D63}" type="datetime1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4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  <p:sndAc>
          <p:stSnd>
            <p:snd r:embed="rId1" name="wind.wav"/>
          </p:stSnd>
        </p:sndAc>
      </p:transition>
    </mc:Choice>
    <mc:Fallback xmlns="">
      <p:transition spd="slow">
        <p:fade/>
        <p:sndAc>
          <p:stSnd>
            <p:snd r:embed="rId5" name="wind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3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5A524-8EA2-45BB-A6D6-B5D8E397A965}" type="datetime1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  <p:sndAc>
          <p:stSnd>
            <p:snd r:embed="rId1" name="wind.wav"/>
          </p:stSnd>
        </p:sndAc>
      </p:transition>
    </mc:Choice>
    <mc:Fallback xmlns="">
      <p:transition spd="slow">
        <p:fade/>
        <p:sndAc>
          <p:stSnd>
            <p:snd r:embed="rId5" name="wind.wav"/>
          </p:stSnd>
        </p:sndAc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673200" cy="6858000"/>
          </a:xfrm>
          <a:prstGeom prst="rect">
            <a:avLst/>
          </a:prstGeom>
          <a:blipFill>
            <a:blip r:embed="rId3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1175" y="5357826"/>
            <a:ext cx="8226225" cy="768028"/>
          </a:xfrm>
        </p:spPr>
        <p:txBody>
          <a:bodyPr anchor="ctr"/>
          <a:lstStyle>
            <a:lvl1pPr algn="ctr">
              <a:defRPr lang="zh-CN" altLang="en-US" sz="3600" b="0" kern="1200" spc="50" dirty="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0382" y="428604"/>
            <a:ext cx="5111750" cy="48577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679086" y="1357298"/>
            <a:ext cx="3008313" cy="392909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B79DA1-A086-4329-B950-0083DA82A4B5}" type="datetime1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  <p:sndAc>
          <p:stSnd>
            <p:snd r:embed="rId1" name="wind.wav"/>
          </p:stSnd>
        </p:sndAc>
      </p:transition>
    </mc:Choice>
    <mc:Fallback xmlns="">
      <p:transition spd="slow">
        <p:fade/>
        <p:sndAc>
          <p:stSnd>
            <p:snd r:embed="rId5" name="wind.wav"/>
          </p:stSnd>
        </p:sndAc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3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5298" y="214290"/>
            <a:ext cx="7448602" cy="781052"/>
          </a:xfrm>
        </p:spPr>
        <p:txBody>
          <a:bodyPr anchor="ctr"/>
          <a:lstStyle>
            <a:lvl1pPr algn="ctr" rtl="0">
              <a:spcBef>
                <a:spcPct val="0"/>
              </a:spcBef>
              <a:buNone/>
              <a:defRPr sz="3600" b="0" kern="1200" spc="50">
                <a:ln w="12700">
                  <a:noFill/>
                  <a:prstDash val="solid"/>
                </a:ln>
                <a:solidFill>
                  <a:schemeClr val="accent4"/>
                </a:solidFill>
                <a:effectLst>
                  <a:outerShdw blurRad="38100" dist="20320" dir="2700000" algn="tl" rotWithShape="0">
                    <a:srgbClr val="000000">
                      <a:alpha val="70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681015" y="1000108"/>
            <a:ext cx="7452360" cy="5214974"/>
          </a:xfrm>
          <a:prstGeom prst="snip2DiagRect">
            <a:avLst>
              <a:gd name="adj1" fmla="val 0"/>
              <a:gd name="adj2" fmla="val 17946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0" lang="zh-CN" altLang="en-US" smtClean="0"/>
              <a:t>单击图标添加图片</a:t>
            </a:r>
            <a:endParaRPr kumimoji="0"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0" y="6243633"/>
            <a:ext cx="3180375" cy="614367"/>
          </a:xfrm>
        </p:spPr>
        <p:txBody>
          <a:bodyPr anchor="t"/>
          <a:lstStyle>
            <a:lvl1pPr marL="0" indent="0" algn="r">
              <a:buNone/>
              <a:defRPr sz="1400"/>
            </a:lvl1pPr>
            <a:lvl2pPr marL="457200" indent="0" algn="r">
              <a:buNone/>
              <a:defRPr sz="1200"/>
            </a:lvl2pPr>
            <a:lvl3pPr marL="914400" indent="0" algn="r">
              <a:buNone/>
              <a:defRPr sz="1000"/>
            </a:lvl3pPr>
            <a:lvl4pPr marL="1371600" indent="0" algn="r">
              <a:buNone/>
              <a:defRPr sz="900"/>
            </a:lvl4pPr>
            <a:lvl5pPr marL="1828800" indent="0" algn="r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09600" y="6492878"/>
            <a:ext cx="1676384" cy="365125"/>
          </a:xfrm>
        </p:spPr>
        <p:txBody>
          <a:bodyPr/>
          <a:lstStyle/>
          <a:p>
            <a:fld id="{801ECF29-F7F9-4A56-B4B3-4052E47CDD89}" type="datetime1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2285984" y="6492876"/>
            <a:ext cx="2643206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83073" y="5347005"/>
            <a:ext cx="871200" cy="871200"/>
          </a:xfrm>
          <a:prstGeom prst="rtTriangle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4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  <p:sndAc>
          <p:stSnd>
            <p:snd r:embed="rId1" name="wind.wav"/>
          </p:stSnd>
        </p:sndAc>
      </p:transition>
    </mc:Choice>
    <mc:Fallback xmlns="">
      <p:transition spd="slow">
        <p:fade/>
        <p:sndAc>
          <p:stSnd>
            <p:snd r:embed="rId5" name="wind.wav"/>
          </p:stSnd>
        </p:sndAc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3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00176"/>
            <a:ext cx="8229600" cy="4714907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8DD6F-6EE4-4D90-A547-94BB7004BB09}" type="datetime1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  <p:sndAc>
          <p:stSnd>
            <p:snd r:embed="rId1" name="wind.wav"/>
          </p:stSnd>
        </p:sndAc>
      </p:transition>
    </mc:Choice>
    <mc:Fallback xmlns="">
      <p:transition spd="slow">
        <p:fade/>
        <p:sndAc>
          <p:stSnd>
            <p:snd r:embed="rId5" name="wind.wav"/>
          </p:stSnd>
        </p:sndAc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0"/>
            <a:ext cx="669600" cy="6858000"/>
          </a:xfrm>
          <a:prstGeom prst="rect">
            <a:avLst/>
          </a:prstGeom>
          <a:blipFill>
            <a:blip r:embed="rId3">
              <a:alphaModFix amt="40000"/>
            </a:blip>
            <a:tile tx="0" ty="0" sx="50000" sy="50000" flip="x" algn="tl"/>
          </a:blipFill>
          <a:ln w="25400" cap="rnd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zh-CN" altLang="en-US"/>
          </a:p>
        </p:txBody>
      </p:sp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286644" y="274638"/>
            <a:ext cx="1400156" cy="5940444"/>
          </a:xfrm>
        </p:spPr>
        <p:txBody>
          <a:bodyPr vert="eaVert"/>
          <a:lstStyle>
            <a:lvl1pPr algn="ctr">
              <a:defRPr>
                <a:effectLst>
                  <a:outerShdw dist="50800" dir="18900000" algn="tl" rotWithShape="0">
                    <a:srgbClr val="000000">
                      <a:alpha val="75000"/>
                    </a:srgbClr>
                  </a:outerShdw>
                </a:effectLst>
              </a:defRPr>
            </a:lvl1pPr>
          </a:lstStyle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758006" cy="5940444"/>
          </a:xfrm>
        </p:spPr>
        <p:txBody>
          <a:bodyPr vert="eaVert"/>
          <a:lstStyle/>
          <a:p>
            <a:pPr lvl="0" eaLnBrk="1" latinLnBrk="0" hangingPunct="1"/>
            <a:r>
              <a:rPr lang="zh-CN" altLang="en-US" smtClean="0"/>
              <a:t>单击此处编辑母版文本样式</a:t>
            </a:r>
          </a:p>
          <a:p>
            <a:pPr lvl="1" eaLnBrk="1" latinLnBrk="0" hangingPunct="1"/>
            <a:r>
              <a:rPr lang="zh-CN" altLang="en-US" smtClean="0"/>
              <a:t>第二级</a:t>
            </a:r>
          </a:p>
          <a:p>
            <a:pPr lvl="2" eaLnBrk="1" latinLnBrk="0" hangingPunct="1"/>
            <a:r>
              <a:rPr lang="zh-CN" altLang="en-US" smtClean="0"/>
              <a:t>第三级</a:t>
            </a:r>
          </a:p>
          <a:p>
            <a:pPr lvl="3" eaLnBrk="1" latinLnBrk="0" hangingPunct="1"/>
            <a:r>
              <a:rPr lang="zh-CN" altLang="en-US" smtClean="0"/>
              <a:t>第四级</a:t>
            </a:r>
          </a:p>
          <a:p>
            <a:pPr lvl="4" eaLnBrk="1" latinLnBrk="0" hangingPunct="1"/>
            <a:r>
              <a:rPr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F81519-7450-4407-B219-BE893B25E7D5}" type="datetime1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4">
            <a:duotone>
              <a:schemeClr val="bg2"/>
              <a:srgbClr val="FFF1C1"/>
            </a:duotone>
          </a:blip>
          <a:stretch>
            <a:fillRect/>
          </a:stretch>
        </p:blipFill>
        <p:spPr>
          <a:xfrm>
            <a:off x="8135907" y="0"/>
            <a:ext cx="1008093" cy="142873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  <p:sndAc>
          <p:stSnd>
            <p:snd r:embed="rId1" name="wind.wav"/>
          </p:stSnd>
        </p:sndAc>
      </p:transition>
    </mc:Choice>
    <mc:Fallback xmlns="">
      <p:transition spd="slow">
        <p:fade/>
        <p:sndAc>
          <p:stSnd>
            <p:snd r:embed="rId5" name="wind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audio" Target="../media/audio1.wav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audio" Target="../media/audio1.wav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776000" cy="1143000"/>
          </a:xfrm>
          <a:prstGeom prst="rect">
            <a:avLst/>
          </a:prstGeom>
        </p:spPr>
        <p:txBody>
          <a:bodyPr vert="horz" rtlCol="0" anchor="ctr">
            <a:normAutofit/>
            <a:scene3d>
              <a:camera prst="orthographicFront"/>
              <a:lightRig rig="soft" dir="t"/>
            </a:scene3d>
            <a:sp3d prstMaterial="matte">
              <a:bevelT w="12700" h="12700"/>
            </a:sp3d>
          </a:bodyPr>
          <a:lstStyle/>
          <a:p>
            <a:r>
              <a:rPr kumimoji="0" lang="zh-CN" altLang="en-US" smtClean="0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lvl="0" eaLnBrk="1" latinLnBrk="0" hangingPunct="1"/>
            <a:r>
              <a:rPr kumimoji="0" lang="zh-CN" altLang="en-US" smtClean="0"/>
              <a:t>单击此处编辑母版文本样式</a:t>
            </a:r>
          </a:p>
          <a:p>
            <a:pPr lvl="1" eaLnBrk="1" latinLnBrk="0" hangingPunct="1"/>
            <a:r>
              <a:rPr kumimoji="0" lang="zh-CN" altLang="en-US" smtClean="0"/>
              <a:t>第二级</a:t>
            </a:r>
          </a:p>
          <a:p>
            <a:pPr lvl="2" eaLnBrk="1" latinLnBrk="0" hangingPunct="1"/>
            <a:r>
              <a:rPr kumimoji="0" lang="zh-CN" altLang="en-US" smtClean="0"/>
              <a:t>第三级</a:t>
            </a:r>
          </a:p>
          <a:p>
            <a:pPr lvl="3" eaLnBrk="1" latinLnBrk="0" hangingPunct="1"/>
            <a:r>
              <a:rPr kumimoji="0" lang="zh-CN" altLang="en-US" smtClean="0"/>
              <a:t>第四级</a:t>
            </a:r>
          </a:p>
          <a:p>
            <a:pPr lvl="4" eaLnBrk="1" latinLnBrk="0" hangingPunct="1"/>
            <a:r>
              <a:rPr kumimoji="0" lang="zh-CN" altLang="en-US" smtClean="0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274320" rtlCol="0" anchor="ctr"/>
          <a:lstStyle>
            <a:lvl1pPr algn="l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82D4342E-116D-4263-8EF8-588B64C03045}" type="datetime1">
              <a:rPr lang="zh-CN" altLang="en-US" smtClean="0"/>
              <a:t>2021/4/20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rtlCol="0" anchor="ctr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45720" tIns="45720" rIns="45720" rtlCol="0" anchor="ctr"/>
          <a:lstStyle>
            <a:lvl1pPr algn="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ripple/>
        <p:sndAc>
          <p:stSnd>
            <p:snd r:embed="rId13" name="wind.wav"/>
          </p:stSnd>
        </p:sndAc>
      </p:transition>
    </mc:Choice>
    <mc:Fallback xmlns="">
      <p:transition spd="slow">
        <p:fade/>
        <p:sndAc>
          <p:stSnd>
            <p:snd r:embed="rId14" name="wind.wav"/>
          </p:stSnd>
        </p:sndAc>
      </p:transition>
    </mc:Fallback>
  </mc:AlternateContent>
  <p:hf sldNum="0" hdr="0" ftr="0"/>
  <p:txStyles>
    <p:titleStyle>
      <a:lvl1pPr algn="l" rtl="0" eaLnBrk="1" latinLnBrk="0" hangingPunct="1">
        <a:spcBef>
          <a:spcPct val="0"/>
        </a:spcBef>
        <a:buNone/>
        <a:defRPr kumimoji="0" lang="zh-CN" altLang="en-US" sz="4400" b="0" kern="1200" spc="50" dirty="0">
          <a:ln w="12700">
            <a:noFill/>
            <a:prstDash val="solid"/>
          </a:ln>
          <a:solidFill>
            <a:schemeClr val="accent4"/>
          </a:solidFill>
          <a:effectLst>
            <a:outerShdw blurRad="38100" dist="20320" dir="2700000" algn="tl" rotWithShape="0">
              <a:srgbClr val="000000">
                <a:alpha val="70000"/>
              </a:srgbClr>
            </a:outerShdw>
          </a:effectLst>
          <a:latin typeface="+mj-lt"/>
          <a:ea typeface="+mj-ea"/>
          <a:cs typeface="+mj-cs"/>
        </a:defRPr>
      </a:lvl1pPr>
      <a:lvl2pPr eaLnBrk="1" latinLnBrk="0" hangingPunct="1">
        <a:defRPr kumimoji="0">
          <a:solidFill>
            <a:schemeClr val="tx2"/>
          </a:solidFill>
        </a:defRPr>
      </a:lvl2pPr>
      <a:lvl3pPr eaLnBrk="1" latinLnBrk="0" hangingPunct="1">
        <a:defRPr kumimoji="0">
          <a:solidFill>
            <a:schemeClr val="tx2"/>
          </a:solidFill>
        </a:defRPr>
      </a:lvl3pPr>
      <a:lvl4pPr eaLnBrk="1" latinLnBrk="0" hangingPunct="1">
        <a:defRPr kumimoji="0">
          <a:solidFill>
            <a:schemeClr val="tx2"/>
          </a:solidFill>
        </a:defRPr>
      </a:lvl4pPr>
      <a:lvl5pPr eaLnBrk="1" latinLnBrk="0" hangingPunct="1">
        <a:defRPr kumimoji="0">
          <a:solidFill>
            <a:schemeClr val="tx2"/>
          </a:solidFill>
        </a:defRPr>
      </a:lvl5pPr>
      <a:lvl6pPr eaLnBrk="1" latinLnBrk="0" hangingPunct="1">
        <a:defRPr kumimoji="0">
          <a:solidFill>
            <a:schemeClr val="tx2"/>
          </a:solidFill>
        </a:defRPr>
      </a:lvl6pPr>
      <a:lvl7pPr eaLnBrk="1" latinLnBrk="0" hangingPunct="1">
        <a:defRPr kumimoji="0">
          <a:solidFill>
            <a:schemeClr val="tx2"/>
          </a:solidFill>
        </a:defRPr>
      </a:lvl7pPr>
      <a:lvl8pPr eaLnBrk="1" latinLnBrk="0" hangingPunct="1">
        <a:defRPr kumimoji="0">
          <a:solidFill>
            <a:schemeClr val="tx2"/>
          </a:solidFill>
        </a:defRPr>
      </a:lvl8pPr>
      <a:lvl9pPr eaLnBrk="1" latinLnBrk="0" hangingPunct="1">
        <a:defRPr kumimoji="0">
          <a:solidFill>
            <a:schemeClr val="tx2"/>
          </a:solidFill>
        </a:defRPr>
      </a:lvl9pPr>
    </p:titleStyle>
    <p:bodyStyle>
      <a:lvl1pPr marL="342900" indent="-3429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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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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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latinLnBrk="0" hangingPunct="1">
        <a:spcBef>
          <a:spcPct val="20000"/>
        </a:spcBef>
        <a:buClr>
          <a:schemeClr val="tx2"/>
        </a:buClr>
        <a:buSzPct val="60000"/>
        <a:buFont typeface="Wingdings 2"/>
        <a:buChar char="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eaLnBrk="1" latinLnBrk="0" hangingPunct="1">
        <a:spcBef>
          <a:spcPct val="20000"/>
        </a:spcBef>
        <a:buFont typeface="Arial"/>
        <a:buChar char="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4" Type="http://schemas.openxmlformats.org/officeDocument/2006/relationships/audio" Target="../media/audio1.wav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仙灵英雄传</a:t>
            </a:r>
            <a:endParaRPr lang="zh-CN" altLang="en-US" dirty="0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sz="3800" dirty="0" smtClean="0">
                <a:latin typeface="华文行楷" pitchFamily="2" charset="-122"/>
                <a:ea typeface="华文行楷" pitchFamily="2" charset="-122"/>
              </a:rPr>
              <a:t>吴明轩</a:t>
            </a:r>
            <a:endParaRPr lang="zh-CN" altLang="en-US" sz="3800" dirty="0">
              <a:latin typeface="华文行楷" pitchFamily="2" charset="-122"/>
              <a:ea typeface="华文行楷" pitchFamily="2" charset="-122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4CA27B-BE56-4D6E-AB93-97D7FB2ED97C}" type="datetime1">
              <a:rPr lang="zh-CN" altLang="en-US" smtClean="0"/>
              <a:t>2021/4/20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8045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  <p:sndAc>
          <p:stSnd>
            <p:snd r:embed="rId2" name="wind.wav"/>
          </p:stSnd>
        </p:sndAc>
      </p:transition>
    </mc:Choice>
    <mc:Fallback xmlns="">
      <p:transition spd="slow">
        <p:fade/>
        <p:sndAc>
          <p:stSnd>
            <p:snd r:embed="rId3" name="wind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7E37B-8BF8-491D-B469-D27628E97F6E}" type="datetime1">
              <a:rPr lang="zh-CN" altLang="en-US" smtClean="0"/>
              <a:t>2021/4/20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33344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  <p:sndAc>
          <p:stSnd>
            <p:snd r:embed="rId2" name="wind.wav"/>
          </p:stSnd>
        </p:sndAc>
      </p:transition>
    </mc:Choice>
    <mc:Fallback xmlns="">
      <p:transition spd="slow">
        <p:fade/>
        <p:sndAc>
          <p:stSnd>
            <p:snd r:embed="rId3" name="wind.wav"/>
          </p:stSnd>
        </p:sndAc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744" y="370965"/>
            <a:ext cx="4064000" cy="609600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800A6C-C065-4B9A-8FBB-8A227B4AEAF8}" type="datetime1">
              <a:rPr lang="zh-CN" altLang="en-US" smtClean="0"/>
              <a:t>2021/4/20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3037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  <p:sndAc>
          <p:stSnd>
            <p:snd r:embed="rId2" name="wind.wav"/>
          </p:stSnd>
        </p:sndAc>
      </p:transition>
    </mc:Choice>
    <mc:Fallback xmlns="">
      <p:transition spd="slow">
        <p:fade/>
        <p:sndAc>
          <p:stSnd>
            <p:snd r:embed="rId4" name="wind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02BE4-743C-4D77-90E9-0636A511DB89}" type="datetime1">
              <a:rPr lang="zh-CN" altLang="en-US" smtClean="0"/>
              <a:t>2021/4/20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9137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  <p:sndAc>
          <p:stSnd>
            <p:snd r:embed="rId2" name="wind.wav"/>
          </p:stSnd>
        </p:sndAc>
      </p:transition>
    </mc:Choice>
    <mc:Fallback xmlns="">
      <p:transition spd="slow">
        <p:fade/>
        <p:sndAc>
          <p:stSnd>
            <p:snd r:embed="rId3" name="wind.wav"/>
          </p:stSnd>
        </p:sndAc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凤舞九天">
  <a:themeElements>
    <a:clrScheme name="凤舞九天">
      <a:dk1>
        <a:sysClr val="windowText" lastClr="000000"/>
      </a:dk1>
      <a:lt1>
        <a:sysClr val="window" lastClr="FFFFFF"/>
      </a:lt1>
      <a:dk2>
        <a:srgbClr val="004646"/>
      </a:dk2>
      <a:lt2>
        <a:srgbClr val="E1F0FF"/>
      </a:lt2>
      <a:accent1>
        <a:srgbClr val="50742F"/>
      </a:accent1>
      <a:accent2>
        <a:srgbClr val="268868"/>
      </a:accent2>
      <a:accent3>
        <a:srgbClr val="33BD56"/>
      </a:accent3>
      <a:accent4>
        <a:srgbClr val="4BC5B9"/>
      </a:accent4>
      <a:accent5>
        <a:srgbClr val="3163CA"/>
      </a:accent5>
      <a:accent6>
        <a:srgbClr val="4B14AA"/>
      </a:accent6>
      <a:hlink>
        <a:srgbClr val="D9BE02"/>
      </a:hlink>
      <a:folHlink>
        <a:srgbClr val="F900F9"/>
      </a:folHlink>
    </a:clrScheme>
    <a:fontScheme name="凤舞九天">
      <a:majorFont>
        <a:latin typeface="Footlight MT Light"/>
        <a:ea typeface=""/>
        <a:cs typeface=""/>
        <a:font script="Jpan" typeface="ＭＳ Ｐゴシック"/>
        <a:font script="Hang" typeface="맑은 고딕"/>
        <a:font script="Hans" typeface="华文新魏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oudy Old Style"/>
        <a:ea typeface=""/>
        <a:cs typeface=""/>
        <a:font script="Jpan" typeface="ＭＳ Ｐ明朝"/>
        <a:font script="Hang" typeface="HY견명조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凤舞九天">
      <a: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65000"/>
                <a:satMod val="180000"/>
              </a:schemeClr>
            </a:gs>
            <a:gs pos="50000">
              <a:schemeClr val="phClr">
                <a:tint val="40000"/>
                <a:satMod val="175000"/>
              </a:schemeClr>
            </a:gs>
            <a:gs pos="100000">
              <a:schemeClr val="phClr">
                <a:tint val="65000"/>
                <a:satMod val="180000"/>
              </a:schemeClr>
            </a:gs>
          </a:gsLst>
          <a:lin ang="0" scaled="1"/>
        </a:gradFill>
        <a:gradFill rotWithShape="1">
          <a:gsLst>
            <a:gs pos="0">
              <a:schemeClr val="phClr">
                <a:shade val="38000"/>
                <a:satMod val="150000"/>
              </a:schemeClr>
            </a:gs>
            <a:gs pos="50000">
              <a:schemeClr val="phClr">
                <a:shade val="100000"/>
                <a:satMod val="100000"/>
              </a:schemeClr>
            </a:gs>
            <a:gs pos="100000">
              <a:schemeClr val="phClr">
                <a:shade val="38000"/>
                <a:satMod val="150000"/>
              </a:schemeClr>
            </a:gs>
          </a:gsLst>
          <a:lin ang="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</a:effectStyle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</a:effectStyle>
        <a:effectStyle>
          <a:effectLst>
            <a:outerShdw blurRad="190500" dist="78600" dir="2700000" rotWithShape="0">
              <a:srgbClr val="000000">
                <a:alpha val="35500"/>
              </a:srgbClr>
            </a:outerShdw>
          </a:effectLst>
          <a:scene3d>
            <a:camera prst="orthographicFront" fov="0">
              <a:rot lat="0" lon="0" rev="0"/>
            </a:camera>
            <a:lightRig rig="soft" dir="tl">
              <a:rot lat="0" lon="0" rev="20100000"/>
            </a:lightRig>
          </a:scene3d>
          <a:sp3d>
            <a:bevelT w="50800" h="50800"/>
          </a:sp3d>
        </a:effectStyle>
      </a:effectStyleLst>
      <a:bgFillStyleLst>
        <a:solidFill>
          <a:schemeClr val="phClr">
            <a:tint val="100000"/>
            <a:shade val="100000"/>
            <a:hueMod val="100000"/>
            <a:satMod val="100000"/>
          </a:schemeClr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00000"/>
              </a:schemeClr>
            </a:gs>
            <a:gs pos="100000">
              <a:schemeClr val="phClr">
                <a:shade val="15000"/>
                <a:satMod val="300000"/>
              </a:schemeClr>
            </a:gs>
          </a:gsLst>
          <a:path path="circle">
            <a:fillToRect l="10000" t="180000" r="1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100000"/>
                <a:shade val="70000"/>
                <a:hueMod val="100000"/>
                <a:satMod val="100000"/>
              </a:schemeClr>
              <a:schemeClr val="phClr">
                <a:tint val="90000"/>
                <a:shade val="100000"/>
                <a:hueMod val="100000"/>
                <a:satMod val="100000"/>
              </a:schemeClr>
            </a:duotone>
          </a:blip>
          <a:tile tx="0" ty="0" sx="50000" sy="5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Phoenix</Template>
  <TotalTime>10</TotalTime>
  <Words>11</Words>
  <Application>Microsoft Office PowerPoint</Application>
  <PresentationFormat>全屏显示(4:3)</PresentationFormat>
  <Paragraphs>6</Paragraphs>
  <Slides>4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5" baseType="lpstr">
      <vt:lpstr>凤舞九天</vt:lpstr>
      <vt:lpstr>仙灵英雄传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ZhijieIT</dc:creator>
  <cp:lastModifiedBy>86133</cp:lastModifiedBy>
  <cp:revision>3</cp:revision>
  <dcterms:created xsi:type="dcterms:W3CDTF">2019-09-25T03:24:21Z</dcterms:created>
  <dcterms:modified xsi:type="dcterms:W3CDTF">2021-04-20T07:08:19Z</dcterms:modified>
</cp:coreProperties>
</file>