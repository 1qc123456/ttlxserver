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37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2019-09-25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334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037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137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1</cp:revision>
  <dcterms:created xsi:type="dcterms:W3CDTF">2019-09-25T03:24:21Z</dcterms:created>
  <dcterms:modified xsi:type="dcterms:W3CDTF">2019-09-25T03:25:22Z</dcterms:modified>
</cp:coreProperties>
</file>