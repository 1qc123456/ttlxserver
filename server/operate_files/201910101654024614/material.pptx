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42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72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4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90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2019-10-10T08:24:25Z</dcterms:created>
  <dcterms:modified xsi:type="dcterms:W3CDTF">2019-10-10T08:52:30Z</dcterms:modified>
</cp:coreProperties>
</file>