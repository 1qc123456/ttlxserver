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8640763" cy="10801350"/>
  <p:notesSz cx="6858000" cy="9144000"/>
  <p:defaultTextStyle>
    <a:defPPr>
      <a:defRPr lang="zh-CN"/>
    </a:defPPr>
    <a:lvl1pPr marL="0" algn="l" defTabSz="1110905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1pPr>
    <a:lvl2pPr marL="555452" algn="l" defTabSz="1110905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2pPr>
    <a:lvl3pPr marL="1110905" algn="l" defTabSz="1110905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3pPr>
    <a:lvl4pPr marL="1666357" algn="l" defTabSz="1110905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4pPr>
    <a:lvl5pPr marL="2221809" algn="l" defTabSz="1110905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5pPr>
    <a:lvl6pPr marL="2777261" algn="l" defTabSz="1110905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6pPr>
    <a:lvl7pPr marL="3332714" algn="l" defTabSz="1110905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7pPr>
    <a:lvl8pPr marL="3888166" algn="l" defTabSz="1110905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8pPr>
    <a:lvl9pPr marL="4443618" algn="l" defTabSz="1110905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6" d="100"/>
          <a:sy n="46" d="100"/>
        </p:scale>
        <p:origin x="-1116" y="-96"/>
      </p:cViewPr>
      <p:guideLst>
        <p:guide orient="horz" pos="3402"/>
        <p:guide pos="272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7FE89C-A798-4A49-91BC-CAD3FA09ADD4}" type="datetimeFigureOut">
              <a:rPr lang="zh-CN" altLang="en-US" smtClean="0"/>
              <a:t>2021/5/24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057400" y="685800"/>
            <a:ext cx="27432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A07600-7716-48BB-BF5D-93BFC358B3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76732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110905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1pPr>
    <a:lvl2pPr marL="555452" algn="l" defTabSz="1110905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2pPr>
    <a:lvl3pPr marL="1110905" algn="l" defTabSz="1110905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3pPr>
    <a:lvl4pPr marL="1666357" algn="l" defTabSz="1110905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4pPr>
    <a:lvl5pPr marL="2221809" algn="l" defTabSz="1110905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5pPr>
    <a:lvl6pPr marL="2777261" algn="l" defTabSz="1110905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6pPr>
    <a:lvl7pPr marL="3332714" algn="l" defTabSz="1110905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7pPr>
    <a:lvl8pPr marL="3888166" algn="l" defTabSz="1110905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8pPr>
    <a:lvl9pPr marL="4443618" algn="l" defTabSz="1110905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48057" y="3355422"/>
            <a:ext cx="7344649" cy="2315289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296115" y="6120765"/>
            <a:ext cx="6048534" cy="276034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554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1109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663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2218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772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3327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8881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4436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47982-D311-42D0-9EC3-B24F09F1D53D}" type="datetime1">
              <a:rPr lang="zh-CN" altLang="en-US" smtClean="0"/>
              <a:t>2021/5/24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我爱奥运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:blinds/>
      </p:transition>
    </mc:Choice>
    <mc:Fallback>
      <p:transition spd="slow">
        <p:blinds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181C38-51A5-4201-A520-4F9C7C2091BC}" type="datetime1">
              <a:rPr lang="zh-CN" altLang="en-US" smtClean="0"/>
              <a:t>2021/5/24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我爱奥运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:blinds/>
      </p:transition>
    </mc:Choice>
    <mc:Fallback>
      <p:transition spd="slow">
        <p:blinds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2561" y="6940868"/>
            <a:ext cx="7344649" cy="2145268"/>
          </a:xfrm>
        </p:spPr>
        <p:txBody>
          <a:bodyPr anchor="t"/>
          <a:lstStyle>
            <a:lvl1pPr algn="l">
              <a:defRPr sz="49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82561" y="4578074"/>
            <a:ext cx="7344649" cy="2362794"/>
          </a:xfrm>
        </p:spPr>
        <p:txBody>
          <a:bodyPr anchor="b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555452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2pPr>
            <a:lvl3pPr marL="1110905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3pPr>
            <a:lvl4pPr marL="1666357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4pPr>
            <a:lvl5pPr marL="2221809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5pPr>
            <a:lvl6pPr marL="2777261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6pPr>
            <a:lvl7pPr marL="3332714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7pPr>
            <a:lvl8pPr marL="3888166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8pPr>
            <a:lvl9pPr marL="4443618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7FEC1-058F-4339-92E3-0711EF741351}" type="datetime1">
              <a:rPr lang="zh-CN" altLang="en-US" smtClean="0"/>
              <a:t>2021/5/24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我爱奥运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:blinds/>
      </p:transition>
    </mc:Choice>
    <mc:Fallback>
      <p:transition spd="slow">
        <p:blinds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32038" y="2520317"/>
            <a:ext cx="3816337" cy="7128391"/>
          </a:xfrm>
        </p:spPr>
        <p:txBody>
          <a:bodyPr/>
          <a:lstStyle>
            <a:lvl1pPr>
              <a:defRPr sz="3400"/>
            </a:lvl1pPr>
            <a:lvl2pPr>
              <a:defRPr sz="2900"/>
            </a:lvl2pPr>
            <a:lvl3pPr>
              <a:defRPr sz="240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392388" y="2520317"/>
            <a:ext cx="3816337" cy="7128391"/>
          </a:xfrm>
        </p:spPr>
        <p:txBody>
          <a:bodyPr/>
          <a:lstStyle>
            <a:lvl1pPr>
              <a:defRPr sz="3400"/>
            </a:lvl1pPr>
            <a:lvl2pPr>
              <a:defRPr sz="2900"/>
            </a:lvl2pPr>
            <a:lvl3pPr>
              <a:defRPr sz="240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6D38B-5C13-4101-ACC7-AA02570D5BDA}" type="datetime1">
              <a:rPr lang="zh-CN" altLang="en-US" smtClean="0"/>
              <a:t>2021/5/24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我爱奥运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:blinds/>
      </p:transition>
    </mc:Choice>
    <mc:Fallback>
      <p:transition spd="slow">
        <p:blinds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32039" y="2417803"/>
            <a:ext cx="3817838" cy="1007625"/>
          </a:xfrm>
        </p:spPr>
        <p:txBody>
          <a:bodyPr anchor="b"/>
          <a:lstStyle>
            <a:lvl1pPr marL="0" indent="0">
              <a:buNone/>
              <a:defRPr sz="2900" b="1"/>
            </a:lvl1pPr>
            <a:lvl2pPr marL="555452" indent="0">
              <a:buNone/>
              <a:defRPr sz="2400" b="1"/>
            </a:lvl2pPr>
            <a:lvl3pPr marL="1110905" indent="0">
              <a:buNone/>
              <a:defRPr sz="2200" b="1"/>
            </a:lvl3pPr>
            <a:lvl4pPr marL="1666357" indent="0">
              <a:buNone/>
              <a:defRPr sz="1900" b="1"/>
            </a:lvl4pPr>
            <a:lvl5pPr marL="2221809" indent="0">
              <a:buNone/>
              <a:defRPr sz="1900" b="1"/>
            </a:lvl5pPr>
            <a:lvl6pPr marL="2777261" indent="0">
              <a:buNone/>
              <a:defRPr sz="1900" b="1"/>
            </a:lvl6pPr>
            <a:lvl7pPr marL="3332714" indent="0">
              <a:buNone/>
              <a:defRPr sz="1900" b="1"/>
            </a:lvl7pPr>
            <a:lvl8pPr marL="3888166" indent="0">
              <a:buNone/>
              <a:defRPr sz="1900" b="1"/>
            </a:lvl8pPr>
            <a:lvl9pPr marL="4443618" indent="0">
              <a:buNone/>
              <a:defRPr sz="19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32039" y="3425428"/>
            <a:ext cx="3817838" cy="6223279"/>
          </a:xfrm>
        </p:spPr>
        <p:txBody>
          <a:bodyPr/>
          <a:lstStyle>
            <a:lvl1pPr>
              <a:defRPr sz="2900"/>
            </a:lvl1pPr>
            <a:lvl2pPr>
              <a:defRPr sz="2400"/>
            </a:lvl2pPr>
            <a:lvl3pPr>
              <a:defRPr sz="2200"/>
            </a:lvl3pPr>
            <a:lvl4pPr>
              <a:defRPr sz="1900"/>
            </a:lvl4pPr>
            <a:lvl5pPr>
              <a:defRPr sz="19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389389" y="2417803"/>
            <a:ext cx="3819337" cy="1007625"/>
          </a:xfrm>
        </p:spPr>
        <p:txBody>
          <a:bodyPr anchor="b"/>
          <a:lstStyle>
            <a:lvl1pPr marL="0" indent="0">
              <a:buNone/>
              <a:defRPr sz="2900" b="1"/>
            </a:lvl1pPr>
            <a:lvl2pPr marL="555452" indent="0">
              <a:buNone/>
              <a:defRPr sz="2400" b="1"/>
            </a:lvl2pPr>
            <a:lvl3pPr marL="1110905" indent="0">
              <a:buNone/>
              <a:defRPr sz="2200" b="1"/>
            </a:lvl3pPr>
            <a:lvl4pPr marL="1666357" indent="0">
              <a:buNone/>
              <a:defRPr sz="1900" b="1"/>
            </a:lvl4pPr>
            <a:lvl5pPr marL="2221809" indent="0">
              <a:buNone/>
              <a:defRPr sz="1900" b="1"/>
            </a:lvl5pPr>
            <a:lvl6pPr marL="2777261" indent="0">
              <a:buNone/>
              <a:defRPr sz="1900" b="1"/>
            </a:lvl6pPr>
            <a:lvl7pPr marL="3332714" indent="0">
              <a:buNone/>
              <a:defRPr sz="1900" b="1"/>
            </a:lvl7pPr>
            <a:lvl8pPr marL="3888166" indent="0">
              <a:buNone/>
              <a:defRPr sz="1900" b="1"/>
            </a:lvl8pPr>
            <a:lvl9pPr marL="4443618" indent="0">
              <a:buNone/>
              <a:defRPr sz="19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389389" y="3425428"/>
            <a:ext cx="3819337" cy="6223279"/>
          </a:xfrm>
        </p:spPr>
        <p:txBody>
          <a:bodyPr/>
          <a:lstStyle>
            <a:lvl1pPr>
              <a:defRPr sz="2900"/>
            </a:lvl1pPr>
            <a:lvl2pPr>
              <a:defRPr sz="2400"/>
            </a:lvl2pPr>
            <a:lvl3pPr>
              <a:defRPr sz="2200"/>
            </a:lvl3pPr>
            <a:lvl4pPr>
              <a:defRPr sz="1900"/>
            </a:lvl4pPr>
            <a:lvl5pPr>
              <a:defRPr sz="19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A9531-7740-4C42-A777-9B54034BFDC4}" type="datetime1">
              <a:rPr lang="zh-CN" altLang="en-US" smtClean="0"/>
              <a:t>2021/5/24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我爱奥运</a:t>
            </a: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:blinds/>
      </p:transition>
    </mc:Choice>
    <mc:Fallback>
      <p:transition spd="slow">
        <p:blinds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62415-CD98-4161-9AA9-4475806CBC7E}" type="datetime1">
              <a:rPr lang="zh-CN" altLang="en-US" smtClean="0"/>
              <a:t>2021/5/24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我爱奥运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:blinds/>
      </p:transition>
    </mc:Choice>
    <mc:Fallback>
      <p:transition spd="slow">
        <p:blinds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1D9A7-6635-4D2F-BE99-16DED147E0D3}" type="datetime1">
              <a:rPr lang="zh-CN" altLang="en-US" smtClean="0"/>
              <a:t>2021/5/24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我爱奥运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:blinds/>
      </p:transition>
    </mc:Choice>
    <mc:Fallback>
      <p:transition spd="slow">
        <p:blinds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32039" y="430054"/>
            <a:ext cx="2842752" cy="1830229"/>
          </a:xfrm>
        </p:spPr>
        <p:txBody>
          <a:bodyPr anchor="b"/>
          <a:lstStyle>
            <a:lvl1pPr algn="l">
              <a:defRPr sz="24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378298" y="430055"/>
            <a:ext cx="4830427" cy="9218653"/>
          </a:xfrm>
        </p:spPr>
        <p:txBody>
          <a:bodyPr/>
          <a:lstStyle>
            <a:lvl1pPr>
              <a:defRPr sz="3900"/>
            </a:lvl1pPr>
            <a:lvl2pPr>
              <a:defRPr sz="3400"/>
            </a:lvl2pPr>
            <a:lvl3pPr>
              <a:defRPr sz="29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32039" y="2260283"/>
            <a:ext cx="2842752" cy="7388425"/>
          </a:xfrm>
        </p:spPr>
        <p:txBody>
          <a:bodyPr/>
          <a:lstStyle>
            <a:lvl1pPr marL="0" indent="0">
              <a:buNone/>
              <a:defRPr sz="1700"/>
            </a:lvl1pPr>
            <a:lvl2pPr marL="555452" indent="0">
              <a:buNone/>
              <a:defRPr sz="1500"/>
            </a:lvl2pPr>
            <a:lvl3pPr marL="1110905" indent="0">
              <a:buNone/>
              <a:defRPr sz="1200"/>
            </a:lvl3pPr>
            <a:lvl4pPr marL="1666357" indent="0">
              <a:buNone/>
              <a:defRPr sz="1100"/>
            </a:lvl4pPr>
            <a:lvl5pPr marL="2221809" indent="0">
              <a:buNone/>
              <a:defRPr sz="1100"/>
            </a:lvl5pPr>
            <a:lvl6pPr marL="2777261" indent="0">
              <a:buNone/>
              <a:defRPr sz="1100"/>
            </a:lvl6pPr>
            <a:lvl7pPr marL="3332714" indent="0">
              <a:buNone/>
              <a:defRPr sz="1100"/>
            </a:lvl7pPr>
            <a:lvl8pPr marL="3888166" indent="0">
              <a:buNone/>
              <a:defRPr sz="1100"/>
            </a:lvl8pPr>
            <a:lvl9pPr marL="4443618" indent="0">
              <a:buNone/>
              <a:defRPr sz="11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293E5-7399-43CC-95EA-667968F307F1}" type="datetime1">
              <a:rPr lang="zh-CN" altLang="en-US" smtClean="0"/>
              <a:t>2021/5/24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我爱奥运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:blinds/>
      </p:transition>
    </mc:Choice>
    <mc:Fallback>
      <p:transition spd="slow">
        <p:blinds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93650" y="7560945"/>
            <a:ext cx="5184458" cy="892613"/>
          </a:xfrm>
        </p:spPr>
        <p:txBody>
          <a:bodyPr anchor="b"/>
          <a:lstStyle>
            <a:lvl1pPr algn="l">
              <a:defRPr sz="24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693650" y="965120"/>
            <a:ext cx="5184458" cy="6480810"/>
          </a:xfrm>
        </p:spPr>
        <p:txBody>
          <a:bodyPr/>
          <a:lstStyle>
            <a:lvl1pPr marL="0" indent="0">
              <a:buNone/>
              <a:defRPr sz="3900"/>
            </a:lvl1pPr>
            <a:lvl2pPr marL="555452" indent="0">
              <a:buNone/>
              <a:defRPr sz="3400"/>
            </a:lvl2pPr>
            <a:lvl3pPr marL="1110905" indent="0">
              <a:buNone/>
              <a:defRPr sz="2900"/>
            </a:lvl3pPr>
            <a:lvl4pPr marL="1666357" indent="0">
              <a:buNone/>
              <a:defRPr sz="2400"/>
            </a:lvl4pPr>
            <a:lvl5pPr marL="2221809" indent="0">
              <a:buNone/>
              <a:defRPr sz="2400"/>
            </a:lvl5pPr>
            <a:lvl6pPr marL="2777261" indent="0">
              <a:buNone/>
              <a:defRPr sz="2400"/>
            </a:lvl6pPr>
            <a:lvl7pPr marL="3332714" indent="0">
              <a:buNone/>
              <a:defRPr sz="2400"/>
            </a:lvl7pPr>
            <a:lvl8pPr marL="3888166" indent="0">
              <a:buNone/>
              <a:defRPr sz="2400"/>
            </a:lvl8pPr>
            <a:lvl9pPr marL="4443618" indent="0">
              <a:buNone/>
              <a:defRPr sz="24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693650" y="8453558"/>
            <a:ext cx="5184458" cy="1267657"/>
          </a:xfrm>
        </p:spPr>
        <p:txBody>
          <a:bodyPr/>
          <a:lstStyle>
            <a:lvl1pPr marL="0" indent="0">
              <a:buNone/>
              <a:defRPr sz="1700"/>
            </a:lvl1pPr>
            <a:lvl2pPr marL="555452" indent="0">
              <a:buNone/>
              <a:defRPr sz="1500"/>
            </a:lvl2pPr>
            <a:lvl3pPr marL="1110905" indent="0">
              <a:buNone/>
              <a:defRPr sz="1200"/>
            </a:lvl3pPr>
            <a:lvl4pPr marL="1666357" indent="0">
              <a:buNone/>
              <a:defRPr sz="1100"/>
            </a:lvl4pPr>
            <a:lvl5pPr marL="2221809" indent="0">
              <a:buNone/>
              <a:defRPr sz="1100"/>
            </a:lvl5pPr>
            <a:lvl6pPr marL="2777261" indent="0">
              <a:buNone/>
              <a:defRPr sz="1100"/>
            </a:lvl6pPr>
            <a:lvl7pPr marL="3332714" indent="0">
              <a:buNone/>
              <a:defRPr sz="1100"/>
            </a:lvl7pPr>
            <a:lvl8pPr marL="3888166" indent="0">
              <a:buNone/>
              <a:defRPr sz="1100"/>
            </a:lvl8pPr>
            <a:lvl9pPr marL="4443618" indent="0">
              <a:buNone/>
              <a:defRPr sz="11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A571F-3CE7-4815-BAA6-B020E54CFFD9}" type="datetime1">
              <a:rPr lang="zh-CN" altLang="en-US" smtClean="0"/>
              <a:t>2021/5/24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我爱奥运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:blinds/>
      </p:transition>
    </mc:Choice>
    <mc:Fallback>
      <p:transition spd="slow">
        <p:blinds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B7A41-9A4A-46AA-9FAB-AA274C3C1C8D}" type="datetime1">
              <a:rPr lang="zh-CN" altLang="en-US" smtClean="0"/>
              <a:t>2021/5/24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我爱奥运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:blinds/>
      </p:transition>
    </mc:Choice>
    <mc:Fallback>
      <p:transition spd="slow">
        <p:blinds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264553" y="432557"/>
            <a:ext cx="1944172" cy="9216151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32038" y="432557"/>
            <a:ext cx="5688502" cy="9216151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FECD5-331B-48AF-BB3F-0810087EEB96}" type="datetime1">
              <a:rPr lang="zh-CN" altLang="en-US" smtClean="0"/>
              <a:t>2021/5/24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我爱奥运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:blinds/>
      </p:transition>
    </mc:Choice>
    <mc:Fallback>
      <p:transition spd="slow">
        <p:blinds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32038" y="432555"/>
            <a:ext cx="7776687" cy="1800225"/>
          </a:xfrm>
          <a:prstGeom prst="rect">
            <a:avLst/>
          </a:prstGeom>
        </p:spPr>
        <p:txBody>
          <a:bodyPr vert="horz" lIns="111090" tIns="55545" rIns="111090" bIns="55545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32038" y="2520317"/>
            <a:ext cx="7776687" cy="7128391"/>
          </a:xfrm>
          <a:prstGeom prst="rect">
            <a:avLst/>
          </a:prstGeom>
        </p:spPr>
        <p:txBody>
          <a:bodyPr vert="horz" lIns="111090" tIns="55545" rIns="111090" bIns="55545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32038" y="10011253"/>
            <a:ext cx="2016178" cy="575071"/>
          </a:xfrm>
          <a:prstGeom prst="rect">
            <a:avLst/>
          </a:prstGeom>
        </p:spPr>
        <p:txBody>
          <a:bodyPr vert="horz" lIns="111090" tIns="55545" rIns="111090" bIns="55545" rtlCol="0" anchor="ctr"/>
          <a:lstStyle>
            <a:lvl1pPr algn="l">
              <a:defRPr sz="1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E09A07-E8B0-4DB7-9137-2E46922BD5A8}" type="datetime1">
              <a:rPr lang="zh-CN" altLang="en-US" smtClean="0"/>
              <a:t>2021/5/24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2952261" y="10011253"/>
            <a:ext cx="2736242" cy="575071"/>
          </a:xfrm>
          <a:prstGeom prst="rect">
            <a:avLst/>
          </a:prstGeom>
        </p:spPr>
        <p:txBody>
          <a:bodyPr vert="horz" lIns="111090" tIns="55545" rIns="111090" bIns="55545" rtlCol="0" anchor="ctr"/>
          <a:lstStyle>
            <a:lvl1pPr algn="ctr">
              <a:defRPr sz="1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 smtClean="0"/>
              <a:t>我爱奥运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192547" y="10011253"/>
            <a:ext cx="2016178" cy="575071"/>
          </a:xfrm>
          <a:prstGeom prst="rect">
            <a:avLst/>
          </a:prstGeom>
        </p:spPr>
        <p:txBody>
          <a:bodyPr vert="horz" lIns="111090" tIns="55545" rIns="111090" bIns="55545" rtlCol="0" anchor="ctr"/>
          <a:lstStyle>
            <a:lvl1pPr algn="r">
              <a:defRPr sz="1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slow" p14:dur="1400">
        <p:blinds/>
      </p:transition>
    </mc:Choice>
    <mc:Fallback>
      <p:transition spd="slow">
        <p:blinds/>
      </p:transition>
    </mc:Fallback>
  </mc:AlternateContent>
  <p:hf sldNum="0" hdr="0" dt="0"/>
  <p:txStyles>
    <p:titleStyle>
      <a:lvl1pPr algn="ctr" defTabSz="1110905" rtl="0" eaLnBrk="1" latinLnBrk="0" hangingPunct="1">
        <a:spcBef>
          <a:spcPct val="0"/>
        </a:spcBef>
        <a:buNone/>
        <a:defRPr sz="5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16589" indent="-416589" algn="l" defTabSz="1110905" rtl="0" eaLnBrk="1" latinLnBrk="0" hangingPunct="1">
        <a:spcBef>
          <a:spcPct val="20000"/>
        </a:spcBef>
        <a:buFont typeface="Arial" pitchFamily="34" charset="0"/>
        <a:buChar char="•"/>
        <a:defRPr sz="3900" kern="1200">
          <a:solidFill>
            <a:schemeClr val="tx1"/>
          </a:solidFill>
          <a:latin typeface="+mn-lt"/>
          <a:ea typeface="+mn-ea"/>
          <a:cs typeface="+mn-cs"/>
        </a:defRPr>
      </a:lvl1pPr>
      <a:lvl2pPr marL="902610" indent="-347158" algn="l" defTabSz="1110905" rtl="0" eaLnBrk="1" latinLnBrk="0" hangingPunct="1">
        <a:spcBef>
          <a:spcPct val="20000"/>
        </a:spcBef>
        <a:buFont typeface="Arial" pitchFamily="34" charset="0"/>
        <a:buChar char="–"/>
        <a:defRPr sz="3400" kern="1200">
          <a:solidFill>
            <a:schemeClr val="tx1"/>
          </a:solidFill>
          <a:latin typeface="+mn-lt"/>
          <a:ea typeface="+mn-ea"/>
          <a:cs typeface="+mn-cs"/>
        </a:defRPr>
      </a:lvl2pPr>
      <a:lvl3pPr marL="1388631" indent="-277726" algn="l" defTabSz="1110905" rtl="0" eaLnBrk="1" latinLnBrk="0" hangingPunct="1">
        <a:spcBef>
          <a:spcPct val="20000"/>
        </a:spcBef>
        <a:buFont typeface="Arial" pitchFamily="34" charset="0"/>
        <a:buChar char="•"/>
        <a:defRPr sz="2900" kern="1200">
          <a:solidFill>
            <a:schemeClr val="tx1"/>
          </a:solidFill>
          <a:latin typeface="+mn-lt"/>
          <a:ea typeface="+mn-ea"/>
          <a:cs typeface="+mn-cs"/>
        </a:defRPr>
      </a:lvl3pPr>
      <a:lvl4pPr marL="1944083" indent="-277726" algn="l" defTabSz="1110905" rtl="0" eaLnBrk="1" latinLnBrk="0" hangingPunct="1">
        <a:spcBef>
          <a:spcPct val="20000"/>
        </a:spcBef>
        <a:buFont typeface="Arial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99535" indent="-277726" algn="l" defTabSz="1110905" rtl="0" eaLnBrk="1" latinLnBrk="0" hangingPunct="1">
        <a:spcBef>
          <a:spcPct val="20000"/>
        </a:spcBef>
        <a:buFont typeface="Arial" pitchFamily="34" charset="0"/>
        <a:buChar char="»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54988" indent="-277726" algn="l" defTabSz="1110905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10440" indent="-277726" algn="l" defTabSz="1110905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165892" indent="-277726" algn="l" defTabSz="1110905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721344" indent="-277726" algn="l" defTabSz="1110905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110905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555452" algn="l" defTabSz="1110905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110905" algn="l" defTabSz="1110905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666357" algn="l" defTabSz="1110905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221809" algn="l" defTabSz="1110905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5pPr>
      <a:lvl6pPr marL="2777261" algn="l" defTabSz="1110905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332714" algn="l" defTabSz="1110905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888166" algn="l" defTabSz="1110905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443618" algn="l" defTabSz="1110905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sz="6400" dirty="0"/>
              <a:t>奥运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我爱奥运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74220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:blinds/>
      </p:transition>
    </mc:Choice>
    <mc:Fallback>
      <p:transition spd="slow">
        <p:blinds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我爱奥运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97233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:blinds/>
      </p:transition>
    </mc:Choice>
    <mc:Fallback>
      <p:transition spd="slow">
        <p:blinds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我爱奥运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44750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:blinds/>
      </p:transition>
    </mc:Choice>
    <mc:Fallback>
      <p:transition spd="slow">
        <p:blinds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我爱奥运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89001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:blinds/>
      </p:transition>
    </mc:Choice>
    <mc:Fallback>
      <p:transition spd="slow">
        <p:blinds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86133\Desktop\PPT\015_幻灯片满分素材文件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088" y="3095625"/>
            <a:ext cx="6985000" cy="4610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我爱奥运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52540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:blinds/>
      </p:transition>
    </mc:Choice>
    <mc:Fallback>
      <p:transition spd="slow">
        <p:blinds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16</Words>
  <Application>Microsoft Office PowerPoint</Application>
  <PresentationFormat>自定义</PresentationFormat>
  <Paragraphs>6</Paragraphs>
  <Slides>5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6" baseType="lpstr">
      <vt:lpstr>Office 主题</vt:lpstr>
      <vt:lpstr>奥运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ZhijieIT</dc:creator>
  <cp:lastModifiedBy>86133</cp:lastModifiedBy>
  <cp:revision>4</cp:revision>
  <dcterms:created xsi:type="dcterms:W3CDTF">2019-10-10T08:24:25Z</dcterms:created>
  <dcterms:modified xsi:type="dcterms:W3CDTF">2021-05-24T01:56:19Z</dcterms:modified>
</cp:coreProperties>
</file>