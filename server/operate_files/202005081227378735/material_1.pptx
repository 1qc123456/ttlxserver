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wav" ContentType="audio/wav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9" d="100"/>
          <a:sy n="79" d="100"/>
        </p:scale>
        <p:origin x="-84" y="-81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685800" y="3196686"/>
            <a:ext cx="7772400" cy="18000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676401"/>
            <a:ext cx="7772400" cy="1538286"/>
          </a:xfrm>
        </p:spPr>
        <p:txBody>
          <a:bodyPr anchor="b"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214686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0" lang="zh-CN" altLang="en-US" smtClean="0"/>
              <a:t>单击此处编辑母版副标题样式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968B6D-5ED3-4C3E-8863-FC9F1B79E9E0}" type="datetimeFigureOut">
              <a:rPr lang="zh-CN" altLang="en-US" smtClean="0"/>
              <a:t>2021/4/21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E027A-DB77-4831-A856-CD91DA9A8F4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trips dir="ld"/>
        <p:sndAc>
          <p:stSnd>
            <p:snd r:embed="rId1" name="push.wav"/>
          </p:stSnd>
        </p:sndAc>
      </p:transition>
    </mc:Choice>
    <mc:Fallback xmlns="">
      <p:transition spd="slow">
        <p:strips dir="ld"/>
        <p:sndAc>
          <p:stSnd>
            <p:snd r:embed="rId3" name="push.wav"/>
          </p:stSnd>
        </p:sndAc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457200" y="1410736"/>
            <a:ext cx="8229600" cy="18000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73152" y="6400800"/>
            <a:ext cx="3200400" cy="283800"/>
          </a:xfrm>
        </p:spPr>
        <p:txBody>
          <a:bodyPr/>
          <a:lstStyle/>
          <a:p>
            <a:fld id="{55968B6D-5ED3-4C3E-8863-FC9F1B79E9E0}" type="datetimeFigureOut">
              <a:rPr lang="zh-CN" altLang="en-US" smtClean="0"/>
              <a:t>2021/4/21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330952" y="6400800"/>
            <a:ext cx="3733800" cy="283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E027A-DB77-4831-A856-CD91DA9A8F4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trips dir="ld"/>
        <p:sndAc>
          <p:stSnd>
            <p:snd r:embed="rId1" name="push.wav"/>
          </p:stSnd>
        </p:sndAc>
      </p:transition>
    </mc:Choice>
    <mc:Fallback xmlns="">
      <p:transition spd="slow">
        <p:strips dir="ld"/>
        <p:sndAc>
          <p:stSnd>
            <p:snd r:embed="rId3" name="push.wav"/>
          </p:stSnd>
        </p:sndAc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685800" y="3143248"/>
            <a:ext cx="7772400" cy="18000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143248"/>
            <a:ext cx="7772400" cy="1362075"/>
          </a:xfrm>
        </p:spPr>
        <p:txBody>
          <a:bodyPr anchor="t"/>
          <a:lstStyle>
            <a:lvl1pPr algn="ctr">
              <a:defRPr sz="4000" b="0" cap="all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1643061"/>
            <a:ext cx="7772400" cy="1500187"/>
          </a:xfrm>
        </p:spPr>
        <p:txBody>
          <a:bodyPr anchor="b"/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968B6D-5ED3-4C3E-8863-FC9F1B79E9E0}" type="datetimeFigureOut">
              <a:rPr lang="zh-CN" altLang="en-US" smtClean="0"/>
              <a:t>2021/4/21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E027A-DB77-4831-A856-CD91DA9A8F4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trips dir="ld"/>
        <p:sndAc>
          <p:stSnd>
            <p:snd r:embed="rId1" name="push.wav"/>
          </p:stSnd>
        </p:sndAc>
      </p:transition>
    </mc:Choice>
    <mc:Fallback xmlns="">
      <p:transition spd="slow">
        <p:strips dir="ld"/>
        <p:sndAc>
          <p:stSnd>
            <p:snd r:embed="rId3" name="push.wav"/>
          </p:stSnd>
        </p:sndAc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457200" y="1410736"/>
            <a:ext cx="8229600" cy="18000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968B6D-5ED3-4C3E-8863-FC9F1B79E9E0}" type="datetimeFigureOut">
              <a:rPr lang="zh-CN" altLang="en-US" smtClean="0"/>
              <a:t>2021/4/21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E027A-DB77-4831-A856-CD91DA9A8F4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trips dir="ld"/>
        <p:sndAc>
          <p:stSnd>
            <p:snd r:embed="rId1" name="push.wav"/>
          </p:stSnd>
        </p:sndAc>
      </p:transition>
    </mc:Choice>
    <mc:Fallback xmlns="">
      <p:transition spd="slow">
        <p:strips dir="ld"/>
        <p:sndAc>
          <p:stSnd>
            <p:snd r:embed="rId3" name="push.wav"/>
          </p:stSnd>
        </p:sndAc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457200" y="1410736"/>
            <a:ext cx="8229600" cy="18000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1pPr>
            <a:lvl2pPr marL="457200" indent="0">
              <a:buNone/>
              <a:defRPr sz="20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2pPr>
            <a:lvl3pPr marL="914400" indent="0">
              <a:buNone/>
              <a:defRPr sz="18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3pPr>
            <a:lvl4pPr marL="1371600" indent="0">
              <a:buNone/>
              <a:defRPr sz="16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4pPr>
            <a:lvl5pPr marL="1828800" indent="0">
              <a:buNone/>
              <a:defRPr sz="16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1pPr>
            <a:lvl2pPr marL="457200" indent="0">
              <a:buNone/>
              <a:defRPr sz="20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2pPr>
            <a:lvl3pPr marL="914400" indent="0">
              <a:buNone/>
              <a:defRPr sz="18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3pPr>
            <a:lvl4pPr marL="1371600" indent="0">
              <a:buNone/>
              <a:defRPr sz="16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4pPr>
            <a:lvl5pPr marL="1828800" indent="0">
              <a:buNone/>
              <a:defRPr sz="16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968B6D-5ED3-4C3E-8863-FC9F1B79E9E0}" type="datetimeFigureOut">
              <a:rPr lang="zh-CN" altLang="en-US" smtClean="0"/>
              <a:t>2021/4/21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E027A-DB77-4831-A856-CD91DA9A8F4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trips dir="ld"/>
        <p:sndAc>
          <p:stSnd>
            <p:snd r:embed="rId1" name="push.wav"/>
          </p:stSnd>
        </p:sndAc>
      </p:transition>
    </mc:Choice>
    <mc:Fallback xmlns="">
      <p:transition spd="slow">
        <p:strips dir="ld"/>
        <p:sndAc>
          <p:stSnd>
            <p:snd r:embed="rId3" name="push.wav"/>
          </p:stSnd>
        </p:sndAc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457200" y="1410736"/>
            <a:ext cx="8229600" cy="18000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968B6D-5ED3-4C3E-8863-FC9F1B79E9E0}" type="datetimeFigureOut">
              <a:rPr lang="zh-CN" altLang="en-US" smtClean="0"/>
              <a:t>2021/4/21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E027A-DB77-4831-A856-CD91DA9A8F4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trips dir="ld"/>
        <p:sndAc>
          <p:stSnd>
            <p:snd r:embed="rId1" name="push.wav"/>
          </p:stSnd>
        </p:sndAc>
      </p:transition>
    </mc:Choice>
    <mc:Fallback xmlns="">
      <p:transition spd="slow">
        <p:strips dir="ld"/>
        <p:sndAc>
          <p:stSnd>
            <p:snd r:embed="rId3" name="push.wav"/>
          </p:stSnd>
        </p:sndAc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968B6D-5ED3-4C3E-8863-FC9F1B79E9E0}" type="datetimeFigureOut">
              <a:rPr lang="zh-CN" altLang="en-US" smtClean="0"/>
              <a:t>2021/4/21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E027A-DB77-4831-A856-CD91DA9A8F4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1500">
        <p:strips dir="ld"/>
        <p:sndAc>
          <p:stSnd>
            <p:snd r:embed="rId1" name="push.wav"/>
          </p:stSnd>
        </p:sndAc>
      </p:transition>
    </mc:Choice>
    <mc:Fallback xmlns="">
      <p:transition spd="slow">
        <p:strips dir="ld"/>
        <p:sndAc>
          <p:stSnd>
            <p:snd r:embed="rId3" name="push.wav"/>
          </p:stSnd>
        </p:sndAc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2786050" y="1053546"/>
            <a:ext cx="5904000" cy="18000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86050" y="228600"/>
            <a:ext cx="5900752" cy="842946"/>
          </a:xfrm>
        </p:spPr>
        <p:txBody>
          <a:bodyPr anchor="b"/>
          <a:lstStyle>
            <a:lvl1pPr algn="ctr">
              <a:defRPr sz="2800" b="0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786050" y="1142984"/>
            <a:ext cx="5900750" cy="514353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5" y="1142984"/>
            <a:ext cx="2257408" cy="5143536"/>
          </a:xfrm>
        </p:spPr>
        <p:txBody>
          <a:bodyPr anchor="ctr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968B6D-5ED3-4C3E-8863-FC9F1B79E9E0}" type="datetimeFigureOut">
              <a:rPr lang="zh-CN" altLang="en-US" smtClean="0"/>
              <a:t>2021/4/21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E027A-DB77-4831-A856-CD91DA9A8F4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trips dir="ld"/>
        <p:sndAc>
          <p:stSnd>
            <p:snd r:embed="rId1" name="push.wav"/>
          </p:stSnd>
        </p:sndAc>
      </p:transition>
    </mc:Choice>
    <mc:Fallback xmlns="">
      <p:transition spd="slow">
        <p:strips dir="ld"/>
        <p:sndAc>
          <p:stSnd>
            <p:snd r:embed="rId3" name="push.wav"/>
          </p:stSnd>
        </p:sndAc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33400" y="304800"/>
            <a:ext cx="6400800" cy="685800"/>
          </a:xfrm>
        </p:spPr>
        <p:txBody>
          <a:bodyPr anchor="ctr"/>
          <a:lstStyle>
            <a:lvl1pPr algn="l">
              <a:defRPr sz="2400" b="0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701552" y="1143000"/>
            <a:ext cx="7223248" cy="3980172"/>
          </a:xfrm>
          <a:prstGeom prst="roundRect">
            <a:avLst>
              <a:gd name="adj" fmla="val 18278"/>
            </a:avLst>
          </a:prstGeom>
          <a:solidFill>
            <a:schemeClr val="accent1">
              <a:tint val="40000"/>
            </a:schemeClr>
          </a:solidFill>
          <a:ln w="50800" cap="rnd">
            <a:gradFill flip="none" rotWithShape="1">
              <a:gsLst>
                <a:gs pos="0">
                  <a:schemeClr val="accent1">
                    <a:shade val="50000"/>
                  </a:schemeClr>
                </a:gs>
                <a:gs pos="20000">
                  <a:schemeClr val="accent2">
                    <a:shade val="50000"/>
                  </a:schemeClr>
                </a:gs>
                <a:gs pos="40000">
                  <a:schemeClr val="accent3">
                    <a:shade val="50000"/>
                  </a:schemeClr>
                </a:gs>
                <a:gs pos="60000">
                  <a:schemeClr val="accent4">
                    <a:shade val="50000"/>
                  </a:schemeClr>
                </a:gs>
                <a:gs pos="80000">
                  <a:schemeClr val="accent5">
                    <a:shade val="50000"/>
                  </a:schemeClr>
                </a:gs>
                <a:gs pos="100000">
                  <a:schemeClr val="accent6">
                    <a:shade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round/>
          </a:ln>
          <a:effectLst>
            <a:outerShdw blurRad="50800" dist="38100" dir="5400000" algn="tl" rotWithShape="0">
              <a:prstClr val="black">
                <a:alpha val="50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kumimoji="0" lang="zh-CN" altLang="en-US" smtClean="0"/>
              <a:t>单击图标添加图片</a:t>
            </a:r>
            <a:endParaRPr kumimoji="0"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62200" y="5410200"/>
            <a:ext cx="5657888" cy="804862"/>
          </a:xfrm>
        </p:spPr>
        <p:txBody>
          <a:bodyPr anchor="ctr"/>
          <a:lstStyle>
            <a:lvl1pPr marL="0" indent="0" algn="r">
              <a:buNone/>
              <a:defRPr sz="1200" b="0"/>
            </a:lvl1pPr>
            <a:lvl2pPr marL="457200" indent="0" algn="r">
              <a:buNone/>
              <a:defRPr sz="1200" b="0"/>
            </a:lvl2pPr>
            <a:lvl3pPr marL="914400" indent="0" algn="r">
              <a:buNone/>
              <a:defRPr sz="1200" b="0"/>
            </a:lvl3pPr>
            <a:lvl4pPr marL="1371600" indent="0" algn="r">
              <a:buNone/>
              <a:defRPr sz="1200" b="0"/>
            </a:lvl4pPr>
            <a:lvl5pPr marL="1828800" indent="0" algn="r">
              <a:buNone/>
              <a:defRPr sz="1200" b="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968B6D-5ED3-4C3E-8863-FC9F1B79E9E0}" type="datetimeFigureOut">
              <a:rPr lang="zh-CN" altLang="en-US" smtClean="0"/>
              <a:t>2021/4/21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E027A-DB77-4831-A856-CD91DA9A8F4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1500">
        <p:strips dir="ld"/>
        <p:sndAc>
          <p:stSnd>
            <p:snd r:embed="rId1" name="push.wav"/>
          </p:stSnd>
        </p:sndAc>
      </p:transition>
    </mc:Choice>
    <mc:Fallback xmlns="">
      <p:transition spd="slow">
        <p:strips dir="ld"/>
        <p:sndAc>
          <p:stSnd>
            <p:snd r:embed="rId3" name="push.wav"/>
          </p:stSnd>
        </p:sndAc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968B6D-5ED3-4C3E-8863-FC9F1B79E9E0}" type="datetimeFigureOut">
              <a:rPr lang="zh-CN" altLang="en-US" smtClean="0"/>
              <a:t>2021/4/21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E027A-DB77-4831-A856-CD91DA9A8F40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457200" y="1410736"/>
            <a:ext cx="8229600" cy="18000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trips dir="ld"/>
        <p:sndAc>
          <p:stSnd>
            <p:snd r:embed="rId1" name="push.wav"/>
          </p:stSnd>
        </p:sndAc>
      </p:transition>
    </mc:Choice>
    <mc:Fallback xmlns="">
      <p:transition spd="slow">
        <p:strips dir="ld"/>
        <p:sndAc>
          <p:stSnd>
            <p:snd r:embed="rId3" name="push.wav"/>
          </p:stSnd>
        </p:sndAc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215206" y="274638"/>
            <a:ext cx="1471594" cy="6011882"/>
          </a:xfrm>
        </p:spPr>
        <p:txBody>
          <a:bodyPr vert="eaVert"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686568" cy="6011882"/>
          </a:xfrm>
        </p:spPr>
        <p:txBody>
          <a:bodyPr vert="eaVert"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968B6D-5ED3-4C3E-8863-FC9F1B79E9E0}" type="datetimeFigureOut">
              <a:rPr lang="zh-CN" altLang="en-US" smtClean="0"/>
              <a:t>2021/4/21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E027A-DB77-4831-A856-CD91DA9A8F4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trips dir="ld"/>
        <p:sndAc>
          <p:stSnd>
            <p:snd r:embed="rId1" name="push.wav"/>
          </p:stSnd>
        </p:sndAc>
      </p:transition>
    </mc:Choice>
    <mc:Fallback xmlns="">
      <p:transition spd="slow">
        <p:strips dir="ld"/>
        <p:sndAc>
          <p:stSnd>
            <p:snd r:embed="rId3" name="push.wav"/>
          </p:stSnd>
        </p:sndAc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audio" Target="../media/audio1.wav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audio" Target="../media/audio1.wav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6678000"/>
            <a:ext cx="9144000" cy="180000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50000">
                <a:schemeClr val="accent1">
                  <a:tint val="20000"/>
                </a:schemeClr>
              </a:gs>
              <a:gs pos="100000">
                <a:schemeClr val="accent1">
                  <a:alpha val="4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rtlCol="0" anchor="ctr">
            <a:normAutofit/>
          </a:bodyPr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686320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  <a:p>
            <a:pPr lvl="1" eaLnBrk="1" latinLnBrk="0" hangingPunct="1"/>
            <a:r>
              <a:rPr kumimoji="0" lang="zh-CN" altLang="en-US" smtClean="0"/>
              <a:t>第二级</a:t>
            </a:r>
          </a:p>
          <a:p>
            <a:pPr lvl="2" eaLnBrk="1" latinLnBrk="0" hangingPunct="1"/>
            <a:r>
              <a:rPr kumimoji="0" lang="zh-CN" altLang="en-US" smtClean="0"/>
              <a:t>第三级</a:t>
            </a:r>
          </a:p>
          <a:p>
            <a:pPr lvl="3" eaLnBrk="1" latinLnBrk="0" hangingPunct="1"/>
            <a:r>
              <a:rPr kumimoji="0" lang="zh-CN" altLang="en-US" smtClean="0"/>
              <a:t>第四级</a:t>
            </a:r>
          </a:p>
          <a:p>
            <a:pPr lvl="4" eaLnBrk="1" latinLnBrk="0" hangingPunct="1"/>
            <a:r>
              <a:rPr kumimoji="0"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76200" y="6400800"/>
            <a:ext cx="3200400" cy="283800"/>
          </a:xfrm>
          <a:prstGeom prst="rect">
            <a:avLst/>
          </a:prstGeom>
        </p:spPr>
        <p:txBody>
          <a:bodyPr vert="horz" rtlCol="0" anchor="b"/>
          <a:lstStyle>
            <a:lvl1pPr algn="l" eaLnBrk="1" latinLnBrk="0" hangingPunct="1">
              <a:defRPr kumimoji="0" sz="1100"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fld id="{55968B6D-5ED3-4C3E-8863-FC9F1B79E9E0}" type="datetimeFigureOut">
              <a:rPr lang="zh-CN" altLang="en-US" smtClean="0"/>
              <a:t>2021/4/21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5334000" y="6400800"/>
            <a:ext cx="3733800" cy="283800"/>
          </a:xfrm>
          <a:prstGeom prst="rect">
            <a:avLst/>
          </a:prstGeom>
        </p:spPr>
        <p:txBody>
          <a:bodyPr vert="horz" rtlCol="0" anchor="ctr"/>
          <a:lstStyle>
            <a:lvl1pPr algn="r" eaLnBrk="1" latinLnBrk="0" hangingPunct="1">
              <a:defRPr kumimoji="0" sz="1100"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4114800" y="6400800"/>
            <a:ext cx="914400" cy="283464"/>
          </a:xfrm>
          <a:prstGeom prst="rect">
            <a:avLst/>
          </a:prstGeom>
          <a:noFill/>
        </p:spPr>
        <p:txBody>
          <a:bodyPr vert="horz" lIns="45720" rIns="45720" rtlCol="0" anchor="ctr"/>
          <a:lstStyle>
            <a:lvl1pPr algn="ctr" eaLnBrk="1" latinLnBrk="0" hangingPunct="1">
              <a:defRPr kumimoji="0" sz="1100" b="0"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fld id="{116E027A-DB77-4831-A856-CD91DA9A8F40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0" y="0"/>
            <a:ext cx="9144000" cy="108000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50000">
                <a:schemeClr val="accent1">
                  <a:tint val="20000"/>
                </a:schemeClr>
              </a:gs>
              <a:gs pos="100000">
                <a:schemeClr val="accent1">
                  <a:alpha val="4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</p:sldLayoutIdLst>
  <mc:AlternateContent xmlns:mc="http://schemas.openxmlformats.org/markup-compatibility/2006" xmlns:p14="http://schemas.microsoft.com/office/powerpoint/2010/main">
    <mc:Choice Requires="p14">
      <p:transition spd="slow" p14:dur="1500">
        <p:strips dir="ld"/>
        <p:sndAc>
          <p:stSnd>
            <p:snd r:embed="rId13" name="push.wav"/>
          </p:stSnd>
        </p:sndAc>
      </p:transition>
    </mc:Choice>
    <mc:Fallback xmlns="">
      <p:transition spd="slow">
        <p:strips dir="ld"/>
        <p:sndAc>
          <p:stSnd>
            <p:snd r:embed="rId14" name="push.wav"/>
          </p:stSnd>
        </p:sndAc>
      </p:transition>
    </mc:Fallback>
  </mc:AlternateContent>
  <p:txStyles>
    <p:titleStyle>
      <a:lvl1pPr algn="ctr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latinLnBrk="0" hangingPunct="1">
        <a:defRPr kumimoji="0">
          <a:solidFill>
            <a:schemeClr val="tx2"/>
          </a:solidFill>
        </a:defRPr>
      </a:lvl2pPr>
      <a:lvl3pPr eaLnBrk="1" latinLnBrk="0" hangingPunct="1">
        <a:defRPr kumimoji="0">
          <a:solidFill>
            <a:schemeClr val="tx2"/>
          </a:solidFill>
        </a:defRPr>
      </a:lvl3pPr>
      <a:lvl4pPr eaLnBrk="1" latinLnBrk="0" hangingPunct="1">
        <a:defRPr kumimoji="0">
          <a:solidFill>
            <a:schemeClr val="tx2"/>
          </a:solidFill>
        </a:defRPr>
      </a:lvl4pPr>
      <a:lvl5pPr eaLnBrk="1" latinLnBrk="0" hangingPunct="1">
        <a:defRPr kumimoji="0">
          <a:solidFill>
            <a:schemeClr val="tx2"/>
          </a:solidFill>
        </a:defRPr>
      </a:lvl5pPr>
      <a:lvl6pPr eaLnBrk="1" latinLnBrk="0" hangingPunct="1">
        <a:defRPr kumimoji="0">
          <a:solidFill>
            <a:schemeClr val="tx2"/>
          </a:solidFill>
        </a:defRPr>
      </a:lvl6pPr>
      <a:lvl7pPr eaLnBrk="1" latinLnBrk="0" hangingPunct="1">
        <a:defRPr kumimoji="0">
          <a:solidFill>
            <a:schemeClr val="tx2"/>
          </a:solidFill>
        </a:defRPr>
      </a:lvl7pPr>
      <a:lvl8pPr eaLnBrk="1" latinLnBrk="0" hangingPunct="1">
        <a:defRPr kumimoji="0">
          <a:solidFill>
            <a:schemeClr val="tx2"/>
          </a:solidFill>
        </a:defRPr>
      </a:lvl8pPr>
      <a:lvl9pPr eaLnBrk="1" latinLnBrk="0" hangingPunct="1">
        <a:defRPr kumimoji="0">
          <a:solidFill>
            <a:schemeClr val="tx2"/>
          </a:solidFill>
        </a:defRPr>
      </a:lvl9pPr>
    </p:titleStyle>
    <p:bodyStyle>
      <a:lvl1pPr marL="342900" indent="-342900" algn="l" rtl="0" eaLnBrk="1" latinLnBrk="0" hangingPunct="1">
        <a:spcBef>
          <a:spcPct val="20000"/>
        </a:spcBef>
        <a:buClr>
          <a:schemeClr val="tx2"/>
        </a:buClr>
        <a:buSzPct val="50000"/>
        <a:buFont typeface="Wingdings 2"/>
        <a:buChar char="ß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latinLnBrk="0" hangingPunct="1">
        <a:spcBef>
          <a:spcPct val="20000"/>
        </a:spcBef>
        <a:buClr>
          <a:schemeClr val="tx2"/>
        </a:buClr>
        <a:buSzPct val="50000"/>
        <a:buFont typeface="Wingdings 2"/>
        <a:buChar char="Þ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latinLnBrk="0" hangingPunct="1">
        <a:spcBef>
          <a:spcPct val="20000"/>
        </a:spcBef>
        <a:buClr>
          <a:schemeClr val="tx2"/>
        </a:buClr>
        <a:buSzPct val="50000"/>
        <a:buFont typeface="Wingdings 2"/>
        <a:buChar char="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latinLnBrk="0" hangingPunct="1">
        <a:spcBef>
          <a:spcPct val="20000"/>
        </a:spcBef>
        <a:buClr>
          <a:schemeClr val="tx2"/>
        </a:buClr>
        <a:buSzPct val="50000"/>
        <a:buFont typeface="Wingdings 2"/>
        <a:buChar char="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latinLnBrk="0" hangingPunct="1">
        <a:spcBef>
          <a:spcPct val="20000"/>
        </a:spcBef>
        <a:buClr>
          <a:schemeClr val="tx2"/>
        </a:buClr>
        <a:buSzPct val="50000"/>
        <a:buFont typeface="Wingdings 2"/>
        <a:buChar char="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7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Relationship Id="rId6" Type="http://schemas.openxmlformats.org/officeDocument/2006/relationships/slide" Target="slide5.xml"/><Relationship Id="rId5" Type="http://schemas.openxmlformats.org/officeDocument/2006/relationships/slide" Target="slide4.xml"/><Relationship Id="rId4" Type="http://schemas.openxmlformats.org/officeDocument/2006/relationships/slide" Target="slide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zh-CN" altLang="en-US" sz="4800" b="1" dirty="0" smtClean="0">
                <a:solidFill>
                  <a:srgbClr val="7030A0"/>
                </a:solidFill>
                <a:latin typeface="华文新魏" pitchFamily="2" charset="-122"/>
                <a:ea typeface="华文新魏" pitchFamily="2" charset="-122"/>
              </a:rPr>
              <a:t>中国春节习俗</a:t>
            </a:r>
            <a:endParaRPr lang="zh-CN" altLang="en-US" sz="4800" b="1" dirty="0">
              <a:solidFill>
                <a:srgbClr val="7030A0"/>
              </a:solidFill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284984"/>
            <a:ext cx="6400800" cy="1800200"/>
          </a:xfrm>
        </p:spPr>
        <p:txBody>
          <a:bodyPr>
            <a:normAutofit/>
          </a:bodyPr>
          <a:lstStyle/>
          <a:p>
            <a:pPr algn="r"/>
            <a:r>
              <a:rPr lang="zh-CN" altLang="en-US" sz="2400" b="1" dirty="0" smtClean="0">
                <a:ea typeface="华文行楷" pitchFamily="2" charset="-122"/>
                <a:hlinkClick r:id="rId3" action="ppaction://hlinksldjump"/>
              </a:rPr>
              <a:t>扫尘</a:t>
            </a:r>
            <a:endParaRPr lang="zh-CN" altLang="en-US" sz="2400" b="1" dirty="0" smtClean="0">
              <a:ea typeface="华文行楷" pitchFamily="2" charset="-122"/>
            </a:endParaRPr>
          </a:p>
          <a:p>
            <a:pPr algn="r"/>
            <a:r>
              <a:rPr lang="zh-CN" altLang="en-US" sz="2400" b="1" dirty="0" smtClean="0">
                <a:ea typeface="华文行楷" pitchFamily="2" charset="-122"/>
                <a:hlinkClick r:id="rId4" action="ppaction://hlinksldjump"/>
              </a:rPr>
              <a:t>贴春联</a:t>
            </a:r>
            <a:endParaRPr lang="zh-CN" altLang="en-US" sz="2400" b="1" dirty="0" smtClean="0">
              <a:ea typeface="华文行楷" pitchFamily="2" charset="-122"/>
            </a:endParaRPr>
          </a:p>
          <a:p>
            <a:pPr algn="r"/>
            <a:r>
              <a:rPr lang="zh-CN" altLang="en-US" sz="2400" b="1" dirty="0" smtClean="0">
                <a:ea typeface="华文行楷" pitchFamily="2" charset="-122"/>
                <a:hlinkClick r:id="rId5" action="ppaction://hlinksldjump"/>
              </a:rPr>
              <a:t>守岁</a:t>
            </a:r>
            <a:endParaRPr lang="zh-CN" altLang="en-US" sz="2400" b="1" dirty="0" smtClean="0">
              <a:ea typeface="华文行楷" pitchFamily="2" charset="-122"/>
            </a:endParaRPr>
          </a:p>
          <a:p>
            <a:pPr algn="r"/>
            <a:r>
              <a:rPr lang="zh-CN" altLang="en-US" sz="2400" b="1" dirty="0" smtClean="0">
                <a:ea typeface="华文行楷" pitchFamily="2" charset="-122"/>
                <a:hlinkClick r:id="rId6" action="ppaction://hlinksldjump"/>
              </a:rPr>
              <a:t>拜年</a:t>
            </a:r>
            <a:endParaRPr lang="zh-CN" altLang="en-US" sz="2400" b="1" dirty="0" smtClean="0">
              <a:ea typeface="华文行楷" pitchFamily="2" charset="-122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606634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trips dir="ld"/>
        <p:sndAc>
          <p:stSnd>
            <p:snd r:embed="rId2" name="push.wav"/>
          </p:stSnd>
        </p:sndAc>
      </p:transition>
    </mc:Choice>
    <mc:Fallback xmlns="">
      <p:transition spd="slow">
        <p:strips dir="ld"/>
        <p:sndAc>
          <p:stSnd>
            <p:snd r:embed="rId7" name="push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 smtClean="0"/>
              <a:t>扫尘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>
                <a:latin typeface="宋体"/>
              </a:rPr>
              <a:t>“</a:t>
            </a:r>
            <a:r>
              <a:rPr lang="zh-CN" altLang="en-US" dirty="0" smtClean="0"/>
              <a:t>腊月二十四，掸尘扫房子</a:t>
            </a:r>
            <a:r>
              <a:rPr lang="zh-CN" altLang="en-US" dirty="0" smtClean="0">
                <a:latin typeface="宋体"/>
              </a:rPr>
              <a:t>”</a:t>
            </a:r>
            <a:r>
              <a:rPr lang="en-US" altLang="zh-CN" dirty="0" smtClean="0"/>
              <a:t>,</a:t>
            </a:r>
            <a:r>
              <a:rPr lang="zh-CN" altLang="en-US" dirty="0" smtClean="0"/>
              <a:t>每逢春节来临，家家户户都要打扫环境，清洗各种器具，拆洗被褥窗帘，洒扫六闾庭院，掸拂尘垢蛛网，疏浚明渠暗沟。到处洋溢着欢欢喜喜搞卫生、干干净净迎新春的欢乐气氛。</a:t>
            </a:r>
          </a:p>
        </p:txBody>
      </p:sp>
    </p:spTree>
    <p:extLst>
      <p:ext uri="{BB962C8B-B14F-4D97-AF65-F5344CB8AC3E}">
        <p14:creationId xmlns:p14="http://schemas.microsoft.com/office/powerpoint/2010/main" val="33997651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trips dir="ld"/>
        <p:sndAc>
          <p:stSnd>
            <p:snd r:embed="rId2" name="push.wav"/>
          </p:stSnd>
        </p:sndAc>
      </p:transition>
    </mc:Choice>
    <mc:Fallback xmlns="">
      <p:transition spd="slow">
        <p:strips dir="ld"/>
        <p:sndAc>
          <p:stSnd>
            <p:snd r:embed="rId3" name="push.wav"/>
          </p:stSnd>
        </p:sndAc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 smtClean="0"/>
              <a:t>贴春联</a:t>
            </a:r>
            <a:r>
              <a:rPr lang="zh-CN" altLang="en-US" dirty="0" smtClean="0"/>
              <a:t> 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春联也叫门对、春贴、对联、对子、桃符等，它以工整、对偶、简洁、精巧的文字描绘时代背景，抒发美好愿望，是我国特有的文学形式。</a:t>
            </a:r>
          </a:p>
        </p:txBody>
      </p:sp>
    </p:spTree>
    <p:extLst>
      <p:ext uri="{BB962C8B-B14F-4D97-AF65-F5344CB8AC3E}">
        <p14:creationId xmlns:p14="http://schemas.microsoft.com/office/powerpoint/2010/main" val="31005875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trips dir="ld"/>
        <p:sndAc>
          <p:stSnd>
            <p:snd r:embed="rId2" name="push.wav"/>
          </p:stSnd>
        </p:sndAc>
      </p:transition>
    </mc:Choice>
    <mc:Fallback xmlns="">
      <p:transition spd="slow">
        <p:strips dir="ld"/>
        <p:sndAc>
          <p:stSnd>
            <p:snd r:embed="rId3" name="push.wav"/>
          </p:stSnd>
        </p:sndAc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 smtClean="0"/>
              <a:t>守岁</a:t>
            </a:r>
            <a:r>
              <a:rPr lang="zh-CN" altLang="en-US" dirty="0" smtClean="0"/>
              <a:t> 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古时守岁有两种含义：年长者守岁为</a:t>
            </a:r>
            <a:r>
              <a:rPr lang="zh-CN" altLang="en-US" dirty="0" smtClean="0">
                <a:latin typeface="宋体"/>
              </a:rPr>
              <a:t>“</a:t>
            </a:r>
            <a:r>
              <a:rPr lang="zh-CN" altLang="en-US" dirty="0" smtClean="0"/>
              <a:t>辞岁</a:t>
            </a:r>
            <a:r>
              <a:rPr lang="zh-CN" altLang="en-US" dirty="0" smtClean="0">
                <a:latin typeface="宋体"/>
              </a:rPr>
              <a:t>”</a:t>
            </a:r>
            <a:r>
              <a:rPr lang="zh-CN" altLang="en-US" dirty="0" smtClean="0"/>
              <a:t>有珍爱光阴的意思；年轻人守岁，是为延长父母寿命。自汉代以来，新旧年交替的时刻一般为夜半时分。</a:t>
            </a:r>
          </a:p>
        </p:txBody>
      </p:sp>
    </p:spTree>
    <p:extLst>
      <p:ext uri="{BB962C8B-B14F-4D97-AF65-F5344CB8AC3E}">
        <p14:creationId xmlns:p14="http://schemas.microsoft.com/office/powerpoint/2010/main" val="38712375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trips dir="ld"/>
        <p:sndAc>
          <p:stSnd>
            <p:snd r:embed="rId2" name="push.wav"/>
          </p:stSnd>
        </p:sndAc>
      </p:transition>
    </mc:Choice>
    <mc:Fallback xmlns="">
      <p:transition spd="slow">
        <p:strips dir="ld"/>
        <p:sndAc>
          <p:stSnd>
            <p:snd r:embed="rId3" name="push.wav"/>
          </p:stSnd>
        </p:sndAc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 smtClean="0"/>
              <a:t>拜年</a:t>
            </a:r>
            <a:r>
              <a:rPr lang="zh-CN" altLang="en-US" dirty="0" smtClean="0"/>
              <a:t> 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新年的初一，人们都早早起来，穿上最漂亮的衣服，打扮得整整齐齐，出门去走亲访友，相互拜年，恭祝来年大吉大利。</a:t>
            </a:r>
          </a:p>
        </p:txBody>
      </p:sp>
      <p:pic>
        <p:nvPicPr>
          <p:cNvPr id="4" name="图片 3"/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1720" y="3284984"/>
            <a:ext cx="4500000" cy="3240000"/>
          </a:xfrm>
          <a:prstGeom prst="ellipse">
            <a:avLst/>
          </a:prstGeom>
          <a:ln w="190500" cap="rnd">
            <a:solidFill>
              <a:srgbClr val="C8C6BD"/>
            </a:solidFill>
            <a:prstDash val="solid"/>
          </a:ln>
          <a:effectLst>
            <a:outerShdw blurRad="127000" algn="bl" rotWithShape="0">
              <a:srgbClr val="000000"/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</p:spTree>
    <p:extLst>
      <p:ext uri="{BB962C8B-B14F-4D97-AF65-F5344CB8AC3E}">
        <p14:creationId xmlns:p14="http://schemas.microsoft.com/office/powerpoint/2010/main" val="29373465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trips dir="ld"/>
        <p:sndAc>
          <p:stSnd>
            <p:snd r:embed="rId2" name="push.wav"/>
          </p:stSnd>
        </p:sndAc>
      </p:transition>
    </mc:Choice>
    <mc:Fallback xmlns="">
      <p:transition spd="slow">
        <p:strips dir="ld"/>
        <p:sndAc>
          <p:stSnd>
            <p:snd r:embed="rId4" name="push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暗香扑面">
  <a:themeElements>
    <a:clrScheme name="暗香扑面">
      <a:dk1>
        <a:sysClr val="windowText" lastClr="000000"/>
      </a:dk1>
      <a:lt1>
        <a:sysClr val="window" lastClr="FFFFFF"/>
      </a:lt1>
      <a:dk2>
        <a:srgbClr val="2F2F2F"/>
      </a:dk2>
      <a:lt2>
        <a:srgbClr val="FFFFF4"/>
      </a:lt2>
      <a:accent1>
        <a:srgbClr val="918415"/>
      </a:accent1>
      <a:accent2>
        <a:srgbClr val="C47546"/>
      </a:accent2>
      <a:accent3>
        <a:srgbClr val="AFB591"/>
      </a:accent3>
      <a:accent4>
        <a:srgbClr val="B9945B"/>
      </a:accent4>
      <a:accent5>
        <a:srgbClr val="85ADBC"/>
      </a:accent5>
      <a:accent6>
        <a:srgbClr val="E5B440"/>
      </a:accent6>
      <a:hlink>
        <a:srgbClr val="00D5D5"/>
      </a:hlink>
      <a:folHlink>
        <a:srgbClr val="DD00DD"/>
      </a:folHlink>
    </a:clrScheme>
    <a:fontScheme name="暗香扑面">
      <a:majorFont>
        <a:latin typeface="Franklin Gothic Medium"/>
        <a:ea typeface=""/>
        <a:cs typeface=""/>
        <a:font script="Jpan" typeface="HG創英角ｺﾞｼｯｸUB"/>
        <a:font script="Hang" typeface="HY견고딕"/>
        <a:font script="Hans" typeface="微软雅黑"/>
        <a:font script="Hant" typeface="微軟正黑體"/>
        <a:font script="Arab" typeface="Arial Bold"/>
        <a:font script="Hebr" typeface="Arial Bold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 Bold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HG創英角ｺﾞｼｯｸUB"/>
        <a:font script="Hang" typeface="맑은 고딕"/>
        <a:font script="Hans" typeface="黑体"/>
        <a:font script="Hant" typeface="新細明體"/>
        <a:font script="Arab" typeface="Arial"/>
        <a:font script="Hebr" typeface="Arial"/>
        <a:font script="Thai" typeface="Cordian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暗香扑面">
      <a:fillStyleLst>
        <a:solidFill>
          <a:schemeClr val="phClr"/>
        </a:solidFill>
        <a:gradFill rotWithShape="1">
          <a:gsLst>
            <a:gs pos="0">
              <a:schemeClr val="phClr">
                <a:tint val="98000"/>
                <a:satMod val="220000"/>
              </a:schemeClr>
            </a:gs>
            <a:gs pos="31000">
              <a:schemeClr val="phClr">
                <a:tint val="30000"/>
                <a:satMod val="150000"/>
              </a:schemeClr>
            </a:gs>
            <a:gs pos="91000">
              <a:schemeClr val="phClr">
                <a:tint val="96000"/>
              </a:schemeClr>
            </a:gs>
          </a:gsLst>
          <a:path path="circle">
            <a:fillToRect l="50000" t="150000" r="50000"/>
          </a:path>
        </a:gradFill>
        <a:blipFill>
          <a:blip xmlns:r="http://schemas.openxmlformats.org/officeDocument/2006/relationships" r:embed="rId1">
            <a:duotone>
              <a:schemeClr val="phClr">
                <a:shade val="28000"/>
                <a:satMod val="100000"/>
              </a:schemeClr>
              <a:schemeClr val="phClr">
                <a:tint val="100000"/>
                <a:satMod val="200000"/>
              </a:schemeClr>
            </a:duotone>
          </a:blip>
          <a:tile tx="0" ty="0" sx="80000" sy="80000" flip="none" algn="tl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alpha val="45000"/>
                <a:satMod val="110000"/>
              </a:schemeClr>
            </a:glow>
          </a:effectLst>
        </a:effectStyle>
        <a:effectStyle>
          <a:effectLst>
            <a:outerShdw blurRad="34925" dist="31750" dir="5400000" algn="tl" rotWithShape="0">
              <a:srgbClr val="000000">
                <a:alpha val="50000"/>
              </a:srgb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contourW="9525" prstMaterial="dkEdge">
            <a:bevelT w="12000" h="24150"/>
            <a:contourClr>
              <a:schemeClr val="phClr">
                <a:satMod val="110000"/>
              </a:schemeClr>
            </a:contourClr>
          </a:sp3d>
        </a:effectStyle>
        <a:effectStyle>
          <a:effectLst>
            <a:outerShdw blurRad="50800" dist="31750" dir="5400000" algn="tl" rotWithShape="0">
              <a:srgbClr val="000000">
                <a:alpha val="50000"/>
              </a:srgb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contourW="18700" prstMaterial="dkEdge">
            <a:bevelT w="44450" h="80600"/>
            <a:contourClr>
              <a:schemeClr val="phClr">
                <a:satMod val="11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70000"/>
                <a:satMod val="1000000"/>
              </a:schemeClr>
            </a:gs>
            <a:gs pos="31000">
              <a:schemeClr val="phClr">
                <a:shade val="85000"/>
                <a:satMod val="450000"/>
              </a:schemeClr>
            </a:gs>
            <a:gs pos="100000">
              <a:schemeClr val="phClr">
                <a:tint val="70000"/>
                <a:satMod val="300000"/>
              </a:schemeClr>
            </a:gs>
          </a:gsLst>
          <a:path path="circle">
            <a:fillToRect l="50000" t="150000" r="50000"/>
          </a:path>
        </a:gradFill>
        <a:blipFill>
          <a:blip xmlns:r="http://schemas.openxmlformats.org/officeDocument/2006/relationships" r:embed="rId2">
            <a:duotone>
              <a:schemeClr val="phClr">
                <a:tint val="100000"/>
                <a:shade val="70000"/>
                <a:hueMod val="100000"/>
                <a:satMod val="100000"/>
              </a:schemeClr>
              <a:schemeClr val="phClr">
                <a:tint val="90000"/>
                <a:shade val="100000"/>
                <a:hueMod val="100000"/>
                <a:satMod val="100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Fan</Template>
  <TotalTime>9</TotalTime>
  <Words>184</Words>
  <Application>Microsoft Office PowerPoint</Application>
  <PresentationFormat>全屏显示(4:3)</PresentationFormat>
  <Paragraphs>13</Paragraphs>
  <Slides>5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6" baseType="lpstr">
      <vt:lpstr>暗香扑面</vt:lpstr>
      <vt:lpstr>中国春节习俗</vt:lpstr>
      <vt:lpstr>扫尘</vt:lpstr>
      <vt:lpstr>贴春联 </vt:lpstr>
      <vt:lpstr>守岁 </vt:lpstr>
      <vt:lpstr>拜年 </vt:lpstr>
    </vt:vector>
  </TitlesOfParts>
  <Company>user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中国春节习俗</dc:title>
  <dc:creator>user</dc:creator>
  <cp:lastModifiedBy>86133</cp:lastModifiedBy>
  <cp:revision>5</cp:revision>
  <dcterms:created xsi:type="dcterms:W3CDTF">2013-08-30T06:32:52Z</dcterms:created>
  <dcterms:modified xsi:type="dcterms:W3CDTF">2021-04-21T02:30:55Z</dcterms:modified>
</cp:coreProperties>
</file>