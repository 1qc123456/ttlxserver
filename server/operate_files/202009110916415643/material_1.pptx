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0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7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8ACAA-8C3D-4868-8F38-9B44390B0CE2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22AA4-1D78-482E-9D27-929F0FF6BF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77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一定要放眼未来，统筹规划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22AA4-1D78-482E-9D27-929F0FF6BF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44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86A307-B902-4BBD-A878-E7EB8D4BB5D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F4AE98-B0E3-475B-A65E-82FAC98DB80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734971-D62F-403E-ADEA-C59C8300810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CBE5A-8461-4580-9C1D-C02D05108E2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B09C82-91F9-4219-AFB4-E5B3AAD86BC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99F5A6-247F-4F78-807B-97F64179248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685A4C-33C4-4169-977F-82DF254F6C3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265203-1BC5-4E8B-BE83-276A479E649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60E45D-DC44-46AA-9DB7-906F039DA0E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4A84-F0B0-4535-B1D2-FE92FB8A868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5EF3-D2CA-4121-AE4A-B5D217B2436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39F093D1-92FE-4204-A03B-90DD26B1152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6E60A"/>
                </a:solidFill>
                <a:latin typeface="黑体" pitchFamily="49" charset="-122"/>
                <a:ea typeface="黑体" pitchFamily="49" charset="-122"/>
              </a:rPr>
              <a:t>普及天下，运筹帷幄</a:t>
            </a:r>
            <a:endParaRPr lang="zh-CN" altLang="en-US" dirty="0">
              <a:solidFill>
                <a:srgbClr val="E6E60A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建</a:t>
            </a:r>
            <a:r>
              <a:rPr lang="zh-CN" altLang="en-US" dirty="0" smtClean="0"/>
              <a:t>全国公用电话</a:t>
            </a:r>
            <a:r>
              <a:rPr lang="zh-CN" altLang="en-US" dirty="0"/>
              <a:t>管理系统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08000" y="1476000"/>
            <a:ext cx="7109640" cy="19080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zh-CN" altLang="en-US" sz="5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全国公用电话管理系统</a:t>
            </a:r>
            <a:endParaRPr lang="zh-CN" alt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729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电话管理系统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系统建设目标</a:t>
            </a:r>
          </a:p>
          <a:p>
            <a:r>
              <a:rPr lang="zh-CN" altLang="en-US" dirty="0"/>
              <a:t>系统建设规划</a:t>
            </a:r>
          </a:p>
          <a:p>
            <a:r>
              <a:rPr lang="zh-CN" altLang="en-US" dirty="0"/>
              <a:t>系统建设方案</a:t>
            </a:r>
          </a:p>
          <a:p>
            <a:r>
              <a:rPr lang="zh-CN" altLang="en-US" dirty="0"/>
              <a:t>系统执行效果</a:t>
            </a:r>
          </a:p>
        </p:txBody>
      </p:sp>
      <p:pic>
        <p:nvPicPr>
          <p:cNvPr id="1026" name="Picture 2" descr="C:\Users\86133\Desktop\工作相关\产品\天天乐学相关\题库\操作题验证\PPT\题库\幻灯片PPT_2020_1550素材文件.jpg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562" y="1043190"/>
            <a:ext cx="3258701" cy="266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元素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元素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元素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104</TotalTime>
  <Words>33</Words>
  <Application>Microsoft Office PowerPoint</Application>
  <PresentationFormat>全屏显示(4:3)</PresentationFormat>
  <Paragraphs>10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元素</vt:lpstr>
      <vt:lpstr>普及天下，运筹帷幄</vt:lpstr>
      <vt:lpstr>PowerPoint 演示文稿</vt:lpstr>
      <vt:lpstr>电话管理系统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ttlx</cp:lastModifiedBy>
  <cp:revision>15</cp:revision>
  <dcterms:created xsi:type="dcterms:W3CDTF">2001-12-18T01:27:12Z</dcterms:created>
  <dcterms:modified xsi:type="dcterms:W3CDTF">2021-05-21T08:56:24Z</dcterms:modified>
</cp:coreProperties>
</file>