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7" r:id="rId4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236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86A307-B902-4BBD-A878-E7EB8D4BB5D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784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F4AE98-B0E3-475B-A65E-82FAC98DB80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5781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734971-D62F-403E-ADEA-C59C8300810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4802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DCBE5A-8461-4580-9C1D-C02D05108E2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2275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B09C82-91F9-4219-AFB4-E5B3AAD86BC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6380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99F5A6-247F-4F78-807B-97F64179248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2481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685A4C-33C4-4169-977F-82DF254F6C3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8222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265203-1BC5-4E8B-BE83-276A479E649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987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60E45D-DC44-46AA-9DB7-906F039DA0E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735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044A84-F0B0-4535-B1D2-FE92FB8A868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1501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025EF3-D2CA-4121-AE4A-B5D217B2436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329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9F093D1-92FE-4204-A03B-90DD26B1152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系统建设目标</a:t>
            </a:r>
          </a:p>
          <a:p>
            <a:r>
              <a:rPr lang="zh-CN" altLang="en-US" dirty="0"/>
              <a:t>系统建设规划</a:t>
            </a:r>
          </a:p>
          <a:p>
            <a:r>
              <a:rPr lang="zh-CN" altLang="en-US" dirty="0"/>
              <a:t>系统建设方案</a:t>
            </a:r>
          </a:p>
          <a:p>
            <a:r>
              <a:rPr lang="zh-CN" altLang="en-US" dirty="0"/>
              <a:t>系统执行效果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29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建</a:t>
            </a:r>
            <a:r>
              <a:rPr lang="zh-CN" altLang="en-US" dirty="0" smtClean="0"/>
              <a:t>全国公用电话</a:t>
            </a:r>
            <a:r>
              <a:rPr lang="zh-CN" altLang="en-US" dirty="0"/>
              <a:t>管理系统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16</Words>
  <Application>Microsoft Office PowerPoint</Application>
  <PresentationFormat>全屏显示(4:3)</PresentationFormat>
  <Paragraphs>5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Office 主题​​</vt:lpstr>
      <vt:lpstr>PowerPoint 演示文稿</vt:lpstr>
      <vt:lpstr>PowerPoint 演示文稿</vt:lpstr>
      <vt:lpstr>PowerPoint 演示文稿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Zhang</dc:creator>
  <cp:lastModifiedBy>ttlx</cp:lastModifiedBy>
  <cp:revision>9</cp:revision>
  <dcterms:created xsi:type="dcterms:W3CDTF">2001-12-18T01:27:12Z</dcterms:created>
  <dcterms:modified xsi:type="dcterms:W3CDTF">2021-05-21T08:52:56Z</dcterms:modified>
</cp:coreProperties>
</file>