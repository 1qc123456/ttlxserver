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522" y="-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2019-10-09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2019-10-09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2019-10-09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2019-10-09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2019-10-09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2019-10-09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2019-10-09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2019-10-09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2019-10-09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2019-10-09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2019-10-09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2019-10-09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1715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" baseType="lpstr">
      <vt:lpstr>Office 主题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ZhijieIT</cp:lastModifiedBy>
  <cp:revision>1</cp:revision>
  <dcterms:created xsi:type="dcterms:W3CDTF">2019-10-09T10:24:52Z</dcterms:created>
  <dcterms:modified xsi:type="dcterms:W3CDTF">2019-10-09T10:27:46Z</dcterms:modified>
</cp:coreProperties>
</file>