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-152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72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3337322" y="5073650"/>
            <a:ext cx="1015603" cy="178435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5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3097" y="-11113"/>
            <a:ext cx="5428060" cy="6892926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32147" y="-9525"/>
            <a:ext cx="5451872" cy="6891338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6735366" y="5002213"/>
            <a:ext cx="2305050" cy="1865312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6673084" y="4648927"/>
            <a:ext cx="2300288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4818729" y="740138"/>
            <a:ext cx="4154642" cy="2751522"/>
          </a:xfrm>
        </p:spPr>
        <p:txBody>
          <a:bodyPr lIns="90000" tIns="46800" rIns="90000" bIns="0" anchor="b">
            <a:normAutofit/>
          </a:bodyPr>
          <a:lstStyle>
            <a:lvl1pPr algn="r">
              <a:defRPr sz="4950" b="1">
                <a:solidFill>
                  <a:schemeClr val="tx2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606284" y="3924075"/>
            <a:ext cx="3367088" cy="523240"/>
          </a:xfrm>
        </p:spPr>
        <p:txBody>
          <a:bodyPr lIns="90000" rIns="90000"/>
          <a:lstStyle>
            <a:lvl1pPr marL="0" indent="0" algn="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3808730"/>
            <a:ext cx="8139178" cy="624845"/>
          </a:xfrm>
        </p:spPr>
        <p:txBody>
          <a:bodyPr rIns="63500"/>
          <a:lstStyle>
            <a:lvl1pPr>
              <a:defRPr sz="27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4" y="4511675"/>
            <a:ext cx="8139178" cy="10779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/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326F-068C-4081-A9BE-717E8CE3C58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6146006" y="3686175"/>
            <a:ext cx="2300288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49813"/>
            <a:ext cx="9144000" cy="2055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6728222" y="4849813"/>
            <a:ext cx="2305050" cy="20542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80300" y="1264356"/>
            <a:ext cx="4155300" cy="2410470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5400" b="1">
                <a:latin typeface="黑体" panose="02010609060101010101" charset="-122"/>
                <a:ea typeface="黑体" panose="02010609060101010101" charset="-122"/>
              </a:rPr>
              <a:t>西部大开发</a:t>
            </a:r>
            <a:endParaRPr lang="zh-CN" altLang="en-US" sz="5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000"/>
              <a:t>2009年5月20日</a:t>
            </a:r>
            <a:endParaRPr lang="zh-CN" altLang="en-US" sz="20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5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99"/>
                            </p:stCondLst>
                            <p:childTnLst>
                              <p:par>
                                <p:cTn id="10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7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77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" dur="77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" dur="77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新宋体" panose="02010609030101010101" charset="-122"/>
                <a:ea typeface="新宋体" panose="02010609030101010101" charset="-122"/>
              </a:rPr>
              <a:t>五大事项</a:t>
            </a:r>
            <a:endParaRPr lang="zh-CN" altLang="en-US">
              <a:latin typeface="新宋体" panose="02010609030101010101" charset="-122"/>
              <a:ea typeface="新宋体" panose="02010609030101010101" charset="-122"/>
            </a:endParaRPr>
          </a:p>
        </p:txBody>
      </p:sp>
      <p:pic>
        <p:nvPicPr>
          <p:cNvPr id="5" name="图片 4" descr="WPS演示014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2772410" y="1988820"/>
            <a:ext cx="3600000" cy="2880000"/>
          </a:xfrm>
          <a:prstGeom prst="rect">
            <a:avLst/>
          </a:prstGeom>
        </p:spPr>
      </p:pic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、2、5、6、12、13、16、21、28、29、30、"/>
</p:tagLst>
</file>

<file path=ppt/tags/tag72.xml><?xml version="1.0" encoding="utf-8"?>
<p:tagLst xmlns:p="http://schemas.openxmlformats.org/presentationml/2006/main">
  <p:tag name="COMMONDATA" val="eyJoZGlkIjoiYjEwYmM1YTU3MmVlMWEwZDQyNzdjYzQ4MWU5ZWEzOTQifQ=="/>
  <p:tag name="commondata" val="eyJoZGlkIjoiMjhjNzFjMjliYTMwZmQyYjMzM2NlZTBmYTgwNzU5YTQifQ=="/>
</p:tagLst>
</file>

<file path=ppt/theme/theme1.xml><?xml version="1.0" encoding="utf-8"?>
<a:theme xmlns:a="http://schemas.openxmlformats.org/drawingml/2006/main" name="主题三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演示</Application>
  <PresentationFormat>全屏显示(4:3)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新宋体</vt:lpstr>
      <vt:lpstr>Arial Unicode MS</vt:lpstr>
      <vt:lpstr>Calibri</vt:lpstr>
      <vt:lpstr>主题三</vt:lpstr>
      <vt:lpstr>西部大开发</vt:lpstr>
      <vt:lpstr>五大事项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Administrator</cp:lastModifiedBy>
  <cp:revision>10</cp:revision>
  <dcterms:created xsi:type="dcterms:W3CDTF">2019-10-09T10:24:00Z</dcterms:created>
  <dcterms:modified xsi:type="dcterms:W3CDTF">2023-11-16T06:30:37Z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8039A9101DD84DFB9BB4696579080C4F_12</vt:lpwstr>
  </property>
  <property fmtid="{D5CDD505-2E9C-101B-9397-08002B2CF9AE}" pid="3" name="KSOProductBuildVer">
    <vt:lpwstr>2052-12.1.0.15712</vt:lpwstr>
  </property>
</Properties>
</file>