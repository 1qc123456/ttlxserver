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6"/>
          <p:cNvCxnSpPr/>
          <p:nvPr>
            <p:custDataLst>
              <p:tags r:id="rId2"/>
            </p:custDataLst>
          </p:nvPr>
        </p:nvCxnSpPr>
        <p:spPr>
          <a:xfrm>
            <a:off x="1434704" y="4314825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3"/>
            </p:custDataLst>
          </p:nvPr>
        </p:nvCxnSpPr>
        <p:spPr>
          <a:xfrm>
            <a:off x="1524000" y="4314825"/>
            <a:ext cx="16609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777704" y="3438525"/>
            <a:ext cx="3142800" cy="700727"/>
          </a:xfrm>
        </p:spPr>
        <p:txBody>
          <a:bodyPr anchor="b">
            <a:normAutofit/>
          </a:bodyPr>
          <a:lstStyle>
            <a:lvl1pPr algn="ctr">
              <a:defRPr sz="27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777704" y="4514851"/>
            <a:ext cx="3142800" cy="317180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13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4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5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/>
          <p:cNvCxnSpPr/>
          <p:nvPr>
            <p:custDataLst>
              <p:tags r:id="rId2"/>
            </p:custDataLst>
          </p:nvPr>
        </p:nvCxnSpPr>
        <p:spPr>
          <a:xfrm flipH="1">
            <a:off x="3082529" y="3198813"/>
            <a:ext cx="6061472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072833" y="2382361"/>
            <a:ext cx="5928293" cy="701731"/>
          </a:xfrm>
        </p:spPr>
        <p:txBody>
          <a:bodyPr anchor="b">
            <a:normAutofit/>
          </a:bodyPr>
          <a:lstStyle>
            <a:lvl1pPr>
              <a:defRPr sz="33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3072833" y="3315284"/>
            <a:ext cx="5928293" cy="28623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AA113-0A0D-4826-9E23-1280D9003A42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8545C-41A2-4515-8542-2CF25804E6B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27381" y="2738120"/>
            <a:ext cx="4066200" cy="1090800"/>
          </a:xfrm>
        </p:spPr>
        <p:txBody>
          <a:bodyPr rIns="25400" rtlCol="0" anchor="ctr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4050" b="1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992814-EA41-4E92-BD9F-9B3797F3E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E7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noProof="1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777875" y="2798445"/>
            <a:ext cx="4250690" cy="1419225"/>
          </a:xfrm>
        </p:spPr>
        <p:txBody>
          <a:bodyPr>
            <a:noAutofit/>
          </a:bodyPr>
          <a:p>
            <a:r>
              <a:rPr lang="zh-CN" altLang="en-US" sz="6400">
                <a:latin typeface="黑体" panose="02010609060101010101" charset="-122"/>
                <a:ea typeface="黑体" panose="02010609060101010101" charset="-122"/>
              </a:rPr>
              <a:t>鹊桥相会</a:t>
            </a:r>
            <a:endParaRPr lang="zh-CN" altLang="en-US" sz="6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777875" y="4514850"/>
            <a:ext cx="3142615" cy="926465"/>
          </a:xfrm>
        </p:spPr>
        <p:txBody>
          <a:bodyPr>
            <a:noAutofit/>
          </a:bodyPr>
          <a:p>
            <a:r>
              <a:rPr lang="zh-CN" altLang="en-US" sz="3600">
                <a:solidFill>
                  <a:srgbClr val="FF0000"/>
                </a:solidFill>
              </a:rPr>
              <a:t>七夕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" name="左箭头 7">
            <a:hlinkClick r:id="" tooltip="" action="ppaction://hlinkshowjump?jump=previousslide"/>
          </p:cNvPr>
          <p:cNvSpPr/>
          <p:nvPr/>
        </p:nvSpPr>
        <p:spPr>
          <a:xfrm>
            <a:off x="7524115" y="5805170"/>
            <a:ext cx="791845" cy="5759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18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1268730"/>
            <a:ext cx="7600950" cy="438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  <p:tag name="KSO_WM_UNIT_DIAGRAM_ISNUMVISUAL" val="0"/>
  <p:tag name="KSO_WM_UNIT_DIAGRAM_ISREFERUNIT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80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COMBINE_RELATE_SLIDE_ID" val="background20185109_1"/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96580"/>
</p:tagLst>
</file>

<file path=ppt/tags/tag64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六">
  <a:themeElements>
    <a:clrScheme name="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5A6E8C"/>
      </a:accent3>
      <a:accent4>
        <a:srgbClr val="E4E4E4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全屏显示(4:3)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微软雅黑</vt:lpstr>
      <vt:lpstr>Arial Unicode MS</vt:lpstr>
      <vt:lpstr>新宋体</vt:lpstr>
      <vt:lpstr>黑体</vt:lpstr>
      <vt:lpstr>主题六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5</cp:revision>
  <dcterms:created xsi:type="dcterms:W3CDTF">2019-10-11T09:11:00Z</dcterms:created>
  <dcterms:modified xsi:type="dcterms:W3CDTF">2023-10-23T03:09:02Z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16F4308801DB4842A52CB709994E4563_12</vt:lpwstr>
  </property>
  <property fmtid="{D5CDD505-2E9C-101B-9397-08002B2CF9AE}" pid="3" name="KSOProductBuildVer">
    <vt:lpwstr>2052-11.1.0.14227</vt:lpwstr>
  </property>
</Properties>
</file>