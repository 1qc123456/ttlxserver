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跆拳道（韩文：태권도，英文：</a:t>
            </a:r>
            <a:r>
              <a:rPr lang="en-US" altLang="ko-KR" dirty="0"/>
              <a:t>Taekwondo</a:t>
            </a:r>
            <a:r>
              <a:rPr lang="ko-KR" altLang="en-US" dirty="0"/>
              <a:t>），是现代奥运会正式比赛项目之一，是一种主要使用手及脚进行格斗或对抗的运动。</a:t>
            </a:r>
          </a:p>
          <a:p>
            <a:r>
              <a:rPr lang="ko-KR" altLang="en-US" dirty="0"/>
              <a:t>跆拳道起源于朝鲜半岛，早期是由朝鲜三国时代的跆跟、花郎道演化而来的，韩国民间流行的一项技击术。</a:t>
            </a:r>
          </a:p>
          <a:p>
            <a:r>
              <a:rPr lang="en-US" altLang="ko-KR" dirty="0"/>
              <a:t>1955</a:t>
            </a:r>
            <a:r>
              <a:rPr lang="ko-KR" altLang="en-US" dirty="0"/>
              <a:t>年以前，韩国是没有跆拳道一词的，韩国的武术也以空手道、唐手道和民间少数的跆跟等为主，日治时期，大量韩国青年学生赴日留学，在日本接受了系统的松涛馆空手道训练，回国后他们开始创立道馆教授学生。日本战败后，韩国获得民族独立，大批空手道、唐手道道馆兴起，韩国早期空手道传播者们将民族传统武术跆跟与空手道相结合，称为唐手道。并出现了最早的一批韩国道馆，这就是后来的九大道馆。</a:t>
            </a:r>
          </a:p>
          <a:p>
            <a:r>
              <a:rPr lang="ko-KR" altLang="en-US" dirty="0"/>
              <a:t>“跆拳道”一词，是</a:t>
            </a:r>
            <a:r>
              <a:rPr lang="en-US" altLang="ko-KR" dirty="0"/>
              <a:t>1955</a:t>
            </a:r>
            <a:r>
              <a:rPr lang="ko-KR" altLang="en-US" dirty="0"/>
              <a:t>年由韩国的崔泓熙将军命名。崔泓熙将军早年在留学日本时，学习了日本松涛馆流空手道，并将其与韩国传统武技跆跟、手搏等技术融入到跆拳道中去。总之，现代的跆拳道是结合当代东亚武技之长的韩国发源武术运动之一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跆拳道是经过东亚文化发展的一项韩国武术，以“始于礼，终于礼”的武道精神为基础。其脚法占</a:t>
            </a:r>
            <a:r>
              <a:rPr lang="en-US" altLang="zh-CN" dirty="0"/>
              <a:t>70%</a:t>
            </a:r>
            <a:r>
              <a:rPr lang="zh-CN" altLang="en-US" dirty="0"/>
              <a:t>。跆拳道的套路共有</a:t>
            </a:r>
            <a:r>
              <a:rPr lang="en-US" altLang="zh-CN" dirty="0"/>
              <a:t>25</a:t>
            </a:r>
            <a:r>
              <a:rPr lang="zh-CN" altLang="en-US" dirty="0"/>
              <a:t>套；另外还有兵器、擒拿、摔锁、对拆自卫术及</a:t>
            </a:r>
            <a:r>
              <a:rPr lang="en-US" altLang="zh-CN" dirty="0"/>
              <a:t>10</a:t>
            </a:r>
            <a:r>
              <a:rPr lang="zh-CN" altLang="en-US" dirty="0"/>
              <a:t>余种基本功夫等。</a:t>
            </a:r>
          </a:p>
          <a:p>
            <a:r>
              <a:rPr lang="zh-CN" altLang="en-US" dirty="0"/>
              <a:t>跆拳道于</a:t>
            </a:r>
            <a:r>
              <a:rPr lang="en-US" altLang="zh-CN" dirty="0"/>
              <a:t>1988</a:t>
            </a:r>
            <a:r>
              <a:rPr lang="zh-CN" altLang="en-US" dirty="0"/>
              <a:t>年奥运会时为示范项目；于</a:t>
            </a:r>
            <a:r>
              <a:rPr lang="en-US" altLang="zh-CN" dirty="0"/>
              <a:t>1992</a:t>
            </a:r>
            <a:r>
              <a:rPr lang="zh-CN" altLang="en-US" dirty="0"/>
              <a:t>年的巴塞罗那奥运会开始为试验比赛项目；到</a:t>
            </a:r>
            <a:r>
              <a:rPr lang="en-US" altLang="zh-CN" dirty="0"/>
              <a:t>2000</a:t>
            </a:r>
            <a:r>
              <a:rPr lang="zh-CN" altLang="en-US" dirty="0"/>
              <a:t>年的悉尼奥运会成为正式比赛项目。</a:t>
            </a:r>
          </a:p>
          <a:p>
            <a:r>
              <a:rPr lang="zh-CN" altLang="en-US" dirty="0"/>
              <a:t>跆拳道在全世界的组织主要分为两个体系，分别为：国际跆拳道联盟（</a:t>
            </a:r>
            <a:r>
              <a:rPr lang="en-US" altLang="zh-CN" dirty="0" err="1"/>
              <a:t>ITF</a:t>
            </a:r>
            <a:r>
              <a:rPr lang="zh-CN" altLang="en-US" dirty="0"/>
              <a:t>）和世界跆拳道联盟（</a:t>
            </a:r>
            <a:r>
              <a:rPr lang="en-US" altLang="zh-CN" dirty="0" err="1"/>
              <a:t>WTF</a:t>
            </a:r>
            <a:r>
              <a:rPr lang="zh-CN" altLang="en-US" dirty="0"/>
              <a:t>）。奥运会采用的是</a:t>
            </a:r>
            <a:r>
              <a:rPr lang="en-US" altLang="zh-CN" dirty="0" err="1"/>
              <a:t>WTF</a:t>
            </a:r>
            <a:r>
              <a:rPr lang="zh-CN" altLang="en-US" dirty="0"/>
              <a:t>体系。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03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203</Words>
  <Application>Microsoft Office PowerPoint</Application>
  <PresentationFormat>全屏显示(4:3)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SD</cp:lastModifiedBy>
  <cp:revision>4</cp:revision>
  <dcterms:created xsi:type="dcterms:W3CDTF">2020-04-13T02:23:09Z</dcterms:created>
  <dcterms:modified xsi:type="dcterms:W3CDTF">2020-04-13T03:20:28Z</dcterms:modified>
</cp:coreProperties>
</file>