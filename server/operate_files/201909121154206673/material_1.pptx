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标题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7" name="内容占位符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8" name="内容占位符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直接连接符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4" name="页脚占位符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直接连接符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25" name="日期占位符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9" name="页脚占位符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接连接符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8" name="页脚占位符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直接连接符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现代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文赏析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素材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548680"/>
            <a:ext cx="30480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042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7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02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跋涉">
  <a:themeElements>
    <a:clrScheme name="跋涉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跋涉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8</TotalTime>
  <Words>3</Words>
  <Application>Microsoft Office PowerPoint</Application>
  <PresentationFormat>全屏显示(4:3)</PresentationFormat>
  <Paragraphs>1</Paragraphs>
  <Slides>2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跋涉</vt:lpstr>
      <vt:lpstr>现代文赏析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4</cp:revision>
  <dcterms:created xsi:type="dcterms:W3CDTF">2019-09-12T03:18:38Z</dcterms:created>
  <dcterms:modified xsi:type="dcterms:W3CDTF">2021-04-21T02:23:59Z</dcterms:modified>
</cp:coreProperties>
</file>