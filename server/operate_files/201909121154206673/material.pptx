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02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Windows 用户</cp:lastModifiedBy>
  <cp:revision>2</cp:revision>
  <dcterms:created xsi:type="dcterms:W3CDTF">2019-09-12T03:18:38Z</dcterms:created>
  <dcterms:modified xsi:type="dcterms:W3CDTF">2021-03-17T09:43:30Z</dcterms:modified>
</cp:coreProperties>
</file>