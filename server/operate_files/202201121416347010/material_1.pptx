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latin typeface="隶书" pitchFamily="49" charset="-122"/>
                <a:ea typeface="隶书" pitchFamily="49" charset="-122"/>
              </a:rPr>
              <a:t>天宫课堂开讲啦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dirty="0">
                <a:latin typeface="华文中宋" pitchFamily="2" charset="-122"/>
                <a:ea typeface="华文中宋" pitchFamily="2" charset="-122"/>
              </a:rPr>
              <a:t>中国空间站首次太空</a:t>
            </a:r>
            <a:r>
              <a:rPr lang="zh-CN" altLang="en-US" sz="3000" dirty="0" smtClean="0">
                <a:latin typeface="华文中宋" pitchFamily="2" charset="-122"/>
                <a:ea typeface="华文中宋" pitchFamily="2" charset="-122"/>
              </a:rPr>
              <a:t>授课</a:t>
            </a:r>
            <a:endParaRPr lang="zh-CN" altLang="en-US" sz="3000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0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新华社北京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日电（李国利、邓孟）中国载人航天工程办公室透露，“天宫课堂”第一课定于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</a:t>
            </a:r>
            <a:r>
              <a:rPr lang="en-US" altLang="zh-CN" dirty="0"/>
              <a:t>15</a:t>
            </a:r>
            <a:r>
              <a:rPr lang="zh-CN" altLang="en-US" dirty="0"/>
              <a:t>时</a:t>
            </a:r>
            <a:r>
              <a:rPr lang="en-US" altLang="zh-CN" dirty="0"/>
              <a:t>40</a:t>
            </a:r>
            <a:r>
              <a:rPr lang="zh-CN" altLang="en-US" dirty="0"/>
              <a:t>分开始，神舟十三号乘组航天员翟志刚、王亚平、叶光富将在空间站进行太空授课。</a:t>
            </a:r>
          </a:p>
          <a:p>
            <a:r>
              <a:rPr lang="zh-CN" altLang="en-US" dirty="0" smtClean="0"/>
              <a:t>本</a:t>
            </a:r>
            <a:r>
              <a:rPr lang="zh-CN" altLang="en-US" dirty="0"/>
              <a:t>次太空授课活动将采取天地互动方式进行，在中国科技馆设置地面主课堂，在广西南宁、四川汶川、香港、澳门设置地面分课堂。届时，</a:t>
            </a:r>
            <a:r>
              <a:rPr lang="en-US" altLang="zh-CN" dirty="0"/>
              <a:t>3</a:t>
            </a:r>
            <a:r>
              <a:rPr lang="zh-CN" altLang="en-US" dirty="0"/>
              <a:t>名航天员将在轨介绍展示中国空间站工作生活场景，演示微重力环境下细胞学实验、物体运动、液体表面张力等现象，并与地面课堂进行实时交流，传播载人航天知识，激发广大青少年对科学的兴趣</a:t>
            </a:r>
            <a:r>
              <a:rPr lang="zh-CN" altLang="en-US" dirty="0" smtClean="0"/>
              <a:t>。</a:t>
            </a: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2991644"/>
            <a:ext cx="2438400" cy="1504950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太空</a:t>
            </a:r>
            <a:r>
              <a:rPr lang="zh-CN" altLang="en-US" dirty="0" smtClean="0"/>
              <a:t>授课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67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2358231"/>
            <a:ext cx="4743450" cy="2771775"/>
          </a:xfr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王亚平制作太空欢乐球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96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</TotalTime>
  <Words>158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聚合</vt:lpstr>
      <vt:lpstr>天宫课堂开讲啦</vt:lpstr>
      <vt:lpstr>太空授课</vt:lpstr>
      <vt:lpstr>王亚平制作太空欢乐球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19</cp:revision>
  <dcterms:created xsi:type="dcterms:W3CDTF">2021-12-13T10:05:44Z</dcterms:created>
  <dcterms:modified xsi:type="dcterms:W3CDTF">2022-01-12T06:16:05Z</dcterms:modified>
</cp:coreProperties>
</file>