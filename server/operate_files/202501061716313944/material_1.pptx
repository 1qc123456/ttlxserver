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257" r:id="rId4"/>
    <p:sldId id="258" r:id="rId5"/>
  </p:sldIdLst>
  <p:sldSz cx="9144000" cy="6858000" type="screen4x3"/>
  <p:notesSz cx="6858000" cy="9144000"/>
  <p:custDataLst>
    <p:tags r:id="rId1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6" d="100"/>
          <a:sy n="66" d="100"/>
        </p:scale>
        <p:origin x="-1506"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gs" Target="tags/tag72.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image" Target="../media/image1.jpeg"/><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65.xml"/><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6" name="等腰三角形 7"/>
          <p:cNvSpPr/>
          <p:nvPr>
            <p:custDataLst>
              <p:tags r:id="rId2"/>
            </p:custDataLst>
          </p:nvPr>
        </p:nvSpPr>
        <p:spPr>
          <a:xfrm>
            <a:off x="3337322" y="5073650"/>
            <a:ext cx="1015603" cy="1784350"/>
          </a:xfrm>
          <a:custGeom>
            <a:avLst/>
            <a:gdLst>
              <a:gd name="connsiteX0" fmla="*/ 0 w 2070696"/>
              <a:gd name="connsiteY0" fmla="*/ 1785082 h 1785082"/>
              <a:gd name="connsiteX1" fmla="*/ 1035348 w 2070696"/>
              <a:gd name="connsiteY1" fmla="*/ 0 h 1785082"/>
              <a:gd name="connsiteX2" fmla="*/ 2070696 w 2070696"/>
              <a:gd name="connsiteY2" fmla="*/ 1785082 h 1785082"/>
              <a:gd name="connsiteX3" fmla="*/ 0 w 2070696"/>
              <a:gd name="connsiteY3" fmla="*/ 1785082 h 1785082"/>
              <a:gd name="connsiteX0-1" fmla="*/ 0 w 1478876"/>
              <a:gd name="connsiteY0-2" fmla="*/ 1785082 h 1785082"/>
              <a:gd name="connsiteX1-3" fmla="*/ 1035348 w 1478876"/>
              <a:gd name="connsiteY1-4" fmla="*/ 0 h 1785082"/>
              <a:gd name="connsiteX2-5" fmla="*/ 1478876 w 1478876"/>
              <a:gd name="connsiteY2-6" fmla="*/ 1785082 h 1785082"/>
              <a:gd name="connsiteX3-7" fmla="*/ 0 w 1478876"/>
              <a:gd name="connsiteY3-8" fmla="*/ 1785082 h 1785082"/>
              <a:gd name="connsiteX0-9" fmla="*/ 0 w 1699856"/>
              <a:gd name="connsiteY0-10" fmla="*/ 1785082 h 1785082"/>
              <a:gd name="connsiteX1-11" fmla="*/ 1035348 w 1699856"/>
              <a:gd name="connsiteY1-12" fmla="*/ 0 h 1785082"/>
              <a:gd name="connsiteX2-13" fmla="*/ 1699856 w 1699856"/>
              <a:gd name="connsiteY2-14" fmla="*/ 1785082 h 1785082"/>
              <a:gd name="connsiteX3-15" fmla="*/ 0 w 1699856"/>
              <a:gd name="connsiteY3-16" fmla="*/ 1785082 h 1785082"/>
              <a:gd name="connsiteX0-17" fmla="*/ 0 w 1250276"/>
              <a:gd name="connsiteY0-18" fmla="*/ 1785082 h 1785082"/>
              <a:gd name="connsiteX1-19" fmla="*/ 585768 w 1250276"/>
              <a:gd name="connsiteY1-20" fmla="*/ 0 h 1785082"/>
              <a:gd name="connsiteX2-21" fmla="*/ 1250276 w 1250276"/>
              <a:gd name="connsiteY2-22" fmla="*/ 1785082 h 1785082"/>
              <a:gd name="connsiteX3-23" fmla="*/ 0 w 1250276"/>
              <a:gd name="connsiteY3-24" fmla="*/ 1785082 h 1785082"/>
              <a:gd name="connsiteX0-25" fmla="*/ 0 w 1354416"/>
              <a:gd name="connsiteY0-26" fmla="*/ 1774922 h 1785082"/>
              <a:gd name="connsiteX1-27" fmla="*/ 689908 w 1354416"/>
              <a:gd name="connsiteY1-28" fmla="*/ 0 h 1785082"/>
              <a:gd name="connsiteX2-29" fmla="*/ 1354416 w 1354416"/>
              <a:gd name="connsiteY2-30" fmla="*/ 1785082 h 1785082"/>
              <a:gd name="connsiteX3-31" fmla="*/ 0 w 1354416"/>
              <a:gd name="connsiteY3-32" fmla="*/ 1774922 h 1785082"/>
              <a:gd name="connsiteX0-33" fmla="*/ 0 w 1354416"/>
              <a:gd name="connsiteY0-34" fmla="*/ 1785082 h 1785082"/>
              <a:gd name="connsiteX1-35" fmla="*/ 689908 w 1354416"/>
              <a:gd name="connsiteY1-36" fmla="*/ 0 h 1785082"/>
              <a:gd name="connsiteX2-37" fmla="*/ 1354416 w 1354416"/>
              <a:gd name="connsiteY2-38" fmla="*/ 1785082 h 1785082"/>
              <a:gd name="connsiteX3-39" fmla="*/ 0 w 1354416"/>
              <a:gd name="connsiteY3-40" fmla="*/ 1785082 h 1785082"/>
            </a:gdLst>
            <a:ahLst/>
            <a:cxnLst>
              <a:cxn ang="0">
                <a:pos x="connsiteX0-1" y="connsiteY0-2"/>
              </a:cxn>
              <a:cxn ang="0">
                <a:pos x="connsiteX1-3" y="connsiteY1-4"/>
              </a:cxn>
              <a:cxn ang="0">
                <a:pos x="connsiteX2-5" y="connsiteY2-6"/>
              </a:cxn>
              <a:cxn ang="0">
                <a:pos x="connsiteX3-7" y="connsiteY3-8"/>
              </a:cxn>
            </a:cxnLst>
            <a:rect l="l" t="t" r="r" b="b"/>
            <a:pathLst>
              <a:path w="1354416" h="1785082">
                <a:moveTo>
                  <a:pt x="0" y="1785082"/>
                </a:moveTo>
                <a:lnTo>
                  <a:pt x="689908" y="0"/>
                </a:lnTo>
                <a:lnTo>
                  <a:pt x="1354416" y="1785082"/>
                </a:lnTo>
                <a:lnTo>
                  <a:pt x="0" y="178508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Arial" panose="020B0604020202020204" pitchFamily="34" charset="0"/>
            </a:endParaRPr>
          </a:p>
        </p:txBody>
      </p:sp>
      <p:sp>
        <p:nvSpPr>
          <p:cNvPr id="7" name="平行四边形 7"/>
          <p:cNvSpPr/>
          <p:nvPr>
            <p:custDataLst>
              <p:tags r:id="rId3"/>
            </p:custDataLst>
          </p:nvPr>
        </p:nvSpPr>
        <p:spPr>
          <a:xfrm flipV="1">
            <a:off x="0" y="-9525"/>
            <a:ext cx="2355056" cy="2008188"/>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Arial" panose="020B0604020202020204" pitchFamily="34" charset="0"/>
            </a:endParaRPr>
          </a:p>
        </p:txBody>
      </p:sp>
      <p:sp>
        <p:nvSpPr>
          <p:cNvPr id="9" name="任意多边形 15"/>
          <p:cNvSpPr/>
          <p:nvPr>
            <p:custDataLst>
              <p:tags r:id="rId4"/>
            </p:custDataLst>
          </p:nvPr>
        </p:nvSpPr>
        <p:spPr>
          <a:xfrm>
            <a:off x="-13097" y="-11113"/>
            <a:ext cx="5428060" cy="6892926"/>
          </a:xfrm>
          <a:custGeom>
            <a:avLst/>
            <a:gdLst>
              <a:gd name="connsiteX0" fmla="*/ 1367257 w 7176303"/>
              <a:gd name="connsiteY0" fmla="*/ 0 h 6866674"/>
              <a:gd name="connsiteX1" fmla="*/ 7176303 w 7176303"/>
              <a:gd name="connsiteY1" fmla="*/ 11556 h 6866674"/>
              <a:gd name="connsiteX2" fmla="*/ 4454810 w 7176303"/>
              <a:gd name="connsiteY2" fmla="*/ 6858020 h 6866674"/>
              <a:gd name="connsiteX3" fmla="*/ 0 w 7176303"/>
              <a:gd name="connsiteY3" fmla="*/ 6866674 h 6866674"/>
              <a:gd name="connsiteX4" fmla="*/ 0 w 7176303"/>
              <a:gd name="connsiteY4" fmla="*/ 3283633 h 6866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6303" h="6866674">
                <a:moveTo>
                  <a:pt x="1367257" y="0"/>
                </a:moveTo>
                <a:lnTo>
                  <a:pt x="7176303" y="11556"/>
                </a:lnTo>
                <a:lnTo>
                  <a:pt x="4454810" y="6858020"/>
                </a:lnTo>
                <a:lnTo>
                  <a:pt x="0" y="6866674"/>
                </a:lnTo>
                <a:lnTo>
                  <a:pt x="0" y="3283633"/>
                </a:lnTo>
                <a:close/>
              </a:path>
            </a:pathLst>
          </a:custGeom>
          <a:blipFill rotWithShape="1">
            <a:blip r:embed="rId5"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dirty="0">
              <a:latin typeface="微软雅黑" panose="020B0503020204020204" charset="-122"/>
              <a:cs typeface="Arial" panose="020B0604020202020204" pitchFamily="34" charset="0"/>
            </a:endParaRPr>
          </a:p>
        </p:txBody>
      </p:sp>
      <p:sp>
        <p:nvSpPr>
          <p:cNvPr id="10" name="任意多边形 17"/>
          <p:cNvSpPr/>
          <p:nvPr>
            <p:custDataLst>
              <p:tags r:id="rId6"/>
            </p:custDataLst>
          </p:nvPr>
        </p:nvSpPr>
        <p:spPr>
          <a:xfrm>
            <a:off x="-32147" y="-9525"/>
            <a:ext cx="5451872" cy="6891338"/>
          </a:xfrm>
          <a:custGeom>
            <a:avLst/>
            <a:gdLst>
              <a:gd name="connsiteX0" fmla="*/ 1377503 w 7191711"/>
              <a:gd name="connsiteY0" fmla="*/ 0 h 6866692"/>
              <a:gd name="connsiteX1" fmla="*/ 7191711 w 7191711"/>
              <a:gd name="connsiteY1" fmla="*/ 11556 h 6866692"/>
              <a:gd name="connsiteX2" fmla="*/ 4467800 w 7191711"/>
              <a:gd name="connsiteY2" fmla="*/ 6858020 h 6866692"/>
              <a:gd name="connsiteX3" fmla="*/ 0 w 7191711"/>
              <a:gd name="connsiteY3" fmla="*/ 6866692 h 6866692"/>
              <a:gd name="connsiteX4" fmla="*/ 0 w 7191711"/>
              <a:gd name="connsiteY4" fmla="*/ 3305303 h 686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1711" h="6866692">
                <a:moveTo>
                  <a:pt x="1377503" y="0"/>
                </a:moveTo>
                <a:lnTo>
                  <a:pt x="7191711" y="11556"/>
                </a:lnTo>
                <a:lnTo>
                  <a:pt x="4467800" y="6858020"/>
                </a:lnTo>
                <a:lnTo>
                  <a:pt x="0" y="6866692"/>
                </a:lnTo>
                <a:lnTo>
                  <a:pt x="0" y="3305303"/>
                </a:lnTo>
                <a:close/>
              </a:path>
            </a:pathLst>
          </a:custGeom>
          <a:solidFill>
            <a:schemeClr val="tx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dirty="0">
              <a:latin typeface="微软雅黑" panose="020B0503020204020204" charset="-122"/>
              <a:cs typeface="Arial" panose="020B0604020202020204" pitchFamily="34" charset="0"/>
            </a:endParaRPr>
          </a:p>
        </p:txBody>
      </p:sp>
      <p:sp>
        <p:nvSpPr>
          <p:cNvPr id="11" name="平行四边形 10"/>
          <p:cNvSpPr/>
          <p:nvPr>
            <p:custDataLst>
              <p:tags r:id="rId7"/>
            </p:custDataLst>
          </p:nvPr>
        </p:nvSpPr>
        <p:spPr>
          <a:xfrm flipV="1">
            <a:off x="6735366" y="5002213"/>
            <a:ext cx="2305050" cy="1865312"/>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Arial" panose="020B0604020202020204" pitchFamily="34" charset="0"/>
            </a:endParaRPr>
          </a:p>
        </p:txBody>
      </p:sp>
      <p:cxnSp>
        <p:nvCxnSpPr>
          <p:cNvPr id="12" name="直接连接符 11"/>
          <p:cNvCxnSpPr/>
          <p:nvPr>
            <p:custDataLst>
              <p:tags r:id="rId8"/>
            </p:custDataLst>
          </p:nvPr>
        </p:nvCxnSpPr>
        <p:spPr>
          <a:xfrm flipH="1">
            <a:off x="6673084" y="4648927"/>
            <a:ext cx="2300288" cy="0"/>
          </a:xfrm>
          <a:prstGeom prst="line">
            <a:avLst/>
          </a:prstGeom>
          <a:ln w="1905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9"/>
            </p:custDataLst>
          </p:nvPr>
        </p:nvSpPr>
        <p:spPr>
          <a:xfrm>
            <a:off x="4818729" y="740138"/>
            <a:ext cx="4154642" cy="2751522"/>
          </a:xfrm>
        </p:spPr>
        <p:txBody>
          <a:bodyPr lIns="90000" tIns="46800" rIns="90000" bIns="0" anchor="b">
            <a:normAutofit/>
          </a:bodyPr>
          <a:lstStyle>
            <a:lvl1pPr algn="r">
              <a:defRPr sz="4950" b="1">
                <a:solidFill>
                  <a:schemeClr val="tx2"/>
                </a:solidFill>
                <a:latin typeface="微软雅黑" panose="020B0503020204020204" charset="-122"/>
              </a:defRPr>
            </a:lvl1pPr>
          </a:lstStyle>
          <a:p>
            <a:r>
              <a:rPr lang="zh-CN" altLang="en-US" noProof="1"/>
              <a:t>单击此处编辑标题</a:t>
            </a:r>
            <a:endParaRPr lang="zh-CN" altLang="en-US" noProof="1"/>
          </a:p>
        </p:txBody>
      </p:sp>
      <p:sp>
        <p:nvSpPr>
          <p:cNvPr id="3" name="副标题 2"/>
          <p:cNvSpPr>
            <a:spLocks noGrp="1"/>
          </p:cNvSpPr>
          <p:nvPr>
            <p:ph type="subTitle" idx="1"/>
            <p:custDataLst>
              <p:tags r:id="rId10"/>
            </p:custDataLst>
          </p:nvPr>
        </p:nvSpPr>
        <p:spPr>
          <a:xfrm>
            <a:off x="5606284" y="3924075"/>
            <a:ext cx="3367088" cy="523240"/>
          </a:xfrm>
        </p:spPr>
        <p:txBody>
          <a:bodyPr lIns="90000" rIns="90000"/>
          <a:lstStyle>
            <a:lvl1pPr marL="0" indent="0" algn="r">
              <a:buNone/>
              <a:defRPr sz="1800">
                <a:solidFill>
                  <a:schemeClr val="tx1">
                    <a:lumMod val="50000"/>
                    <a:lumOff val="5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13" name="日期占位符 3"/>
          <p:cNvSpPr>
            <a:spLocks noGrp="1"/>
          </p:cNvSpPr>
          <p:nvPr>
            <p:ph type="dt" sz="half" idx="15"/>
            <p:custDataLst>
              <p:tags r:id="rId11"/>
            </p:custDataLst>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fld id="{530820CF-B880-4189-942D-D702A7CBA730}" type="datetimeFigureOut">
              <a:rPr lang="zh-CN" altLang="en-US" smtClean="0"/>
            </a:fld>
            <a:endParaRPr lang="zh-CN" altLang="en-US"/>
          </a:p>
        </p:txBody>
      </p:sp>
      <p:sp>
        <p:nvSpPr>
          <p:cNvPr id="14" name="页脚占位符 4"/>
          <p:cNvSpPr>
            <a:spLocks noGrp="1"/>
          </p:cNvSpPr>
          <p:nvPr>
            <p:ph type="ftr" sz="quarter" idx="16"/>
            <p:custDataLst>
              <p:tags r:id="rId12"/>
            </p:custDataLst>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r>
              <a:rPr lang="zh-CN" altLang="en-US"/>
              <a:t>中国梦强军梦</a:t>
            </a:r>
            <a:endParaRPr lang="zh-CN" altLang="en-US"/>
          </a:p>
        </p:txBody>
      </p:sp>
      <p:sp>
        <p:nvSpPr>
          <p:cNvPr id="16" name="灯片编号占位符 5"/>
          <p:cNvSpPr>
            <a:spLocks noGrp="1"/>
          </p:cNvSpPr>
          <p:nvPr>
            <p:ph type="sldNum" sz="quarter" idx="17"/>
            <p:custDataLst>
              <p:tags r:id="rId13"/>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443234"/>
            <a:ext cx="8139178" cy="441964"/>
          </a:xfrm>
        </p:spPr>
        <p:txBody>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idx="1"/>
            <p:custDataLst>
              <p:tags r:id="rId3"/>
            </p:custDataLst>
          </p:nvPr>
        </p:nvSpPr>
        <p:spPr>
          <a:xfrm>
            <a:off x="502412" y="952508"/>
            <a:ext cx="8139178" cy="5388907"/>
          </a:xfrm>
        </p:spPr>
        <p:txBody>
          <a:bodyPr>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日期占位符 3"/>
          <p:cNvSpPr>
            <a:spLocks noGrp="1"/>
          </p:cNvSpPr>
          <p:nvPr>
            <p:ph type="dt" sz="half" idx="10"/>
            <p:custDataLst>
              <p:tags r:id="rId4"/>
            </p:custDataLst>
          </p:nvPr>
        </p:nvSpPr>
        <p:spPr/>
        <p:txBody>
          <a:bodyPr/>
          <a:lstStyle>
            <a:lvl1pPr>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r>
              <a:rPr lang="zh-CN" altLang="en-US"/>
              <a:t>中国梦强军梦</a:t>
            </a:r>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48" y="3808730"/>
            <a:ext cx="8139178" cy="624845"/>
          </a:xfrm>
        </p:spPr>
        <p:txBody>
          <a:bodyPr rIns="63500"/>
          <a:lstStyle>
            <a:lvl1pPr>
              <a:defRPr sz="2700" u="none" strike="noStrike" kern="1200" cap="none" spc="300" normalizeH="0">
                <a:solidFill>
                  <a:schemeClr val="tx1"/>
                </a:solidFill>
                <a:uFillTx/>
                <a:latin typeface="微软雅黑" panose="020B0503020204020204" charset="-122"/>
                <a:ea typeface="微软雅黑" panose="020B0503020204020204" charset="-122"/>
              </a:defRPr>
            </a:lvl1pPr>
          </a:lstStyle>
          <a:p>
            <a:r>
              <a:rPr lang="zh-CN" altLang="en-US" noProof="1"/>
              <a:t>单击此处编辑母版标题样式</a:t>
            </a:r>
            <a:endParaRPr lang="zh-CN" altLang="en-US" noProof="1"/>
          </a:p>
        </p:txBody>
      </p:sp>
      <p:sp>
        <p:nvSpPr>
          <p:cNvPr id="3" name="文本占位符 2"/>
          <p:cNvSpPr>
            <a:spLocks noGrp="1"/>
          </p:cNvSpPr>
          <p:nvPr>
            <p:ph type="body" idx="1"/>
            <p:custDataLst>
              <p:tags r:id="rId3"/>
            </p:custDataLst>
          </p:nvPr>
        </p:nvSpPr>
        <p:spPr>
          <a:xfrm>
            <a:off x="502444" y="4511675"/>
            <a:ext cx="8139178" cy="1077985"/>
          </a:xfrm>
        </p:spPr>
        <p:txBody>
          <a:bodyPr tIns="38100" rIns="76200" bIns="38100">
            <a:noAutofit/>
          </a:bodyPr>
          <a:lstStyle>
            <a:lvl1pPr marL="0" indent="0" eaLnBrk="1" fontAlgn="auto" latinLnBrk="0" hangingPunct="1">
              <a:buNone/>
              <a:defRPr kumimoji="0" lang="zh-CN" altLang="en-US" sz="1200" b="0" i="0" u="none" strike="noStrike" kern="1200" cap="none" spc="150" normalizeH="0" baseline="0" noProof="1">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custDataLst>
              <p:tags r:id="rId4"/>
            </p:custDataLst>
          </p:nvPr>
        </p:nvSpPr>
        <p:spPr/>
        <p:txBody>
          <a:bodyPr/>
          <a:lstStyle>
            <a:lvl1pPr>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r>
              <a:rPr lang="zh-CN" altLang="en-US"/>
              <a:t>中国梦强军梦</a:t>
            </a:r>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443234"/>
            <a:ext cx="8139178" cy="441964"/>
          </a:xfrm>
        </p:spPr>
        <p:txBody>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sz="half" idx="1"/>
            <p:custDataLst>
              <p:tags r:id="rId3"/>
            </p:custDataLst>
          </p:nvPr>
        </p:nvSpPr>
        <p:spPr>
          <a:xfrm>
            <a:off x="502448" y="952508"/>
            <a:ext cx="3962432" cy="5388907"/>
          </a:xfrm>
        </p:spPr>
        <p:txBody>
          <a:bodyPr>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内容占位符 3"/>
          <p:cNvSpPr>
            <a:spLocks noGrp="1"/>
          </p:cNvSpPr>
          <p:nvPr>
            <p:ph sz="half" idx="2"/>
            <p:custDataLst>
              <p:tags r:id="rId4"/>
            </p:custDataLst>
          </p:nvPr>
        </p:nvSpPr>
        <p:spPr>
          <a:xfrm>
            <a:off x="4679158" y="952508"/>
            <a:ext cx="3962432" cy="5388907"/>
          </a:xfrm>
        </p:spPr>
        <p:txBody>
          <a:bodyPr>
            <a:noAutofit/>
          </a:bodyPr>
          <a:lstStyle>
            <a:lvl1pPr>
              <a:defRPr sz="1200">
                <a:latin typeface="微软雅黑" panose="020B0503020204020204" charset="-122"/>
                <a:ea typeface="微软雅黑" panose="020B0503020204020204" charset="-122"/>
              </a:defRPr>
            </a:lvl1pPr>
            <a:lvl2pPr>
              <a:defRPr sz="1200">
                <a:latin typeface="微软雅黑" panose="020B0503020204020204" charset="-122"/>
                <a:ea typeface="微软雅黑" panose="020B0503020204020204" charset="-122"/>
              </a:defRPr>
            </a:lvl2pPr>
            <a:lvl3pPr>
              <a:defRPr sz="1200">
                <a:latin typeface="微软雅黑" panose="020B0503020204020204" charset="-122"/>
                <a:ea typeface="微软雅黑" panose="020B0503020204020204" charset="-122"/>
              </a:defRPr>
            </a:lvl3pPr>
            <a:lvl4pPr>
              <a:defRPr sz="1200">
                <a:latin typeface="微软雅黑" panose="020B0503020204020204" charset="-122"/>
                <a:ea typeface="微软雅黑" panose="020B0503020204020204" charset="-122"/>
              </a:defRPr>
            </a:lvl4pPr>
            <a:lvl5pPr>
              <a:defRPr sz="1200">
                <a:latin typeface="微软雅黑" panose="020B0503020204020204" charset="-122"/>
                <a:ea typeface="微软雅黑" panose="020B050302020402020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3"/>
          <p:cNvSpPr>
            <a:spLocks noGrp="1"/>
          </p:cNvSpPr>
          <p:nvPr>
            <p:ph type="dt" sz="half" idx="10"/>
            <p:custDataLst>
              <p:tags r:id="rId5"/>
            </p:custDataLst>
          </p:nvPr>
        </p:nvSpPr>
        <p:spPr/>
        <p:txBody>
          <a:bodyPr/>
          <a:lstStyle>
            <a:lvl1pPr>
              <a:defRPr/>
            </a:lvl1pPr>
          </a:lstStyle>
          <a:p>
            <a:fld id="{530820CF-B880-4189-942D-D702A7CBA730}"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vl1pPr>
          </a:lstStyle>
          <a:p>
            <a:r>
              <a:rPr lang="zh-CN" altLang="en-US"/>
              <a:t>中国梦强军梦</a:t>
            </a:r>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443234"/>
            <a:ext cx="8139178" cy="441964"/>
          </a:xfrm>
        </p:spPr>
        <p:txBody>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文本占位符 2"/>
          <p:cNvSpPr>
            <a:spLocks noGrp="1"/>
          </p:cNvSpPr>
          <p:nvPr>
            <p:ph type="body" idx="1"/>
            <p:custDataLst>
              <p:tags r:id="rId3"/>
            </p:custDataLst>
          </p:nvPr>
        </p:nvSpPr>
        <p:spPr>
          <a:xfrm>
            <a:off x="502448" y="952508"/>
            <a:ext cx="3962432" cy="381003"/>
          </a:xfrm>
        </p:spPr>
        <p:txBody>
          <a:bodyPr tIns="38100" rIns="76200" bIns="3810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solidFill>
                <a:uFillTx/>
                <a:latin typeface="微软雅黑" panose="020B0503020204020204" charset="-122"/>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endParaRPr lang="zh-CN" altLang="en-US" noProof="1"/>
          </a:p>
        </p:txBody>
      </p:sp>
      <p:sp>
        <p:nvSpPr>
          <p:cNvPr id="4" name="内容占位符 3"/>
          <p:cNvSpPr>
            <a:spLocks noGrp="1"/>
          </p:cNvSpPr>
          <p:nvPr>
            <p:ph sz="half" idx="2"/>
            <p:custDataLst>
              <p:tags r:id="rId4"/>
            </p:custDataLst>
          </p:nvPr>
        </p:nvSpPr>
        <p:spPr>
          <a:xfrm>
            <a:off x="502444" y="1406525"/>
            <a:ext cx="3962400" cy="4934752"/>
          </a:xfrm>
        </p:spPr>
        <p:txBody>
          <a:bodyPr>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5" name="文本占位符 4"/>
          <p:cNvSpPr>
            <a:spLocks noGrp="1"/>
          </p:cNvSpPr>
          <p:nvPr>
            <p:ph type="body" sz="quarter" idx="3"/>
            <p:custDataLst>
              <p:tags r:id="rId5"/>
            </p:custDataLst>
          </p:nvPr>
        </p:nvSpPr>
        <p:spPr>
          <a:xfrm>
            <a:off x="4676813" y="952508"/>
            <a:ext cx="3962432" cy="381003"/>
          </a:xfrm>
        </p:spPr>
        <p:txBody>
          <a:bodyPr tIns="38100" rIns="76200" bIns="3810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sym typeface="+mn-ea"/>
              </a:rPr>
              <a:t>单击此处编辑母版文本样式</a:t>
            </a:r>
            <a:endParaRPr lang="zh-CN" altLang="en-US" noProof="1">
              <a:sym typeface="+mn-ea"/>
            </a:endParaRPr>
          </a:p>
        </p:txBody>
      </p:sp>
      <p:sp>
        <p:nvSpPr>
          <p:cNvPr id="6" name="内容占位符 5"/>
          <p:cNvSpPr>
            <a:spLocks noGrp="1"/>
          </p:cNvSpPr>
          <p:nvPr>
            <p:ph sz="quarter" idx="4"/>
            <p:custDataLst>
              <p:tags r:id="rId6"/>
            </p:custDataLst>
          </p:nvPr>
        </p:nvSpPr>
        <p:spPr>
          <a:xfrm>
            <a:off x="4676813" y="1406525"/>
            <a:ext cx="3962432" cy="4934752"/>
          </a:xfrm>
        </p:spPr>
        <p:txBody>
          <a:bodyPr>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7" name="日期占位符 3"/>
          <p:cNvSpPr>
            <a:spLocks noGrp="1"/>
          </p:cNvSpPr>
          <p:nvPr>
            <p:ph type="dt" sz="half" idx="10"/>
            <p:custDataLst>
              <p:tags r:id="rId7"/>
            </p:custDataLst>
          </p:nvPr>
        </p:nvSpPr>
        <p:spPr/>
        <p:txBody>
          <a:bodyPr/>
          <a:lstStyle>
            <a:lvl1pPr>
              <a:defRPr/>
            </a:lvl1pPr>
          </a:lstStyle>
          <a:p>
            <a:fld id="{530820CF-B880-4189-942D-D702A7CBA730}" type="datetimeFigureOut">
              <a:rPr lang="zh-CN" altLang="en-US" smtClean="0"/>
            </a:fld>
            <a:endParaRPr lang="zh-CN" altLang="en-US"/>
          </a:p>
        </p:txBody>
      </p:sp>
      <p:sp>
        <p:nvSpPr>
          <p:cNvPr id="8" name="页脚占位符 4"/>
          <p:cNvSpPr>
            <a:spLocks noGrp="1"/>
          </p:cNvSpPr>
          <p:nvPr>
            <p:ph type="ftr" sz="quarter" idx="11"/>
            <p:custDataLst>
              <p:tags r:id="rId8"/>
            </p:custDataLst>
          </p:nvPr>
        </p:nvSpPr>
        <p:spPr/>
        <p:txBody>
          <a:bodyPr/>
          <a:lstStyle>
            <a:lvl1pPr>
              <a:defRPr/>
            </a:lvl1pPr>
          </a:lstStyle>
          <a:p>
            <a:r>
              <a:rPr lang="zh-CN" altLang="en-US"/>
              <a:t>中国梦强军梦</a:t>
            </a:r>
            <a:endParaRPr lang="zh-CN" altLang="en-US"/>
          </a:p>
        </p:txBody>
      </p:sp>
      <p:sp>
        <p:nvSpPr>
          <p:cNvPr id="9" name="灯片编号占位符 5"/>
          <p:cNvSpPr>
            <a:spLocks noGrp="1"/>
          </p:cNvSpPr>
          <p:nvPr>
            <p:ph type="sldNum" sz="quarter" idx="12"/>
            <p:custDataLst>
              <p:tags r:id="rId9"/>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日期占位符 3"/>
          <p:cNvSpPr>
            <a:spLocks noGrp="1"/>
          </p:cNvSpPr>
          <p:nvPr>
            <p:ph type="dt" sz="half" idx="10"/>
            <p:custDataLst>
              <p:tags r:id="rId3"/>
            </p:custDataLst>
          </p:nvPr>
        </p:nvSpPr>
        <p:spPr/>
        <p:txBody>
          <a:bodyPr/>
          <a:lstStyle>
            <a:lvl1pPr>
              <a:defRPr/>
            </a:lvl1pPr>
          </a:lstStyle>
          <a:p>
            <a:fld id="{530820CF-B880-4189-942D-D702A7CBA730}" type="datetimeFigureOut">
              <a:rPr lang="zh-CN" altLang="en-US" smtClean="0"/>
            </a:fld>
            <a:endParaRPr lang="zh-CN" altLang="en-US"/>
          </a:p>
        </p:txBody>
      </p:sp>
      <p:sp>
        <p:nvSpPr>
          <p:cNvPr id="4" name="页脚占位符 4"/>
          <p:cNvSpPr>
            <a:spLocks noGrp="1"/>
          </p:cNvSpPr>
          <p:nvPr>
            <p:ph type="ftr" sz="quarter" idx="11"/>
            <p:custDataLst>
              <p:tags r:id="rId4"/>
            </p:custDataLst>
          </p:nvPr>
        </p:nvSpPr>
        <p:spPr/>
        <p:txBody>
          <a:bodyPr/>
          <a:lstStyle>
            <a:lvl1pPr>
              <a:defRPr/>
            </a:lvl1pPr>
          </a:lstStyle>
          <a:p>
            <a:r>
              <a:rPr lang="zh-CN" altLang="en-US"/>
              <a:t>中国梦强军梦</a:t>
            </a:r>
            <a:endParaRPr lang="zh-CN" altLang="en-US"/>
          </a:p>
        </p:txBody>
      </p:sp>
      <p:sp>
        <p:nvSpPr>
          <p:cNvPr id="5" name="灯片编号占位符 5"/>
          <p:cNvSpPr>
            <a:spLocks noGrp="1"/>
          </p:cNvSpPr>
          <p:nvPr>
            <p:ph type="sldNum" sz="quarter" idx="12"/>
            <p:custDataLst>
              <p:tags r:id="rId5"/>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custDataLst>
              <p:tags r:id="rId2"/>
            </p:custDataLst>
          </p:nvPr>
        </p:nvSpPr>
        <p:spPr/>
        <p:txBody>
          <a:bodyPr/>
          <a:lstStyle>
            <a:lvl1pPr>
              <a:defRPr/>
            </a:lvl1pPr>
          </a:lstStyle>
          <a:p>
            <a:fld id="{530820CF-B880-4189-942D-D702A7CBA730}" type="datetimeFigureOut">
              <a:rPr lang="zh-CN" altLang="en-US" smtClean="0"/>
            </a:fld>
            <a:endParaRPr lang="zh-CN" altLang="en-US"/>
          </a:p>
        </p:txBody>
      </p:sp>
      <p:sp>
        <p:nvSpPr>
          <p:cNvPr id="3" name="页脚占位符 4"/>
          <p:cNvSpPr>
            <a:spLocks noGrp="1"/>
          </p:cNvSpPr>
          <p:nvPr>
            <p:ph type="ftr" sz="quarter" idx="11"/>
            <p:custDataLst>
              <p:tags r:id="rId3"/>
            </p:custDataLst>
          </p:nvPr>
        </p:nvSpPr>
        <p:spPr/>
        <p:txBody>
          <a:bodyPr/>
          <a:lstStyle>
            <a:lvl1pPr>
              <a:defRPr/>
            </a:lvl1pPr>
          </a:lstStyle>
          <a:p>
            <a:r>
              <a:rPr lang="zh-CN" altLang="en-US"/>
              <a:t>中国梦强军梦</a:t>
            </a:r>
            <a:endParaRPr lang="zh-CN" altLang="en-US"/>
          </a:p>
        </p:txBody>
      </p:sp>
      <p:sp>
        <p:nvSpPr>
          <p:cNvPr id="4" name="灯片编号占位符 5"/>
          <p:cNvSpPr>
            <a:spLocks noGrp="1"/>
          </p:cNvSpPr>
          <p:nvPr>
            <p:ph type="sldNum" sz="quarter" idx="12"/>
            <p:custDataLst>
              <p:tags r:id="rId4"/>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48" y="443234"/>
            <a:ext cx="8139178" cy="441964"/>
          </a:xfrm>
        </p:spPr>
        <p:txBody>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图片占位符 2"/>
          <p:cNvSpPr>
            <a:spLocks noGrp="1"/>
          </p:cNvSpPr>
          <p:nvPr>
            <p:ph type="pic" idx="1"/>
            <p:custDataLst>
              <p:tags r:id="rId3"/>
            </p:custDataLst>
          </p:nvPr>
        </p:nvSpPr>
        <p:spPr>
          <a:xfrm>
            <a:off x="502448" y="952508"/>
            <a:ext cx="3962432" cy="5388907"/>
          </a:xfrm>
        </p:spPr>
        <p:txBody>
          <a:bodyPr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r>
              <a:rPr lang="zh-CN" altLang="en-US" noProof="1">
                <a:sym typeface="+mn-ea"/>
              </a:rPr>
              <a:t>单击图标添加图片</a:t>
            </a:r>
            <a:endParaRPr lang="zh-CN" altLang="en-US" noProof="1">
              <a:sym typeface="+mn-ea"/>
            </a:endParaRPr>
          </a:p>
        </p:txBody>
      </p:sp>
      <p:sp>
        <p:nvSpPr>
          <p:cNvPr id="4" name="文本占位符 3"/>
          <p:cNvSpPr>
            <a:spLocks noGrp="1"/>
          </p:cNvSpPr>
          <p:nvPr>
            <p:ph type="body" sz="half" idx="2"/>
            <p:custDataLst>
              <p:tags r:id="rId4"/>
            </p:custDataLst>
          </p:nvPr>
        </p:nvSpPr>
        <p:spPr>
          <a:xfrm>
            <a:off x="4679194" y="952508"/>
            <a:ext cx="3962432" cy="5388907"/>
          </a:xfrm>
        </p:spPr>
        <p:txBody>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单击此处编辑母版文本样式</a:t>
            </a:r>
            <a:endParaRPr lang="zh-CN" altLang="en-US" noProof="1">
              <a:sym typeface="+mn-ea"/>
            </a:endParaRPr>
          </a:p>
        </p:txBody>
      </p:sp>
      <p:sp>
        <p:nvSpPr>
          <p:cNvPr id="5" name="日期占位符 3"/>
          <p:cNvSpPr>
            <a:spLocks noGrp="1"/>
          </p:cNvSpPr>
          <p:nvPr>
            <p:ph type="dt" sz="half" idx="10"/>
            <p:custDataLst>
              <p:tags r:id="rId5"/>
            </p:custDataLst>
          </p:nvPr>
        </p:nvSpPr>
        <p:spPr/>
        <p:txBody>
          <a:bodyPr/>
          <a:lstStyle>
            <a:lvl1pPr>
              <a:defRPr/>
            </a:lvl1pPr>
          </a:lstStyle>
          <a:p>
            <a:fld id="{530820CF-B880-4189-942D-D702A7CBA730}"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vl1pPr>
          </a:lstStyle>
          <a:p>
            <a:r>
              <a:rPr lang="zh-CN" altLang="en-US"/>
              <a:t>中国梦强军梦</a:t>
            </a:r>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7928351" y="952508"/>
            <a:ext cx="713238" cy="5388907"/>
          </a:xfrm>
        </p:spPr>
        <p:txBody>
          <a:bodyPr vert="eaVert" anchor="ct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竖排文字占位符 2"/>
          <p:cNvSpPr>
            <a:spLocks noGrp="1"/>
          </p:cNvSpPr>
          <p:nvPr>
            <p:ph type="body" orient="vert" idx="1"/>
            <p:custDataLst>
              <p:tags r:id="rId3"/>
            </p:custDataLst>
          </p:nvPr>
        </p:nvSpPr>
        <p:spPr>
          <a:xfrm>
            <a:off x="502444" y="952500"/>
            <a:ext cx="7371076" cy="5388907"/>
          </a:xfrm>
        </p:spPr>
        <p:txBody>
          <a:bodyPr vert="eaVert"/>
          <a:lstStyle>
            <a:lvl1pPr indent="0" eaLnBrk="1" fontAlgn="auto" latinLnBrk="0" hangingPunct="1">
              <a:defRPr>
                <a:latin typeface="微软雅黑" panose="020B0503020204020204" charset="-122"/>
                <a:ea typeface="微软雅黑" panose="020B0503020204020204" charset="-122"/>
              </a:defRPr>
            </a:lvl1pPr>
            <a:lvl2pPr indent="0" eaLnBrk="1" fontAlgn="auto" latinLnBrk="0" hangingPunct="1">
              <a:defRPr>
                <a:latin typeface="微软雅黑" panose="020B0503020204020204" charset="-122"/>
                <a:ea typeface="微软雅黑" panose="020B0503020204020204" charset="-122"/>
              </a:defRPr>
            </a:lvl2pPr>
            <a:lvl3pPr indent="0" eaLnBrk="1" fontAlgn="auto" latinLnBrk="0" hangingPunct="1">
              <a:defRPr>
                <a:latin typeface="微软雅黑" panose="020B0503020204020204" charset="-122"/>
                <a:ea typeface="微软雅黑" panose="020B0503020204020204" charset="-122"/>
              </a:defRPr>
            </a:lvl3pPr>
            <a:lvl4pPr indent="0" eaLnBrk="1" fontAlgn="auto" latinLnBrk="0" hangingPunct="1">
              <a:defRPr>
                <a:latin typeface="微软雅黑" panose="020B0503020204020204" charset="-122"/>
                <a:ea typeface="微软雅黑" panose="020B0503020204020204" charset="-122"/>
              </a:defRPr>
            </a:lvl4pPr>
            <a:lvl5pPr indent="0" eaLnBrk="1" fontAlgn="auto" latinLnBrk="0" hangingPunct="1">
              <a:defRPr>
                <a:latin typeface="微软雅黑" panose="020B0503020204020204" charset="-122"/>
                <a:ea typeface="微软雅黑" panose="020B050302020402020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custDataLst>
              <p:tags r:id="rId4"/>
            </p:custDataLst>
          </p:nvPr>
        </p:nvSpPr>
        <p:spPr/>
        <p:txBody>
          <a:bodyPr/>
          <a:lstStyle>
            <a:lvl1pPr>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r>
              <a:rPr lang="zh-CN" altLang="en-US"/>
              <a:t>中国梦强军梦</a:t>
            </a:r>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custDataLst>
              <p:tags r:id="rId2"/>
            </p:custDataLst>
          </p:nvPr>
        </p:nvSpPr>
        <p:spPr>
          <a:xfrm>
            <a:off x="502448" y="952508"/>
            <a:ext cx="8139178" cy="5388907"/>
          </a:xfrm>
        </p:spPr>
        <p:txBody>
          <a:bodyPr/>
          <a:lstStyle>
            <a:lvl1pPr>
              <a:defRPr/>
            </a:lvl1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3"/>
          <p:cNvSpPr>
            <a:spLocks noGrp="1"/>
          </p:cNvSpPr>
          <p:nvPr>
            <p:ph type="dt" sz="half" idx="14"/>
            <p:custDataLst>
              <p:tags r:id="rId3"/>
            </p:custDataLst>
          </p:nvPr>
        </p:nvSpPr>
        <p:spPr/>
        <p:txBody>
          <a:bodyPr/>
          <a:lstStyle>
            <a:lvl1pPr>
              <a:defRPr/>
            </a:lvl1pPr>
          </a:lstStyle>
          <a:p>
            <a:pPr>
              <a:defRPr/>
            </a:pPr>
            <a:endParaRPr lang="zh-CN" altLang="en-US"/>
          </a:p>
        </p:txBody>
      </p:sp>
      <p:sp>
        <p:nvSpPr>
          <p:cNvPr id="4" name="页脚占位符 4"/>
          <p:cNvSpPr>
            <a:spLocks noGrp="1"/>
          </p:cNvSpPr>
          <p:nvPr>
            <p:ph type="ftr" sz="quarter" idx="15"/>
            <p:custDataLst>
              <p:tags r:id="rId4"/>
            </p:custDataLst>
          </p:nvPr>
        </p:nvSpPr>
        <p:spPr/>
        <p:txBody>
          <a:bodyPr/>
          <a:lstStyle>
            <a:lvl1pPr>
              <a:defRPr/>
            </a:lvl1pPr>
          </a:lstStyle>
          <a:p>
            <a:pPr>
              <a:defRPr/>
            </a:pPr>
            <a:endParaRPr lang="zh-CN" altLang="en-US"/>
          </a:p>
        </p:txBody>
      </p:sp>
      <p:sp>
        <p:nvSpPr>
          <p:cNvPr id="5" name="灯片编号占位符 5"/>
          <p:cNvSpPr>
            <a:spLocks noGrp="1"/>
          </p:cNvSpPr>
          <p:nvPr>
            <p:ph type="sldNum" sz="quarter" idx="16"/>
            <p:custDataLst>
              <p:tags r:id="rId5"/>
            </p:custDataLst>
          </p:nvPr>
        </p:nvSpPr>
        <p:spPr/>
        <p:txBody>
          <a:bodyPr/>
          <a:lstStyle>
            <a:lvl1pPr>
              <a:defRPr/>
            </a:lvl1pPr>
          </a:lstStyle>
          <a:p>
            <a:pPr>
              <a:defRPr/>
            </a:pPr>
            <a:fld id="{D8B2326F-068C-4081-A9BE-717E8CE3C581}" type="slidenum">
              <a:rPr lang="zh-CN" altLang="en-US"/>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flipH="1">
            <a:off x="6146006" y="3686175"/>
            <a:ext cx="2300288" cy="0"/>
          </a:xfrm>
          <a:prstGeom prst="line">
            <a:avLst/>
          </a:prstGeom>
          <a:ln w="1905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平行四边形 3"/>
          <p:cNvSpPr/>
          <p:nvPr>
            <p:custDataLst>
              <p:tags r:id="rId3"/>
            </p:custDataLst>
          </p:nvPr>
        </p:nvSpPr>
        <p:spPr>
          <a:xfrm flipV="1">
            <a:off x="0" y="0"/>
            <a:ext cx="2355056" cy="2008188"/>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Arial" panose="020B0604020202020204" pitchFamily="34" charset="0"/>
            </a:endParaRPr>
          </a:p>
        </p:txBody>
      </p:sp>
      <p:sp>
        <p:nvSpPr>
          <p:cNvPr id="5" name="矩形 4"/>
          <p:cNvSpPr/>
          <p:nvPr>
            <p:custDataLst>
              <p:tags r:id="rId4"/>
            </p:custDataLst>
          </p:nvPr>
        </p:nvSpPr>
        <p:spPr>
          <a:xfrm>
            <a:off x="0" y="4849813"/>
            <a:ext cx="9144000" cy="20558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Arial" panose="020B0604020202020204" pitchFamily="34" charset="0"/>
            </a:endParaRPr>
          </a:p>
        </p:txBody>
      </p:sp>
      <p:sp>
        <p:nvSpPr>
          <p:cNvPr id="6" name="平行四边形 5"/>
          <p:cNvSpPr/>
          <p:nvPr>
            <p:custDataLst>
              <p:tags r:id="rId5"/>
            </p:custDataLst>
          </p:nvPr>
        </p:nvSpPr>
        <p:spPr>
          <a:xfrm flipV="1">
            <a:off x="6728222" y="4849813"/>
            <a:ext cx="2305050" cy="2054225"/>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Arial" panose="020B0604020202020204" pitchFamily="34" charset="0"/>
            </a:endParaRPr>
          </a:p>
        </p:txBody>
      </p:sp>
      <p:sp>
        <p:nvSpPr>
          <p:cNvPr id="2" name="标题 1"/>
          <p:cNvSpPr>
            <a:spLocks noGrp="1"/>
          </p:cNvSpPr>
          <p:nvPr>
            <p:ph type="title" hasCustomPrompt="1"/>
            <p:custDataLst>
              <p:tags r:id="rId6"/>
            </p:custDataLst>
          </p:nvPr>
        </p:nvSpPr>
        <p:spPr>
          <a:xfrm>
            <a:off x="4380300" y="1264356"/>
            <a:ext cx="4155300" cy="2410470"/>
          </a:xfrm>
        </p:spPr>
        <p:txBody>
          <a:bodyPr lIns="90000" tIns="46800" rIns="90000" bIns="46800" anchor="b">
            <a:normAutofit/>
          </a:bodyPr>
          <a:lstStyle>
            <a:lvl1pPr marL="0" marR="0" algn="r" defTabSz="914400" rtl="0" eaLnBrk="1" fontAlgn="auto" latinLnBrk="0" hangingPunct="1">
              <a:lnSpc>
                <a:spcPct val="100000"/>
              </a:lnSpc>
              <a:buNone/>
              <a:defRPr kumimoji="0" lang="zh-CN" altLang="en-US" sz="66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编辑标题</a:t>
            </a:r>
            <a:endParaRPr noProof="1">
              <a:sym typeface="+mn-ea"/>
            </a:endParaRPr>
          </a:p>
        </p:txBody>
      </p:sp>
      <p:sp>
        <p:nvSpPr>
          <p:cNvPr id="7" name="日期占位符 2"/>
          <p:cNvSpPr>
            <a:spLocks noGrp="1"/>
          </p:cNvSpPr>
          <p:nvPr>
            <p:ph type="dt" sz="half" idx="10"/>
            <p:custDataLst>
              <p:tags r:id="rId7"/>
            </p:custDataLst>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pPr>
              <a:defRPr/>
            </a:pPr>
            <a:endParaRPr lang="zh-CN" altLang="en-US"/>
          </a:p>
        </p:txBody>
      </p:sp>
      <p:sp>
        <p:nvSpPr>
          <p:cNvPr id="8" name="页脚占位符 3"/>
          <p:cNvSpPr>
            <a:spLocks noGrp="1"/>
          </p:cNvSpPr>
          <p:nvPr>
            <p:ph type="ftr" sz="quarter" idx="11"/>
            <p:custDataLst>
              <p:tags r:id="rId8"/>
            </p:custDataLst>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pPr>
              <a:defRPr/>
            </a:pPr>
            <a:endParaRPr lang="zh-CN" altLang="en-US"/>
          </a:p>
        </p:txBody>
      </p:sp>
      <p:sp>
        <p:nvSpPr>
          <p:cNvPr id="9" name="灯片编号占位符 4"/>
          <p:cNvSpPr>
            <a:spLocks noGrp="1"/>
          </p:cNvSpPr>
          <p:nvPr>
            <p:ph type="sldNum" sz="quarter" idx="12"/>
            <p:custDataLst>
              <p:tags r:id="rId9"/>
            </p:custDataLst>
          </p:nvPr>
        </p:nvSpPr>
        <p:spPr/>
        <p:txBody>
          <a:bodyPr/>
          <a:lstStyle>
            <a:lvl1pPr>
              <a:defRPr/>
            </a:lvl1pPr>
          </a:lstStyle>
          <a:p>
            <a:pPr>
              <a:defRPr/>
            </a:pPr>
            <a:fld id="{5589FA83-3AA4-4AB1-AE99-861D1E52AE27}"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hf sldNum="0"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71.xml"/><Relationship Id="rId16" Type="http://schemas.openxmlformats.org/officeDocument/2006/relationships/tags" Target="../tags/tag70.xml"/><Relationship Id="rId15" Type="http://schemas.openxmlformats.org/officeDocument/2006/relationships/tags" Target="../tags/tag69.xml"/><Relationship Id="rId14" Type="http://schemas.openxmlformats.org/officeDocument/2006/relationships/tags" Target="../tags/tag68.xml"/><Relationship Id="rId13" Type="http://schemas.openxmlformats.org/officeDocument/2006/relationships/tags" Target="../tags/tag67.xml"/><Relationship Id="rId12" Type="http://schemas.openxmlformats.org/officeDocument/2006/relationships/tags" Target="../tags/tag6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custDataLst>
              <p:tags r:id="rId12"/>
            </p:custDataLst>
          </p:nvPr>
        </p:nvSpPr>
        <p:spPr bwMode="auto">
          <a:xfrm>
            <a:off x="502444" y="442913"/>
            <a:ext cx="813911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38100" rIns="76200" bIns="38100" numCol="1" anchor="t" anchorCtr="0" compatLnSpc="1"/>
          <a:lstStyle/>
          <a:p>
            <a:pPr lvl="0"/>
            <a:r>
              <a:rPr lang="zh-CN" altLang="en-US" dirty="0"/>
              <a:t>单击此处编辑母版标题样式</a:t>
            </a:r>
            <a:endParaRPr lang="zh-CN" altLang="en-US" dirty="0"/>
          </a:p>
        </p:txBody>
      </p:sp>
      <p:sp>
        <p:nvSpPr>
          <p:cNvPr id="1027" name="文本占位符 2"/>
          <p:cNvSpPr>
            <a:spLocks noGrp="1" noChangeArrowheads="1"/>
          </p:cNvSpPr>
          <p:nvPr>
            <p:ph type="body" idx="9"/>
            <p:custDataLst>
              <p:tags r:id="rId13"/>
            </p:custDataLst>
          </p:nvPr>
        </p:nvSpPr>
        <p:spPr bwMode="auto">
          <a:xfrm>
            <a:off x="502444" y="952500"/>
            <a:ext cx="8139113" cy="538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0" rIns="8255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4"/>
            </p:custDataLst>
          </p:nvPr>
        </p:nvSpPr>
        <p:spPr>
          <a:xfrm>
            <a:off x="659606" y="6350000"/>
            <a:ext cx="2025254" cy="315913"/>
          </a:xfrm>
          <a:prstGeom prst="rect">
            <a:avLst/>
          </a:prstGeom>
        </p:spPr>
        <p:txBody>
          <a:bodyPr vert="horz" lIns="91440" tIns="45720" rIns="91440" bIns="45720" rtlCol="0" anchor="ctr">
            <a:normAutofit/>
          </a:bodyPr>
          <a:lstStyle>
            <a:lvl1pPr algn="l" eaLnBrk="1" hangingPunct="1">
              <a:buFontTx/>
              <a:buNone/>
              <a:defRPr sz="9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3087291" y="6350000"/>
            <a:ext cx="2969419" cy="315913"/>
          </a:xfrm>
          <a:prstGeom prst="rect">
            <a:avLst/>
          </a:prstGeom>
        </p:spPr>
        <p:txBody>
          <a:bodyPr vert="horz" lIns="91440" tIns="45720" rIns="91440" bIns="45720" rtlCol="0" anchor="ctr">
            <a:normAutofit/>
          </a:bodyPr>
          <a:lstStyle>
            <a:lvl1pPr algn="ctr" eaLnBrk="1" hangingPunct="1">
              <a:buFontTx/>
              <a:buNone/>
              <a:defRPr sz="9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r>
              <a:rPr lang="zh-CN" altLang="en-US"/>
              <a:t>中国梦强军梦</a:t>
            </a:r>
            <a:endParaRPr lang="zh-CN" altLang="en-US"/>
          </a:p>
        </p:txBody>
      </p:sp>
      <p:sp>
        <p:nvSpPr>
          <p:cNvPr id="6" name="灯片编号占位符 5"/>
          <p:cNvSpPr>
            <a:spLocks noGrp="1"/>
          </p:cNvSpPr>
          <p:nvPr>
            <p:ph type="sldNum" sz="quarter" idx="4"/>
            <p:custDataLst>
              <p:tags r:id="rId16"/>
            </p:custDataLst>
          </p:nvPr>
        </p:nvSpPr>
        <p:spPr>
          <a:xfrm>
            <a:off x="6457950" y="6350000"/>
            <a:ext cx="2025254" cy="315913"/>
          </a:xfrm>
          <a:prstGeom prst="rect">
            <a:avLst/>
          </a:prstGeom>
        </p:spPr>
        <p:txBody>
          <a:bodyPr vert="horz" lIns="91440" tIns="45720" rIns="91440" bIns="45720" rtlCol="0" anchor="ctr">
            <a:normAutofit/>
          </a:bodyPr>
          <a:lstStyle>
            <a:lvl1pPr algn="r" eaLnBrk="1" hangingPunct="1">
              <a:buFontTx/>
              <a:buNone/>
              <a:defRPr sz="900">
                <a:solidFill>
                  <a:schemeClr val="tx1">
                    <a:tint val="75000"/>
                  </a:schemeClr>
                </a:solidFill>
                <a:latin typeface="微软雅黑" panose="020B0503020204020204" charset="-122"/>
                <a:cs typeface="微软雅黑" panose="020B0503020204020204" charset="-122"/>
              </a:defRPr>
            </a:lvl1pPr>
          </a:lstStyle>
          <a:p>
            <a:fld id="{0C913308-F349-4B6D-A68A-DD1791B4A57B}" type="slidenum">
              <a:rPr lang="zh-CN" altLang="en-US" smtClean="0"/>
            </a:fld>
            <a:endParaRPr lang="zh-CN" altLang="en-US"/>
          </a:p>
        </p:txBody>
      </p:sp>
      <p:sp>
        <p:nvSpPr>
          <p:cNvPr id="2"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noProof="1">
              <a:latin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hf sldNum="0" hdr="0" dt="0"/>
  <p:txStyles>
    <p:titleStyle>
      <a:lvl1pPr algn="l" rtl="0" eaLnBrk="1" fontAlgn="base" hangingPunct="1">
        <a:spcBef>
          <a:spcPct val="0"/>
        </a:spcBef>
        <a:spcAft>
          <a:spcPct val="0"/>
        </a:spcAft>
        <a:defRPr sz="1800" b="1" kern="1200" spc="200">
          <a:solidFill>
            <a:schemeClr val="tx1"/>
          </a:solidFill>
          <a:latin typeface="微软雅黑" panose="020B0503020204020204" charset="-122"/>
          <a:ea typeface="微软雅黑" panose="020B0503020204020204" charset="-122"/>
          <a:cs typeface="微软雅黑" panose="020B0503020204020204" charset="-122"/>
        </a:defRPr>
      </a:lvl1pPr>
      <a:lvl2pPr algn="l" rtl="0" eaLnBrk="1" fontAlgn="base" hangingPunct="1">
        <a:spcBef>
          <a:spcPct val="0"/>
        </a:spcBef>
        <a:spcAft>
          <a:spcPct val="0"/>
        </a:spcAft>
        <a:defRPr sz="2400" b="1">
          <a:solidFill>
            <a:srgbClr val="262626"/>
          </a:solidFill>
          <a:latin typeface="微软雅黑" panose="020B0503020204020204" charset="-122"/>
          <a:ea typeface="微软雅黑" panose="020B0503020204020204" charset="-122"/>
        </a:defRPr>
      </a:lvl2pPr>
      <a:lvl3pPr algn="l" rtl="0" eaLnBrk="1" fontAlgn="base" hangingPunct="1">
        <a:spcBef>
          <a:spcPct val="0"/>
        </a:spcBef>
        <a:spcAft>
          <a:spcPct val="0"/>
        </a:spcAft>
        <a:defRPr sz="2400" b="1">
          <a:solidFill>
            <a:srgbClr val="262626"/>
          </a:solidFill>
          <a:latin typeface="微软雅黑" panose="020B0503020204020204" charset="-122"/>
          <a:ea typeface="微软雅黑" panose="020B0503020204020204" charset="-122"/>
        </a:defRPr>
      </a:lvl3pPr>
      <a:lvl4pPr algn="l" rtl="0" eaLnBrk="1" fontAlgn="base" hangingPunct="1">
        <a:spcBef>
          <a:spcPct val="0"/>
        </a:spcBef>
        <a:spcAft>
          <a:spcPct val="0"/>
        </a:spcAft>
        <a:defRPr sz="2400" b="1">
          <a:solidFill>
            <a:srgbClr val="262626"/>
          </a:solidFill>
          <a:latin typeface="微软雅黑" panose="020B0503020204020204" charset="-122"/>
          <a:ea typeface="微软雅黑" panose="020B0503020204020204" charset="-122"/>
        </a:defRPr>
      </a:lvl4pPr>
      <a:lvl5pPr algn="l" rtl="0" eaLnBrk="1" fontAlgn="base" hangingPunct="1">
        <a:spcBef>
          <a:spcPct val="0"/>
        </a:spcBef>
        <a:spcAft>
          <a:spcPct val="0"/>
        </a:spcAft>
        <a:defRPr sz="2400" b="1">
          <a:solidFill>
            <a:srgbClr val="262626"/>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rgbClr val="262626"/>
          </a:solidFill>
          <a:latin typeface="微软雅黑" panose="020B0503020204020204" charset="-122"/>
          <a:ea typeface="微软雅黑" panose="020B0503020204020204" charset="-122"/>
        </a:defRPr>
      </a:lvl6pPr>
      <a:lvl7pPr marL="914400" algn="l" rtl="0" eaLnBrk="1" fontAlgn="base" hangingPunct="1">
        <a:spcBef>
          <a:spcPct val="0"/>
        </a:spcBef>
        <a:spcAft>
          <a:spcPct val="0"/>
        </a:spcAft>
        <a:defRPr sz="2400" b="1">
          <a:solidFill>
            <a:srgbClr val="262626"/>
          </a:solidFill>
          <a:latin typeface="微软雅黑" panose="020B0503020204020204" charset="-122"/>
          <a:ea typeface="微软雅黑" panose="020B0503020204020204" charset="-122"/>
        </a:defRPr>
      </a:lvl7pPr>
      <a:lvl8pPr marL="1371600" algn="l" rtl="0" eaLnBrk="1" fontAlgn="base" hangingPunct="1">
        <a:spcBef>
          <a:spcPct val="0"/>
        </a:spcBef>
        <a:spcAft>
          <a:spcPct val="0"/>
        </a:spcAft>
        <a:defRPr sz="2400" b="1">
          <a:solidFill>
            <a:srgbClr val="262626"/>
          </a:solidFill>
          <a:latin typeface="微软雅黑" panose="020B0503020204020204" charset="-122"/>
          <a:ea typeface="微软雅黑" panose="020B0503020204020204" charset="-122"/>
        </a:defRPr>
      </a:lvl8pPr>
      <a:lvl9pPr marL="1828800" algn="l" rtl="0" eaLnBrk="1" fontAlgn="base" hangingPunct="1">
        <a:spcBef>
          <a:spcPct val="0"/>
        </a:spcBef>
        <a:spcAft>
          <a:spcPct val="0"/>
        </a:spcAft>
        <a:defRPr sz="2400" b="1">
          <a:solidFill>
            <a:srgbClr val="262626"/>
          </a:solidFill>
          <a:latin typeface="微软雅黑" panose="020B0503020204020204" charset="-122"/>
          <a:ea typeface="微软雅黑" panose="020B0503020204020204" charset="-122"/>
        </a:defRPr>
      </a:lvl9pPr>
    </p:titleStyle>
    <p:bodyStyle>
      <a:lvl1pPr marL="171450" indent="-171450" algn="l" rtl="0" eaLnBrk="1" fontAlgn="base" hangingPunct="1">
        <a:lnSpc>
          <a:spcPct val="130000"/>
        </a:lnSpc>
        <a:spcBef>
          <a:spcPct val="0"/>
        </a:spcBef>
        <a:spcAft>
          <a:spcPts val="1000"/>
        </a:spcAft>
        <a:buFont typeface="Arial" panose="020B0604020202020204" pitchFamily="34" charset="0"/>
        <a:buChar char="•"/>
        <a:defRPr sz="1200" kern="1200" spc="150">
          <a:solidFill>
            <a:schemeClr val="tx1"/>
          </a:solidFill>
          <a:latin typeface="微软雅黑" panose="020B0503020204020204" charset="-122"/>
          <a:ea typeface="微软雅黑" panose="020B0503020204020204" charset="-122"/>
          <a:cs typeface="微软雅黑" panose="020B0503020204020204" charset="-122"/>
        </a:defRPr>
      </a:lvl1pPr>
      <a:lvl2pPr marL="5143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chemeClr val="tx1"/>
          </a:solidFill>
          <a:latin typeface="微软雅黑" panose="020B0503020204020204" charset="-122"/>
          <a:ea typeface="微软雅黑" panose="020B0503020204020204" charset="-122"/>
          <a:cs typeface="微软雅黑" panose="020B0503020204020204" charset="-122"/>
        </a:defRPr>
      </a:lvl2pPr>
      <a:lvl3pPr marL="8572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chemeClr val="tx1"/>
          </a:solidFill>
          <a:latin typeface="微软雅黑" panose="020B0503020204020204" charset="-122"/>
          <a:ea typeface="微软雅黑" panose="020B0503020204020204" charset="-122"/>
          <a:cs typeface="微软雅黑" panose="020B0503020204020204" charset="-122"/>
        </a:defRPr>
      </a:lvl3pPr>
      <a:lvl4pPr marL="12001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chemeClr val="tx1"/>
          </a:solidFill>
          <a:latin typeface="微软雅黑" panose="020B0503020204020204" charset="-122"/>
          <a:ea typeface="微软雅黑" panose="020B0503020204020204" charset="-122"/>
          <a:cs typeface="微软雅黑" panose="020B0503020204020204" charset="-122"/>
        </a:defRPr>
      </a:lvl4pPr>
      <a:lvl5pPr marL="15430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chemeClr val="tx1"/>
          </a:solidFill>
          <a:latin typeface="微软雅黑" panose="020B0503020204020204" charset="-122"/>
          <a:ea typeface="微软雅黑" panose="020B0503020204020204" charset="-122"/>
          <a:cs typeface="微软雅黑" panose="020B050302020402020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sz="6600" dirty="0">
                <a:latin typeface="楷体" panose="02010609060101010101" charset="-122"/>
                <a:ea typeface="楷体" panose="02010609060101010101" charset="-122"/>
              </a:rPr>
              <a:t>辽宁号航空母舰</a:t>
            </a:r>
            <a:endParaRPr lang="zh-CN" altLang="en-US" sz="6600" dirty="0">
              <a:latin typeface="楷体" panose="02010609060101010101" charset="-122"/>
              <a:ea typeface="楷体" panose="02010609060101010101" charset="-122"/>
            </a:endParaRPr>
          </a:p>
        </p:txBody>
      </p:sp>
      <p:sp>
        <p:nvSpPr>
          <p:cNvPr id="3" name="副标题 2"/>
          <p:cNvSpPr>
            <a:spLocks noGrp="1"/>
          </p:cNvSpPr>
          <p:nvPr>
            <p:ph type="subTitle" idx="1"/>
          </p:nvPr>
        </p:nvSpPr>
        <p:spPr/>
        <p:txBody>
          <a:bodyPr/>
          <a:lstStyle/>
          <a:p>
            <a:r>
              <a:rPr lang="zh-CN" altLang="en-US"/>
              <a:t>中国第一艘航母</a:t>
            </a:r>
            <a:endParaRPr lang="zh-CN" altLang="en-US"/>
          </a:p>
        </p:txBody>
      </p:sp>
      <p:sp>
        <p:nvSpPr>
          <p:cNvPr id="4" name="页脚占位符 3"/>
          <p:cNvSpPr>
            <a:spLocks noGrp="1"/>
          </p:cNvSpPr>
          <p:nvPr>
            <p:ph type="ftr" sz="quarter" idx="16"/>
          </p:nvPr>
        </p:nvSpPr>
        <p:spPr/>
        <p:txBody>
          <a:bodyPr/>
          <a:p>
            <a:r>
              <a:rPr lang="zh-CN" altLang="en-US"/>
              <a:t>中国梦强军梦</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smtClean="0"/>
              <a:t>基本介绍</a:t>
            </a:r>
            <a:endParaRPr lang="zh-CN" altLang="en-US" dirty="0"/>
          </a:p>
        </p:txBody>
      </p:sp>
      <p:sp>
        <p:nvSpPr>
          <p:cNvPr id="3" name="内容占位符 2"/>
          <p:cNvSpPr>
            <a:spLocks noGrp="1"/>
          </p:cNvSpPr>
          <p:nvPr>
            <p:ph idx="1"/>
          </p:nvPr>
        </p:nvSpPr>
        <p:spPr/>
        <p:txBody>
          <a:bodyPr>
            <a:normAutofit fontScale="47500" lnSpcReduction="20000"/>
          </a:bodyPr>
          <a:lstStyle/>
          <a:p>
            <a:pPr>
              <a:lnSpc>
                <a:spcPct val="170000"/>
              </a:lnSpc>
            </a:pPr>
            <a:r>
              <a:rPr lang="zh-CN" altLang="en-US" dirty="0"/>
              <a:t>辽宁号航空母舰，简称“辽宁舰”，舷号</a:t>
            </a:r>
            <a:r>
              <a:rPr lang="en-US" altLang="zh-CN" dirty="0"/>
              <a:t>16</a:t>
            </a:r>
            <a:r>
              <a:rPr lang="zh-CN" altLang="en-US" dirty="0"/>
              <a:t>，是中国人民解放军海军第一艘可以搭载固定翼飞机的航空母舰。前身是苏联海军的库兹涅佐夫元帅级航空母舰次舰瓦良格号，改装后中国将其称为</a:t>
            </a:r>
            <a:r>
              <a:rPr lang="en-US" altLang="zh-CN" dirty="0"/>
              <a:t>001</a:t>
            </a:r>
            <a:r>
              <a:rPr lang="zh-CN" altLang="en-US" dirty="0"/>
              <a:t>型航空母舰。</a:t>
            </a:r>
            <a:endParaRPr lang="zh-CN" altLang="en-US" dirty="0"/>
          </a:p>
          <a:p>
            <a:pPr>
              <a:lnSpc>
                <a:spcPct val="170000"/>
              </a:lnSpc>
            </a:pPr>
            <a:r>
              <a:rPr lang="en-US" altLang="zh-CN" dirty="0"/>
              <a:t>80</a:t>
            </a:r>
            <a:r>
              <a:rPr lang="zh-CN" altLang="en-US" dirty="0"/>
              <a:t>年代中后期，瓦良格号于乌克兰建造时遭逢苏联解体，建造工程中断，完成度</a:t>
            </a:r>
            <a:r>
              <a:rPr lang="en-US" altLang="zh-CN" dirty="0"/>
              <a:t>68%</a:t>
            </a:r>
            <a:r>
              <a:rPr lang="zh-CN" altLang="en-US" dirty="0"/>
              <a:t>。</a:t>
            </a:r>
            <a:r>
              <a:rPr lang="en-US" altLang="zh-CN" dirty="0"/>
              <a:t>1999</a:t>
            </a:r>
            <a:r>
              <a:rPr lang="zh-CN" altLang="en-US" dirty="0"/>
              <a:t>年，中国购买了瓦良格号，于</a:t>
            </a:r>
            <a:r>
              <a:rPr lang="en-US" altLang="zh-CN" dirty="0"/>
              <a:t>2002</a:t>
            </a:r>
            <a:r>
              <a:rPr lang="zh-CN" altLang="en-US" dirty="0"/>
              <a:t>年</a:t>
            </a:r>
            <a:r>
              <a:rPr lang="en-US" altLang="zh-CN" dirty="0"/>
              <a:t>3</a:t>
            </a:r>
            <a:r>
              <a:rPr lang="zh-CN" altLang="en-US" dirty="0"/>
              <a:t>月</a:t>
            </a:r>
            <a:r>
              <a:rPr lang="en-US" altLang="zh-CN" dirty="0"/>
              <a:t>4</a:t>
            </a:r>
            <a:r>
              <a:rPr lang="zh-CN" altLang="en-US" dirty="0"/>
              <a:t>日抵达大连港。</a:t>
            </a:r>
            <a:r>
              <a:rPr lang="en-US" altLang="zh-CN" dirty="0"/>
              <a:t>2005</a:t>
            </a:r>
            <a:r>
              <a:rPr lang="zh-CN" altLang="en-US" dirty="0"/>
              <a:t>年</a:t>
            </a:r>
            <a:r>
              <a:rPr lang="en-US" altLang="zh-CN" dirty="0"/>
              <a:t>4</a:t>
            </a:r>
            <a:r>
              <a:rPr lang="zh-CN" altLang="en-US" dirty="0"/>
              <a:t>月</a:t>
            </a:r>
            <a:r>
              <a:rPr lang="en-US" altLang="zh-CN" dirty="0"/>
              <a:t>26</a:t>
            </a:r>
            <a:r>
              <a:rPr lang="zh-CN" altLang="en-US" dirty="0"/>
              <a:t>日，开始由中国海军继续建造改进。解放军的目标是对此艘未完成建造的航空母舰进行更改制造，及将其用于科研、实验及训练用途。</a:t>
            </a:r>
            <a:r>
              <a:rPr lang="en-US" altLang="zh-CN" dirty="0"/>
              <a:t>2012</a:t>
            </a:r>
            <a:r>
              <a:rPr lang="zh-CN" altLang="en-US" dirty="0"/>
              <a:t>年</a:t>
            </a:r>
            <a:r>
              <a:rPr lang="en-US" altLang="zh-CN" dirty="0"/>
              <a:t>9</a:t>
            </a:r>
            <a:r>
              <a:rPr lang="zh-CN" altLang="en-US" dirty="0"/>
              <a:t>月</a:t>
            </a:r>
            <a:r>
              <a:rPr lang="en-US" altLang="zh-CN" dirty="0"/>
              <a:t>25</a:t>
            </a:r>
            <a:r>
              <a:rPr lang="zh-CN" altLang="en-US" dirty="0"/>
              <a:t>日，正式更名辽宁号，交付予中国人民解放军海军。</a:t>
            </a:r>
            <a:r>
              <a:rPr lang="en-US" altLang="zh-CN" dirty="0"/>
              <a:t>[1] </a:t>
            </a:r>
            <a:endParaRPr lang="en-US" altLang="zh-CN" dirty="0"/>
          </a:p>
          <a:p>
            <a:pPr>
              <a:lnSpc>
                <a:spcPct val="170000"/>
              </a:lnSpc>
            </a:pPr>
            <a:r>
              <a:rPr lang="en-US" altLang="zh-CN" dirty="0"/>
              <a:t>2013</a:t>
            </a:r>
            <a:r>
              <a:rPr lang="zh-CN" altLang="en-US" dirty="0"/>
              <a:t>年</a:t>
            </a:r>
            <a:r>
              <a:rPr lang="en-US" altLang="zh-CN" dirty="0"/>
              <a:t>11</a:t>
            </a:r>
            <a:r>
              <a:rPr lang="zh-CN" altLang="en-US" dirty="0"/>
              <a:t>月，辽宁舰从青岛赴中国南海展开为期</a:t>
            </a:r>
            <a:r>
              <a:rPr lang="en-US" altLang="zh-CN" dirty="0"/>
              <a:t>47</a:t>
            </a:r>
            <a:r>
              <a:rPr lang="zh-CN" altLang="en-US" dirty="0"/>
              <a:t>天的海上综合演练，期间中国海军以辽宁号航空母舰为主编组了大型远洋航空母舰战斗群，战斗群编列近</a:t>
            </a:r>
            <a:r>
              <a:rPr lang="en-US" altLang="zh-CN" dirty="0"/>
              <a:t>20</a:t>
            </a:r>
            <a:r>
              <a:rPr lang="zh-CN" altLang="en-US" dirty="0"/>
              <a:t>艘各类舰艇。这是自冷战结束以来除美国海军外西太平洋地区最大的单国海上兵力集结演练，亦标志着辽宁号航空母舰开始具备海上编队战斗群能力。</a:t>
            </a:r>
            <a:endParaRPr lang="zh-CN" altLang="en-US" dirty="0"/>
          </a:p>
        </p:txBody>
      </p:sp>
      <p:sp>
        <p:nvSpPr>
          <p:cNvPr id="4" name="页脚占位符 3"/>
          <p:cNvSpPr>
            <a:spLocks noGrp="1"/>
          </p:cNvSpPr>
          <p:nvPr>
            <p:ph type="ftr" sz="quarter" idx="11"/>
          </p:nvPr>
        </p:nvSpPr>
        <p:spPr/>
        <p:txBody>
          <a:bodyPr/>
          <a:p>
            <a:r>
              <a:rPr lang="zh-CN" altLang="en-US"/>
              <a:t>中国梦强军梦</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内容占位符 4" descr="WPS演示055素材文件"/>
          <p:cNvPicPr>
            <a:picLocks noChangeAspect="1"/>
          </p:cNvPicPr>
          <p:nvPr>
            <p:ph idx="4294967295"/>
          </p:nvPr>
        </p:nvPicPr>
        <p:blipFill>
          <a:blip r:embed="rId1"/>
          <a:stretch>
            <a:fillRect/>
          </a:stretch>
        </p:blipFill>
        <p:spPr>
          <a:xfrm>
            <a:off x="2124075" y="1484630"/>
            <a:ext cx="5486400" cy="3429000"/>
          </a:xfrm>
          <a:prstGeom prst="rect">
            <a:avLst/>
          </a:prstGeom>
          <a:effectLst>
            <a:glow rad="139700">
              <a:schemeClr val="accent6">
                <a:satMod val="175000"/>
                <a:alpha val="40000"/>
              </a:schemeClr>
            </a:glow>
          </a:effectLst>
          <a:scene3d>
            <a:camera prst="obliqueTopLeft"/>
            <a:lightRig rig="threePt" dir="t"/>
          </a:scene3d>
        </p:spPr>
      </p:pic>
      <p:sp>
        <p:nvSpPr>
          <p:cNvPr id="6" name="页脚占位符 5"/>
          <p:cNvSpPr>
            <a:spLocks noGrp="1"/>
          </p:cNvSpPr>
          <p:nvPr>
            <p:ph type="ftr" sz="quarter" idx="11"/>
          </p:nvPr>
        </p:nvSpPr>
        <p:spPr/>
        <p:txBody>
          <a:bodyPr/>
          <a:p>
            <a:r>
              <a:rPr lang="zh-CN" altLang="en-US"/>
              <a:t>中国梦强军梦</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ID" val="_1*i*3"/>
  <p:tag name="KSO_WM_UNIT_LAYERLEVEL" val="1"/>
  <p:tag name="KSO_WM_TAG_VERSION" val="1.0"/>
  <p:tag name="KSO_WM_BEAUTIFY_FLAG" val="#wm#"/>
  <p:tag name="KSO_WM_UNIT_TYPE" val="i"/>
  <p:tag name="KSO_WM_UNIT_INDEX" val="3"/>
  <p:tag name="KSO_WM_UNIT_DIAGRAM_ISNUMVISUAL" val="0"/>
  <p:tag name="KSO_WM_UNIT_DIAGRAM_ISREFERUNIT" val="0"/>
</p:tagLst>
</file>

<file path=ppt/tags/tag4.xml><?xml version="1.0" encoding="utf-8"?>
<p:tagLst xmlns:p="http://schemas.openxmlformats.org/presentationml/2006/main">
  <p:tag name="KSO_WM_UNIT_HIGHLIGHT" val="0"/>
  <p:tag name="KSO_WM_UNIT_COMPATIBLE" val="0"/>
  <p:tag name="KSO_WM_UNIT_ID" val="_1*i*4"/>
  <p:tag name="KSO_WM_UNIT_LAYERLEVEL" val="1"/>
  <p:tag name="KSO_WM_TAG_VERSION" val="1.0"/>
  <p:tag name="KSO_WM_BEAUTIFY_FLAG" val="#wm#"/>
  <p:tag name="KSO_WM_UNIT_TYPE" val="i"/>
  <p:tag name="KSO_WM_UNIT_INDEX" val="4"/>
  <p:tag name="KSO_WM_UNIT_DIAGRAM_ISNUMVISUAL" val="0"/>
  <p:tag name="KSO_WM_UNIT_DIAGRAM_ISREFERUNIT" val="0"/>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ID" val="_1*i*2"/>
  <p:tag name="KSO_WM_UNIT_LAYERLEVEL" val="1"/>
  <p:tag name="KSO_WM_TAG_VERSION" val="1.0"/>
  <p:tag name="KSO_WM_BEAUTIFY_FLAG" val="#wm#"/>
  <p:tag name="KSO_WM_UNIT_TYPE" val="i"/>
  <p:tag name="KSO_WM_UNIT_INDEX" val="2"/>
  <p:tag name="KSO_WM_UNIT_DIAGRAM_ISNUMVISUAL" val="0"/>
  <p:tag name="KSO_WM_UNIT_DIAGRAM_ISREFERUNIT" val="0"/>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6577"/>
</p:tagLst>
</file>

<file path=ppt/tags/tag67.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6577"/>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1.xml><?xml version="1.0" encoding="utf-8"?>
<p:tagLst xmlns:p="http://schemas.openxmlformats.org/presentationml/2006/main">
  <p:tag name="KSO_WM_TAG_VERSION" val="1.0"/>
  <p:tag name="KSO_WM_BEAUTIFY_FLAG" val="#wm#"/>
  <p:tag name="KSO_WM_COMBINE_RELATE_SLIDE_ID" val="background20177529_1"/>
  <p:tag name="KSO_WM_TEMPLATE_CATEGORY" val="custom"/>
  <p:tag name="KSO_WM_TEMPLATE_INDEX" val="20196577"/>
  <p:tag name="KSO_WM_TEMPLATE_SUBCATEGORY" val="0"/>
  <p:tag name="KSO_WM_TEMPLATE_THUMBS_INDEX" val="1、2、5、6、12、13、16、21、28、29、30、"/>
</p:tagLst>
</file>

<file path=ppt/tags/tag72.xml><?xml version="1.0" encoding="utf-8"?>
<p:tagLst xmlns:p="http://schemas.openxmlformats.org/presentationml/2006/main">
  <p:tag name="KSO_WPP_MARK_KEY" val="a7c8a0cf-3f74-4270-bd4a-4c7caad7ad7a"/>
  <p:tag name="COMMONDATA" val="eyJoZGlkIjoiNjQwNzdkNTI0ZmEyODlhNmVjYjU4ZGU0YTBmMWRhMTcifQ=="/>
</p:tagLst>
</file>

<file path=ppt/theme/theme1.xml><?xml version="1.0" encoding="utf-8"?>
<a:theme xmlns:a="http://schemas.openxmlformats.org/drawingml/2006/main" name="主题三">
  <a:themeElements>
    <a:clrScheme name="3">
      <a:dk1>
        <a:srgbClr val="000000"/>
      </a:dk1>
      <a:lt1>
        <a:srgbClr val="FFFFFF"/>
      </a:lt1>
      <a:dk2>
        <a:srgbClr val="323F4F"/>
      </a:dk2>
      <a:lt2>
        <a:srgbClr val="E7E6E6"/>
      </a:lt2>
      <a:accent1>
        <a:srgbClr val="376BAB"/>
      </a:accent1>
      <a:accent2>
        <a:srgbClr val="54565C"/>
      </a:accent2>
      <a:accent3>
        <a:srgbClr val="A1A2A5"/>
      </a:accent3>
      <a:accent4>
        <a:srgbClr val="376BAB"/>
      </a:accent4>
      <a:accent5>
        <a:srgbClr val="628BDC"/>
      </a:accent5>
      <a:accent6>
        <a:srgbClr val="376BAB"/>
      </a:accent6>
      <a:hlink>
        <a:srgbClr val="85C0FB"/>
      </a:hlink>
      <a:folHlink>
        <a:srgbClr val="70A2DE"/>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446</Words>
  <Application>WPS 演示</Application>
  <PresentationFormat>全屏显示(4:3)</PresentationFormat>
  <Paragraphs>16</Paragraphs>
  <Slides>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vt:i4>
      </vt:variant>
    </vt:vector>
  </HeadingPairs>
  <TitlesOfParts>
    <vt:vector size="11" baseType="lpstr">
      <vt:lpstr>Arial</vt:lpstr>
      <vt:lpstr>宋体</vt:lpstr>
      <vt:lpstr>Wingdings</vt:lpstr>
      <vt:lpstr>微软雅黑</vt:lpstr>
      <vt:lpstr>楷体</vt:lpstr>
      <vt:lpstr>Arial Unicode MS</vt:lpstr>
      <vt:lpstr>Calibri</vt:lpstr>
      <vt:lpstr>主题三</vt:lpstr>
      <vt:lpstr>辽宁号航空母舰</vt:lpstr>
      <vt:lpstr>基本介绍</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战狼</dc:title>
  <dc:creator>Administrator</dc:creator>
  <cp:lastModifiedBy>zy</cp:lastModifiedBy>
  <cp:revision>15</cp:revision>
  <dcterms:created xsi:type="dcterms:W3CDTF">2017-03-10T01:54:00Z</dcterms:created>
  <dcterms:modified xsi:type="dcterms:W3CDTF">2025-03-25T00:56:38Z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BDD9D5B7765A4C8A9B88A4740BAEEE25_12</vt:lpwstr>
  </property>
  <property fmtid="{D5CDD505-2E9C-101B-9397-08002B2CF9AE}" pid="3" name="KSOProductBuildVer">
    <vt:lpwstr>2052-12.1.0.15712</vt:lpwstr>
  </property>
</Properties>
</file>