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1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70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6.xml"/><Relationship Id="rId5" Type="http://schemas.openxmlformats.org/officeDocument/2006/relationships/image" Target="../media/image2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8.xml"/><Relationship Id="rId2" Type="http://schemas.openxmlformats.org/officeDocument/2006/relationships/image" Target="../media/image3.png"/><Relationship Id="rId1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237200" y="1065600"/>
            <a:ext cx="1742400" cy="3423600"/>
          </a:xfrm>
        </p:spPr>
        <p:txBody>
          <a:bodyPr/>
          <a:p>
            <a:r>
              <a:rPr lang="zh-CN" altLang="en-US"/>
              <a:t>小暑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382800" y="2822400"/>
            <a:ext cx="590400" cy="3319200"/>
          </a:xfrm>
        </p:spPr>
        <p:txBody>
          <a:bodyPr vert="eaVert">
            <a:normAutofit lnSpcReduction="20000"/>
          </a:bodyPr>
          <a:p>
            <a:r>
              <a:rPr lang="zh-CN" altLang="en-US"/>
              <a:t>清风拂院 不觉夏日长</a:t>
            </a:r>
            <a:endParaRPr lang="zh-CN" altLang="en-US"/>
          </a:p>
        </p:txBody>
      </p:sp>
      <p:pic>
        <p:nvPicPr>
          <p:cNvPr id="6" name="图片 5" descr="图片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89015" y="1779905"/>
            <a:ext cx="979170" cy="32981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rot="10800000" flipH="1" flipV="1">
            <a:off x="4204970" y="1733550"/>
            <a:ext cx="3781425" cy="3390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5600" y="1735200"/>
            <a:ext cx="3024000" cy="3391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p>
            <a:r>
              <a:rPr lang="zh-CN" altLang="en-US"/>
              <a:t>小暑与伏天的关系</a:t>
            </a:r>
            <a:endParaRPr lang="zh-CN" altLang="en-US"/>
          </a:p>
          <a:p>
            <a:r>
              <a:rPr lang="zh-CN" altLang="en-US"/>
              <a:t>小暑不仅标志着盛夏的开始，还是进入伏天的前奏。它是一年中气温最高且闷热的时期之一，伏天通常出现在小暑与处暑之间，这段时间的高温和潮湿让人体感更加闷热，也是一年中最为酷暑难耐的阶段，仿佛置身于一个天然的“蒸笼”之中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60000" y="1735200"/>
            <a:ext cx="3024000" cy="338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小暑的气候特点</a:t>
            </a:r>
            <a:endParaRPr lang="zh-CN" altLang="en-US"/>
          </a:p>
          <a:p>
            <a:r>
              <a:rPr lang="zh-CN" altLang="en-US"/>
              <a:t>小暑是二十四节气中的第十一个节气，通常在每年的7月7日或8日开始。此时，天气逐渐炎热，气温升高，降雨增多，雷暴频繁，标志着盛夏的来临。小暑期间，人们明显感受到高温潮湿的气候特点，炎热的天气和潮湿的空气交织在一起，让人感受到盛夏的威力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1816100"/>
            <a:ext cx="4222750" cy="4222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28000" y="2426400"/>
            <a:ext cx="5299200" cy="2998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在小暑时节，各地有许多独特的民俗活动。比如“食新”，农民会用新割的稻谷做成饭供奉祖先，祈求丰收；还有吃饺子、吃藕、吃黄鳝等习俗，这些食物既能开胃解馋，又具有滋补功效。此外，民间还有“晒红绿”的习俗，即在小暑前后晒衣服和书画，防止受潮霉变。在北方，人们还会喝羊汤，认为可以滋补身体、增加阳气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WPS 演示</Application>
  <PresentationFormat>宽屏</PresentationFormat>
  <Paragraphs>12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小暑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156</cp:revision>
  <dcterms:created xsi:type="dcterms:W3CDTF">2019-06-19T02:08:00Z</dcterms:created>
  <dcterms:modified xsi:type="dcterms:W3CDTF">2025-06-04T01:26:45Z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68B61DC1EFCF4D45B2A2ABF7CC255EDF_11</vt:lpwstr>
  </property>
</Properties>
</file>