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999B2-09B8-48BB-A6EB-AB5677566457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A8BDF-95A8-487F-8DAC-F69555D87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9D5D2E8-DA17-479E-8454-5A3CC823AB8C}" type="datetime1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r>
              <a:rPr lang="zh-CN" altLang="en-US" smtClean="0"/>
              <a:t>最小的国家</a:t>
            </a:r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CE1188D-9CDC-4AA3-97F4-68E81EE899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1" name="coin.wav"/>
          </p:stSnd>
        </p:sndAc>
      </p:transition>
    </mc:Choice>
    <mc:Fallback xmlns="">
      <p:transition spd="slow">
        <p:fade/>
        <p:sndAc>
          <p:stSnd>
            <p:snd r:embed="rId4" name="coin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29C15C6-F80E-4B2E-84B1-E12FC1BC2D3B}" type="datetime1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最小的国家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E1188D-9CDC-4AA3-97F4-68E81EE899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1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image" Target="../media/image1.jpeg"/><Relationship Id="rId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5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09CF37B-F79B-428C-A868-4800C5D620E8}" type="datetime1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r>
              <a:rPr lang="zh-CN" altLang="en-US" smtClean="0"/>
              <a:t>最小的国家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CE1188D-9CDC-4AA3-97F4-68E81EE899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4" name="coin.wav"/>
          </p:stSnd>
        </p:sndAc>
      </p:transition>
    </mc:Choice>
    <mc:Fallback xmlns="">
      <p:transition spd="slow">
        <p:fade/>
        <p:sndAc>
          <p:stSnd>
            <p:snd r:embed="rId6" name="coin.wav"/>
          </p:stSnd>
        </p:sndAc>
      </p:transition>
    </mc:Fallback>
  </mc:AlternateContent>
  <p:hf sldNum="0" hd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31840" y="764704"/>
            <a:ext cx="5525612" cy="2868168"/>
          </a:xfrm>
          <a:noFill/>
          <a:ln>
            <a:noFill/>
          </a:ln>
        </p:spPr>
        <p:txBody>
          <a:bodyPr/>
          <a:lstStyle/>
          <a:p>
            <a:r>
              <a:rPr lang="zh-CN" altLang="en-US" sz="4000" b="0" dirty="0" smtClean="0">
                <a:ln w="500">
                  <a:noFill/>
                </a:ln>
                <a:solidFill>
                  <a:srgbClr val="FFFF00"/>
                </a:solidFill>
                <a:effectLst>
                  <a:reflection blurRad="6350" stA="55000" endA="50" endPos="85000" dist="60007" dir="5400000" sy="-100000" algn="bl" rotWithShape="0"/>
                </a:effectLst>
                <a:latin typeface="华文琥珀" pitchFamily="2" charset="-122"/>
                <a:ea typeface="华文琥珀" pitchFamily="2" charset="-122"/>
              </a:rPr>
              <a:t>五个世界上最小的国家</a:t>
            </a:r>
            <a:endParaRPr lang="zh-CN" altLang="en-US" sz="4000" dirty="0">
              <a:ln w="500">
                <a:noFill/>
              </a:ln>
              <a:solidFill>
                <a:srgbClr val="FFFF00"/>
              </a:solidFill>
              <a:effectLst>
                <a:reflection blurRad="6350" stA="55000" endA="50" endPos="85000" dist="60007" dir="5400000" sy="-100000" algn="bl" rotWithShape="0"/>
              </a:effectLst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最小的国家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4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第一名：梵蒂冈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0.44</a:t>
            </a:r>
            <a:r>
              <a:rPr lang="zh-CN" altLang="en-US" dirty="0" smtClean="0"/>
              <a:t>平方公里。不足颐和园面积的</a:t>
            </a:r>
            <a:r>
              <a:rPr lang="en-US" altLang="zh-CN" dirty="0" smtClean="0"/>
              <a:t>1/6 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783</a:t>
            </a:r>
            <a:r>
              <a:rPr lang="zh-CN" altLang="en-US" dirty="0" smtClean="0"/>
              <a:t>人。约为北京人口</a:t>
            </a:r>
            <a:r>
              <a:rPr lang="en-US" altLang="zh-CN" dirty="0" smtClean="0"/>
              <a:t>1/19000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位置：意大利罗马西北高地。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简介：以梵蒂冈城墙为界，包括圣彼得广场、圣彼得大教堂、教皇宫等。主要人口为意大利人，信奉天主教。首都梵蒂冈城。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最小的国家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06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第二名：摩纳哥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面积：</a:t>
            </a:r>
            <a:r>
              <a:rPr lang="en-US" altLang="zh-CN" dirty="0" smtClean="0"/>
              <a:t>1.96</a:t>
            </a:r>
            <a:r>
              <a:rPr lang="zh-CN" altLang="en-US" dirty="0" smtClean="0"/>
              <a:t>平方公里，北京市区面积的</a:t>
            </a:r>
            <a:r>
              <a:rPr lang="en-US" altLang="zh-CN" dirty="0" smtClean="0"/>
              <a:t>1/375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人口：</a:t>
            </a:r>
            <a:r>
              <a:rPr lang="en-US" altLang="zh-CN" dirty="0" smtClean="0"/>
              <a:t>35657</a:t>
            </a:r>
            <a:r>
              <a:rPr lang="zh-CN" altLang="en-US" dirty="0" smtClean="0"/>
              <a:t>人，约为北京人口</a:t>
            </a:r>
            <a:r>
              <a:rPr lang="en-US" altLang="zh-CN" dirty="0" smtClean="0"/>
              <a:t>1/420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位置：地中海地区</a:t>
            </a:r>
          </a:p>
          <a:p>
            <a:r>
              <a:rPr lang="zh-CN" altLang="en-US" dirty="0" smtClean="0"/>
              <a:t>简介：位于欧洲西南部，三面被法国包围，南面濒临地中海。边境线长</a:t>
            </a:r>
            <a:r>
              <a:rPr lang="en-US" altLang="zh-CN" dirty="0" smtClean="0"/>
              <a:t>4.5</a:t>
            </a:r>
            <a:r>
              <a:rPr lang="zh-CN" altLang="en-US" dirty="0" smtClean="0"/>
              <a:t>公里，海岸线长</a:t>
            </a:r>
            <a:r>
              <a:rPr lang="en-US" altLang="zh-CN" dirty="0" smtClean="0"/>
              <a:t>5.16</a:t>
            </a:r>
            <a:r>
              <a:rPr lang="zh-CN" altLang="en-US" dirty="0" smtClean="0"/>
              <a:t>公里。地形狭长，东西长约</a:t>
            </a:r>
            <a:r>
              <a:rPr lang="en-US" altLang="zh-CN" dirty="0" smtClean="0"/>
              <a:t>3</a:t>
            </a:r>
            <a:r>
              <a:rPr lang="zh-CN" altLang="en-US" dirty="0" smtClean="0"/>
              <a:t>公里，南北最窄处仅</a:t>
            </a:r>
            <a:r>
              <a:rPr lang="en-US" altLang="zh-CN" dirty="0" smtClean="0"/>
              <a:t>200</a:t>
            </a:r>
            <a:r>
              <a:rPr lang="zh-CN" altLang="en-US" dirty="0" smtClean="0"/>
              <a:t>米。境内多丘陵，平均海拔不足</a:t>
            </a:r>
            <a:r>
              <a:rPr lang="en-US" altLang="zh-CN" dirty="0" smtClean="0"/>
              <a:t>500</a:t>
            </a:r>
            <a:r>
              <a:rPr lang="zh-CN" altLang="en-US" dirty="0" smtClean="0"/>
              <a:t>米。属亚热带地中海式气候，夏季干燥凉爽，冬季潮湿温暖。年均气温为</a:t>
            </a:r>
            <a:r>
              <a:rPr lang="en-US" altLang="zh-CN" dirty="0" smtClean="0"/>
              <a:t>16℃</a:t>
            </a:r>
            <a:r>
              <a:rPr lang="zh-CN" altLang="en-US" dirty="0" smtClean="0"/>
              <a:t>，年均降水量为</a:t>
            </a:r>
            <a:r>
              <a:rPr lang="en-US" altLang="zh-CN" dirty="0" smtClean="0"/>
              <a:t>500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600</a:t>
            </a:r>
            <a:r>
              <a:rPr lang="zh-CN" altLang="en-US" dirty="0" smtClean="0"/>
              <a:t>毫米。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最小的国家</a:t>
            </a:r>
            <a:endParaRPr lang="zh-CN" altLang="en-US"/>
          </a:p>
        </p:txBody>
      </p:sp>
      <p:sp>
        <p:nvSpPr>
          <p:cNvPr id="6" name="动作按钮: 结束 5">
            <a:hlinkClick r:id="" action="ppaction://hlinkshowjump?jump=lastslide" highlightClick="1"/>
          </p:cNvPr>
          <p:cNvSpPr/>
          <p:nvPr/>
        </p:nvSpPr>
        <p:spPr>
          <a:xfrm>
            <a:off x="6516216" y="5661248"/>
            <a:ext cx="720000" cy="720000"/>
          </a:xfrm>
          <a:prstGeom prst="actionButtonE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第一张 6">
            <a:hlinkClick r:id="" action="ppaction://hlinkshowjump?jump=firstslide" highlightClick="1"/>
          </p:cNvPr>
          <p:cNvSpPr/>
          <p:nvPr/>
        </p:nvSpPr>
        <p:spPr>
          <a:xfrm>
            <a:off x="5292080" y="5661248"/>
            <a:ext cx="720000" cy="720000"/>
          </a:xfrm>
          <a:prstGeom prst="actionButtonHo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71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第三名：瑙鲁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21</a:t>
            </a:r>
            <a:r>
              <a:rPr lang="zh-CN" altLang="en-US" dirty="0" smtClean="0"/>
              <a:t>平方公里，北京面积</a:t>
            </a:r>
            <a:r>
              <a:rPr lang="en-US" altLang="zh-CN" dirty="0" smtClean="0"/>
              <a:t>1/35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13005</a:t>
            </a:r>
            <a:r>
              <a:rPr lang="zh-CN" altLang="en-US" dirty="0" smtClean="0"/>
              <a:t>人，约等于北京人口</a:t>
            </a:r>
            <a:r>
              <a:rPr lang="en-US" altLang="zh-CN" dirty="0" smtClean="0"/>
              <a:t>1/1148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位置：太平洋西部。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简介：全境为一椭圆形珊瑚岛。海岸线</a:t>
            </a:r>
            <a:r>
              <a:rPr lang="en-US" altLang="zh-CN" dirty="0" smtClean="0"/>
              <a:t>30</a:t>
            </a:r>
            <a:r>
              <a:rPr lang="zh-CN" altLang="en-US" dirty="0" smtClean="0"/>
              <a:t>公里。环岛有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米高，</a:t>
            </a:r>
            <a:r>
              <a:rPr lang="en-US" altLang="zh-CN" dirty="0" smtClean="0"/>
              <a:t>150-300</a:t>
            </a:r>
            <a:r>
              <a:rPr lang="zh-CN" altLang="en-US" dirty="0" smtClean="0"/>
              <a:t>米宽的沃土带。有一布阿达咸湖。</a:t>
            </a:r>
            <a:r>
              <a:rPr lang="en-US" altLang="zh-CN" dirty="0" smtClean="0"/>
              <a:t>70%</a:t>
            </a:r>
            <a:r>
              <a:rPr lang="zh-CN" altLang="en-US" dirty="0" smtClean="0"/>
              <a:t>的土地均为磷酸盐矿覆盖。热带雨林气候，气温</a:t>
            </a:r>
            <a:r>
              <a:rPr lang="en-US" altLang="zh-CN" dirty="0" smtClean="0"/>
              <a:t>24-33</a:t>
            </a:r>
            <a:r>
              <a:rPr lang="zh-CN" altLang="en-US" dirty="0" smtClean="0"/>
              <a:t>摄氏度。年平均降水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毫米。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最小的国家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58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第四名：图瓦卢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面积：</a:t>
            </a:r>
            <a:r>
              <a:rPr lang="en-US" altLang="zh-CN" dirty="0" smtClean="0"/>
              <a:t>26</a:t>
            </a:r>
            <a:r>
              <a:rPr lang="zh-CN" altLang="en-US" dirty="0" smtClean="0"/>
              <a:t>平方公里，小于北京市区面积的</a:t>
            </a:r>
            <a:r>
              <a:rPr lang="en-US" altLang="zh-CN" dirty="0" smtClean="0"/>
              <a:t>1/28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人口：</a:t>
            </a:r>
            <a:r>
              <a:rPr lang="en-US" altLang="zh-CN" dirty="0" smtClean="0"/>
              <a:t>10441</a:t>
            </a:r>
            <a:r>
              <a:rPr lang="zh-CN" altLang="en-US" dirty="0" smtClean="0"/>
              <a:t>人，约等于北京人口</a:t>
            </a:r>
            <a:r>
              <a:rPr lang="en-US" altLang="zh-CN" dirty="0" smtClean="0"/>
              <a:t>1/1500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位置：位处南太平洋，国际日期变更线西侧，由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个环形小珊瑚岛群组成。</a:t>
            </a:r>
          </a:p>
          <a:p>
            <a:r>
              <a:rPr lang="zh-CN" altLang="en-US" dirty="0" smtClean="0"/>
              <a:t>简介：资源匮乏，土地贫瘠，农业落后，几乎无工业。家族是生产、生活的基本单位。集体劳动所得在家族内平分。买卖主要是以物易物。农产品有椰子、香蕉、芋头、木瓜、家禽、家畜、水产等。渔业资源丰富，但开发极差。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最小的国家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64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第五名：圣马力诺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61</a:t>
            </a:r>
            <a:r>
              <a:rPr lang="zh-CN" altLang="en-US" dirty="0" smtClean="0"/>
              <a:t>平方公里，小于北京市区面积的</a:t>
            </a:r>
            <a:r>
              <a:rPr lang="en-US" altLang="zh-CN" dirty="0" smtClean="0"/>
              <a:t>1/10</a:t>
            </a:r>
            <a:r>
              <a:rPr lang="zh-CN" altLang="en-US" dirty="0" smtClean="0"/>
              <a:t>。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28117</a:t>
            </a:r>
            <a:r>
              <a:rPr lang="zh-CN" altLang="en-US" dirty="0" smtClean="0"/>
              <a:t>人，约为北京人口</a:t>
            </a:r>
            <a:r>
              <a:rPr lang="en-US" altLang="zh-CN" dirty="0" smtClean="0"/>
              <a:t>1/500 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位置：意大利中部以北的亚得利亚海岸。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简介：四周与意大利接壤。境内起伏多山，位于中部最高的蒂塔诺山，海拔</a:t>
            </a:r>
            <a:r>
              <a:rPr lang="en-US" altLang="zh-CN" dirty="0" smtClean="0"/>
              <a:t>755.24</a:t>
            </a:r>
            <a:r>
              <a:rPr lang="zh-CN" altLang="en-US" dirty="0" smtClean="0"/>
              <a:t>米。属亚热带地中海式气候。年平均气温</a:t>
            </a:r>
            <a:r>
              <a:rPr lang="en-US" altLang="zh-CN" dirty="0" smtClean="0"/>
              <a:t>16℃</a:t>
            </a:r>
            <a:r>
              <a:rPr lang="zh-CN" altLang="en-US" dirty="0" smtClean="0"/>
              <a:t>，冬季最低气温</a:t>
            </a:r>
            <a:r>
              <a:rPr lang="en-US" altLang="zh-CN" dirty="0" smtClean="0"/>
              <a:t>-2℃</a:t>
            </a:r>
            <a:r>
              <a:rPr lang="zh-CN" altLang="en-US" dirty="0" smtClean="0"/>
              <a:t>，夏季最高气温</a:t>
            </a:r>
            <a:r>
              <a:rPr lang="en-US" altLang="zh-CN" dirty="0" smtClean="0"/>
              <a:t>30℃</a:t>
            </a:r>
            <a:r>
              <a:rPr lang="zh-CN" altLang="en-US" dirty="0" smtClean="0"/>
              <a:t>。年均降水量</a:t>
            </a:r>
            <a:r>
              <a:rPr lang="en-US" altLang="zh-CN" dirty="0" smtClean="0"/>
              <a:t>880</a:t>
            </a:r>
            <a:r>
              <a:rPr lang="zh-CN" altLang="en-US" dirty="0" smtClean="0"/>
              <a:t>毫米。</a:t>
            </a:r>
            <a:r>
              <a:rPr lang="en-US" altLang="zh-CN" dirty="0" smtClean="0"/>
              <a:t>1243</a:t>
            </a:r>
            <a:r>
              <a:rPr lang="zh-CN" altLang="en-US" dirty="0" smtClean="0"/>
              <a:t>年确立了两个执政官联合执政的制度，成为当今世界上最古老的共和国。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最小的国家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22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honeycomb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3" name="coin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13</TotalTime>
  <Words>493</Words>
  <Application>Microsoft Office PowerPoint</Application>
  <PresentationFormat>全屏显示(4:3)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华丽</vt:lpstr>
      <vt:lpstr>五个世界上最小的国家</vt:lpstr>
      <vt:lpstr>第一名：梵蒂冈</vt:lpstr>
      <vt:lpstr>第二名：摩纳哥</vt:lpstr>
      <vt:lpstr>第三名：瑙鲁</vt:lpstr>
      <vt:lpstr>第四名：图瓦卢</vt:lpstr>
      <vt:lpstr>第五名：圣马力诺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五个世界上最小的国家</dc:title>
  <dc:creator>user</dc:creator>
  <cp:lastModifiedBy>86133</cp:lastModifiedBy>
  <cp:revision>7</cp:revision>
  <dcterms:created xsi:type="dcterms:W3CDTF">2013-08-30T06:35:58Z</dcterms:created>
  <dcterms:modified xsi:type="dcterms:W3CDTF">2021-05-21T02:51:39Z</dcterms:modified>
</cp:coreProperties>
</file>