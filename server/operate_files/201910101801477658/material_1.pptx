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C81D5-64F9-46BD-AB80-D77FFDDC2F35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A60DE-664A-4CE1-B1D6-9D7918A001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73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D117BB26-33C8-44D0-8D90-80D919478EF9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3BB3C-366F-468C-B90B-508C265BBA9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A0A1EF94-FECB-4EE6-87C7-C4CFE96EBE6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87465-618A-4A36-92D9-7DB5D4EBB735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17DB-1E32-4797-9FB8-B3BBFF143EC6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3CA-6F7C-4790-AF82-3A456B3196C7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D7F-D68A-4089-8F40-382FA75D5DB3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7342-8521-40CB-8C02-9E7968BEE680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E9D0C-37AA-44A9-848D-E692AF483198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B668-E722-422E-8D34-2F9BC5C9B51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D9ED-A2F1-426D-B834-9FA16188A993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0AF5EE9-0087-4586-B72E-08F540109241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400" b="1" dirty="0" smtClean="0">
                <a:solidFill>
                  <a:srgbClr val="FF0000"/>
                </a:solidFill>
              </a:rPr>
              <a:t>幽默</a:t>
            </a:r>
            <a:endParaRPr lang="zh-CN" altLang="en-US" sz="6400" b="1" dirty="0">
              <a:solidFill>
                <a:srgbClr val="FF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66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7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68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86133\Desktop\PPT\014_幻灯片满分素材文件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4963"/>
            <a:ext cx="548640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舞台秀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20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3</TotalTime>
  <Words>9</Words>
  <Application>Microsoft Office PowerPoint</Application>
  <PresentationFormat>全屏显示(4:3)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复合</vt:lpstr>
      <vt:lpstr>幽默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4</cp:revision>
  <dcterms:created xsi:type="dcterms:W3CDTF">2019-10-10T09:39:17Z</dcterms:created>
  <dcterms:modified xsi:type="dcterms:W3CDTF">2021-05-24T01:51:13Z</dcterms:modified>
</cp:coreProperties>
</file>