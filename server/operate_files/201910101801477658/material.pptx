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736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680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2019-10-10T09:39:17Z</dcterms:created>
  <dcterms:modified xsi:type="dcterms:W3CDTF">2019-10-10T10:00:32Z</dcterms:modified>
</cp:coreProperties>
</file>