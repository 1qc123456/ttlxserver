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57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2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1.png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2.png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 b="0"/>
              <a:t>销售额现状与目标设定</a:t>
            </a:r>
            <a:endParaRPr lang="zh-CN" altLang="zh-CN" b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销售额提升策略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34300" y="190500"/>
            <a:ext cx="4232910" cy="705485"/>
          </a:xfrm>
        </p:spPr>
        <p:txBody>
          <a:bodyPr/>
          <a:p>
            <a:r>
              <a:rPr lang="zh-CN" altLang="en-US"/>
              <a:t>当前销售额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67385" y="428625"/>
            <a:ext cx="5010150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</a:rPr>
              <a:t>销售额数据</a:t>
            </a:r>
            <a:endParaRPr lang="zh-CN" altLang="en-US" sz="3200" b="1">
              <a:solidFill>
                <a:srgbClr val="00B0F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/>
              <a:t>详细分析近年来的销售额数据，包括总销售额、各产品线销售额、各区域销售额等。</a:t>
            </a:r>
            <a:endParaRPr lang="zh-CN" altLang="en-US" sz="2400"/>
          </a:p>
          <a:p>
            <a:pPr algn="l">
              <a:buClrTx/>
              <a:buSzTx/>
              <a:buFontTx/>
            </a:pPr>
            <a:r>
              <a:rPr lang="zh-CN" altLang="en-US" sz="320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</a:rPr>
              <a:t>销售渠道分析</a:t>
            </a:r>
            <a:endParaRPr lang="zh-CN" altLang="en-US" sz="3200" b="1">
              <a:solidFill>
                <a:srgbClr val="00B0F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/>
              <a:t>评估各销售渠道的贡献和效率，包括线上渠道、线下门店、代理商等。</a:t>
            </a:r>
            <a:endParaRPr lang="zh-CN" altLang="en-US" sz="2400"/>
          </a:p>
          <a:p>
            <a:pPr algn="l">
              <a:buClrTx/>
              <a:buSzTx/>
              <a:buFontTx/>
            </a:pPr>
            <a:r>
              <a:rPr lang="zh-CN" altLang="en-US" sz="320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</a:rPr>
              <a:t>客户满意度调查</a:t>
            </a:r>
            <a:endParaRPr lang="zh-CN" altLang="en-US" sz="3200" b="1">
              <a:solidFill>
                <a:srgbClr val="00B0F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/>
              <a:t>通过客户满意度调查了解客户对产品和服务的反馈，以便针对性地提升销售额。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市场趋势与竞争</a:t>
            </a:r>
            <a:r>
              <a:rPr lang="zh-CN" altLang="en-US"/>
              <a:t>环境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965" y="1945005"/>
            <a:ext cx="5486400" cy="43745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568440" y="1145540"/>
            <a:ext cx="5205095" cy="5446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320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</a:rPr>
              <a:t>市场趋势分析</a:t>
            </a:r>
            <a:endParaRPr lang="zh-CN" altLang="en-US" sz="3200" b="1">
              <a:solidFill>
                <a:srgbClr val="00B0F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/>
              <a:t>关注行业发展趋势，了解消费者需求变化，及时调整产品策略。</a:t>
            </a:r>
            <a:endParaRPr lang="zh-CN" altLang="en-US" sz="2400"/>
          </a:p>
          <a:p>
            <a:pPr algn="l">
              <a:buClrTx/>
              <a:buSzTx/>
              <a:buFontTx/>
            </a:pPr>
            <a:r>
              <a:rPr lang="zh-CN" altLang="en-US" sz="320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</a:rPr>
              <a:t>竞争对手分析</a:t>
            </a:r>
            <a:endParaRPr lang="zh-CN" altLang="en-US" sz="3200" b="1">
              <a:solidFill>
                <a:srgbClr val="00B0F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/>
              <a:t>分析主要竞争对手的产品、价格、销售策略等，以便找到差异化竞争优势。</a:t>
            </a:r>
            <a:endParaRPr lang="zh-CN" altLang="en-US" sz="2400"/>
          </a:p>
          <a:p>
            <a:pPr algn="l">
              <a:buClrTx/>
              <a:buSzTx/>
              <a:buFontTx/>
            </a:pPr>
            <a:r>
              <a:rPr lang="zh-CN" altLang="en-US" sz="320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</a:rPr>
              <a:t>SWOT分析</a:t>
            </a:r>
            <a:endParaRPr lang="zh-CN" altLang="en-US" sz="3200" b="1">
              <a:solidFill>
                <a:srgbClr val="00B0F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/>
              <a:t>进行SWOT分析，明确公司的优势、劣势、机会和威胁，为制定销售策略提供依据。</a:t>
            </a:r>
            <a:endParaRPr lang="zh-CN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销售目标设定与分解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0380" y="1786255"/>
            <a:ext cx="6096000" cy="4451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在制定公司的销售目标时，我们首先深入分析市场情况和公司的战略规划，以确保设定的总销售目标既具有挑战性又切实可行。然后，我们将这个总体目标细化分解到各个产品线、区域和销售渠道，以便于更精确地分配资源和监控进度。同时，我们评估实现这些目标所需的资源，并制定风险管理计划以应对潜在的市场变化。通过持续监控销售进度，并根据实际情况进行灵活调整，我们确保销售目标的实现与公司的整体战略保持一致，同时激励团队成员朝着共同的目标努力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36460" y="1520825"/>
            <a:ext cx="4340860" cy="4598670"/>
          </a:xfrm>
          <a:prstGeom prst="ellipse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660" y="1648460"/>
            <a:ext cx="3007360" cy="2233295"/>
          </a:xfrm>
        </p:spPr>
        <p:txBody>
          <a:bodyPr>
            <a:noAutofit/>
          </a:bodyPr>
          <a:p>
            <a:pPr algn="ctr"/>
            <a:r>
              <a:rPr lang="zh-CN" altLang="en-US" sz="6000"/>
              <a:t>目录</a:t>
            </a:r>
            <a:endParaRPr lang="zh-CN" altLang="en-US" sz="6000"/>
          </a:p>
        </p:txBody>
      </p:sp>
      <p:sp>
        <p:nvSpPr>
          <p:cNvPr id="4" name="文本框 3"/>
          <p:cNvSpPr txBox="1"/>
          <p:nvPr/>
        </p:nvSpPr>
        <p:spPr>
          <a:xfrm>
            <a:off x="4397375" y="1884045"/>
            <a:ext cx="6875780" cy="4014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685800" indent="-723900" fontAlgn="auto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800">
                <a:latin typeface="宋体" panose="02010600030101010101" pitchFamily="2" charset="-122"/>
                <a:ea typeface="宋体" panose="02010600030101010101" pitchFamily="2" charset="-122"/>
              </a:rPr>
              <a:t>当前销售额分析</a:t>
            </a:r>
            <a:endParaRPr lang="zh-CN" altLang="en-US" sz="4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indent="-723900" fontAlgn="auto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800">
                <a:latin typeface="宋体" panose="02010600030101010101" pitchFamily="2" charset="-122"/>
                <a:ea typeface="宋体" panose="02010600030101010101" pitchFamily="2" charset="-122"/>
              </a:rPr>
              <a:t>市场趋势与竞争环境</a:t>
            </a:r>
            <a:endParaRPr lang="zh-CN" altLang="en-US" sz="4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indent="-723900" fontAlgn="auto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800">
                <a:latin typeface="宋体" panose="02010600030101010101" pitchFamily="2" charset="-122"/>
                <a:ea typeface="宋体" panose="02010600030101010101" pitchFamily="2" charset="-122"/>
              </a:rPr>
              <a:t>销售目标设定与分解</a:t>
            </a:r>
            <a:endParaRPr lang="zh-CN" altLang="en-US" sz="4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COMMONDATA" val="eyJoZGlkIjoiNzFlMGY3OGRmZGU1YjQ0MmVmN2U4Yjg3M2ZkYWM1ZjIifQ=="/>
  <p:tag name="commondata" val="eyJoZGlkIjoiN2M3Mjk2NmEzNTNhOWE0YTg5ZGUzZjYzYmJiZDNkMD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WPS 演示</Application>
  <PresentationFormat>宽屏</PresentationFormat>
  <Paragraphs>32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仿宋</vt:lpstr>
      <vt:lpstr>楷体</vt:lpstr>
      <vt:lpstr>微软雅黑</vt:lpstr>
      <vt:lpstr>Arial Unicode MS</vt:lpstr>
      <vt:lpstr>Calibri</vt:lpstr>
      <vt:lpstr>WPS</vt:lpstr>
      <vt:lpstr>销售额现状与目标设定</vt:lpstr>
      <vt:lpstr>当前销售额分析</vt:lpstr>
      <vt:lpstr>市场趋势与竞争环境</vt:lpstr>
      <vt:lpstr>销售目标设定与分解</vt:lpstr>
      <vt:lpstr>目录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微信用户</cp:lastModifiedBy>
  <cp:revision>160</cp:revision>
  <dcterms:created xsi:type="dcterms:W3CDTF">2019-06-19T02:08:00Z</dcterms:created>
  <dcterms:modified xsi:type="dcterms:W3CDTF">2025-02-17T03:16:57Z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29C2445CABA84F5B966DC7DB88B683B1_13</vt:lpwstr>
  </property>
</Properties>
</file>