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6" r:id="rId4"/>
    <p:sldId id="257" r:id="rId5"/>
    <p:sldId id="259" r:id="rId6"/>
  </p:sldIdLst>
  <p:sldSz cx="9144000" cy="6858000" type="screen4x3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0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4120754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971550" y="1522413"/>
            <a:ext cx="236935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4504135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019209" y="4795838"/>
            <a:ext cx="4429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99099" y="2009457"/>
            <a:ext cx="4682792" cy="1198800"/>
          </a:xfrm>
        </p:spPr>
        <p:txBody>
          <a:bodyPr anchor="ctr">
            <a:normAutofit/>
          </a:bodyPr>
          <a:lstStyle>
            <a:lvl1pPr algn="l">
              <a:defRPr sz="45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99160" y="3313163"/>
            <a:ext cx="255651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30791" y="0"/>
            <a:ext cx="913209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8759429" y="0"/>
            <a:ext cx="38457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8540354" y="863600"/>
            <a:ext cx="507206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360760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294085" y="5200650"/>
            <a:ext cx="507206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67916" y="406800"/>
            <a:ext cx="8208169" cy="863601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467916" y="1412875"/>
            <a:ext cx="8208168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234553" y="88900"/>
            <a:ext cx="2218135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413212" y="3414578"/>
            <a:ext cx="3762851" cy="86317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413211" y="4332272"/>
            <a:ext cx="3762851" cy="1112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3AF71B-F04C-4371-B519-F65995945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8391525" y="440372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2803922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2721059" y="647700"/>
            <a:ext cx="1127522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2445977" y="0"/>
            <a:ext cx="1127522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3661172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721519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43140" y="2420938"/>
            <a:ext cx="4212089" cy="2016125"/>
          </a:xfrm>
        </p:spPr>
        <p:txBody>
          <a:bodyPr anchor="ctr">
            <a:normAutofit/>
          </a:bodyPr>
          <a:lstStyle>
            <a:lvl1pPr algn="ctr">
              <a:defRPr sz="6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291439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600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</a:rPr>
              <a:t>游泳</a:t>
            </a:r>
            <a:endParaRPr lang="zh-CN" altLang="en-US" sz="6000">
              <a:solidFill>
                <a:srgbClr val="00B0F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" name="右箭头 4">
            <a:hlinkClick r:id="" tooltip="" action="ppaction://hlinkshowjump?jump=nextslide"/>
          </p:cNvPr>
          <p:cNvSpPr/>
          <p:nvPr/>
        </p:nvSpPr>
        <p:spPr>
          <a:xfrm>
            <a:off x="7164070" y="5373370"/>
            <a:ext cx="864235" cy="5759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游泳</a:t>
            </a:r>
            <a:r>
              <a:rPr lang="en-US" altLang="zh-CN" dirty="0"/>
              <a:t>(Swimming)</a:t>
            </a:r>
            <a:r>
              <a:rPr lang="zh-CN" altLang="en-US" dirty="0"/>
              <a:t>，是人在水的浮力作用下产生向上漂浮，凭借浮力通过肢体有规律的运动，使身体在水中有规律运动的技能。游泳运动可分为竞技游泳和实用游泳，竞技游泳是奥林匹克运动会中的第二大项目，它包括蝶泳、仰 泳（也称背泳）、蛙泳和捷泳（也称爬泳</a:t>
            </a:r>
            <a:r>
              <a:rPr lang="en-US" altLang="zh-CN" dirty="0"/>
              <a:t>/</a:t>
            </a:r>
            <a:r>
              <a:rPr lang="zh-CN" altLang="en-US" dirty="0"/>
              <a:t>自由泳）四种泳姿的竞速项目，以及花样游泳等。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随着游泳运动的发展，游泳被分为实用游泳和竞技游泳两大类。实用游泳又分为侧泳、潜泳、反蛙泳、踩水、救护等；竞技游泳分为蛙泳、爬泳、仰泳、蝶泳、自由泳。等级为：三级、二级、一级、健将、国际健将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WPS演示058素材文件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4075" y="1809750"/>
            <a:ext cx="4572000" cy="3238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KSO_WPP_MARK_KEY" val="48e76a6c-a504-4e04-ba4a-4da0d393f5be"/>
  <p:tag name="COMMONDATA" val="eyJoZGlkIjoiM2Q2NDY3ODBmZDEyZTZiNTFiOWYyZGE1YmNkNTA1NzMifQ=="/>
</p:tagLst>
</file>

<file path=ppt/theme/theme1.xml><?xml version="1.0" encoding="utf-8"?>
<a:theme xmlns:a="http://schemas.openxmlformats.org/drawingml/2006/main" name="主题四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243</Words>
  <Application>WPS 演示</Application>
  <PresentationFormat>全屏显示(4:3)</PresentationFormat>
  <Paragraphs>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Calibri</vt:lpstr>
      <vt:lpstr>微软雅黑</vt:lpstr>
      <vt:lpstr>Arial Unicode MS</vt:lpstr>
      <vt:lpstr>新宋体</vt:lpstr>
      <vt:lpstr>等线</vt:lpstr>
      <vt:lpstr>主题四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拳击</dc:title>
  <dc:creator>Administrator</dc:creator>
  <cp:lastModifiedBy>zy</cp:lastModifiedBy>
  <cp:revision>8</cp:revision>
  <dcterms:created xsi:type="dcterms:W3CDTF">2020-04-13T02:23:00Z</dcterms:created>
  <dcterms:modified xsi:type="dcterms:W3CDTF">2023-10-26T08:58:41Z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EE8273B10057456D918CDDE07F1864BD_12</vt:lpwstr>
  </property>
  <property fmtid="{D5CDD505-2E9C-101B-9397-08002B2CF9AE}" pid="3" name="KSOProductBuildVer">
    <vt:lpwstr>2052-11.1.0.14227</vt:lpwstr>
  </property>
</Properties>
</file>