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65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2006-9-7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dafan han</dc:creator>
  <dcterms:created xsi:type="dcterms:W3CDTF">2017-03-31T02:59:21Z</dcterms:created>
</cp:coreProperties>
</file>