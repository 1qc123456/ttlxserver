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6400" dirty="0" smtClean="0">
                <a:latin typeface="微软雅黑" pitchFamily="34" charset="-122"/>
                <a:ea typeface="微软雅黑" pitchFamily="34" charset="-122"/>
              </a:rPr>
              <a:t>向日葵</a:t>
            </a:r>
            <a:endParaRPr lang="zh-CN" altLang="en-US" sz="6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936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652712"/>
            <a:ext cx="4191000" cy="2619375"/>
          </a:xfrm>
        </p:spPr>
      </p:pic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0835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0</TotalTime>
  <Words>1</Words>
  <Application>Microsoft Office PowerPoint</Application>
  <PresentationFormat>全屏显示(4:3)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跋涉</vt:lpstr>
      <vt:lpstr>向日葵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向日葵</dc:title>
  <dc:creator>dafan han</dc:creator>
  <cp:lastModifiedBy>86133</cp:lastModifiedBy>
  <cp:revision>3</cp:revision>
  <dcterms:created xsi:type="dcterms:W3CDTF">2017-03-31T02:59:21Z</dcterms:created>
  <dcterms:modified xsi:type="dcterms:W3CDTF">2021-05-21T02:18:26Z</dcterms:modified>
</cp:coreProperties>
</file>