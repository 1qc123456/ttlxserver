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37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9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>
            <p:custDataLst>
              <p:tags r:id="rId2"/>
            </p:custDataLst>
          </p:nvPr>
        </p:nvSpPr>
        <p:spPr>
          <a:xfrm>
            <a:off x="8342710" y="-7938"/>
            <a:ext cx="801290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6022181" y="458788"/>
            <a:ext cx="556022" cy="7413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4"/>
            </p:custDataLst>
          </p:nvPr>
        </p:nvSpPr>
        <p:spPr>
          <a:xfrm>
            <a:off x="2465785" y="-7938"/>
            <a:ext cx="1092994" cy="584201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5"/>
            </p:custDataLst>
          </p:nvPr>
        </p:nvSpPr>
        <p:spPr>
          <a:xfrm>
            <a:off x="3899297" y="5929313"/>
            <a:ext cx="1371600" cy="938212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8209360" y="6275388"/>
            <a:ext cx="777478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>
            <a:off x="-14287" y="6184900"/>
            <a:ext cx="59055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KSO_Shape"/>
          <p:cNvSpPr/>
          <p:nvPr>
            <p:custDataLst>
              <p:tags r:id="rId8"/>
            </p:custDataLst>
          </p:nvPr>
        </p:nvSpPr>
        <p:spPr>
          <a:xfrm rot="13141020">
            <a:off x="363141" y="1138238"/>
            <a:ext cx="145256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17100000">
            <a:off x="616744" y="3236913"/>
            <a:ext cx="161925" cy="19050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0154805">
            <a:off x="6324600" y="611663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11738950">
            <a:off x="8083154" y="256063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 184"/>
          <p:cNvSpPr/>
          <p:nvPr>
            <p:custDataLst>
              <p:tags r:id="rId12"/>
            </p:custDataLst>
          </p:nvPr>
        </p:nvSpPr>
        <p:spPr>
          <a:xfrm>
            <a:off x="545306" y="1936750"/>
            <a:ext cx="702469" cy="9366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2068286" y="2510565"/>
            <a:ext cx="5007429" cy="902363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4"/>
            </p:custDataLst>
          </p:nvPr>
        </p:nvSpPr>
        <p:spPr>
          <a:xfrm>
            <a:off x="2068286" y="3461461"/>
            <a:ext cx="5007429" cy="590550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1056085" y="2114550"/>
            <a:ext cx="2010965" cy="268128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 dirty="0">
              <a:latin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1181100" y="2266950"/>
            <a:ext cx="1783556" cy="237648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>
            <a:off x="3571875" y="3602038"/>
            <a:ext cx="371117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7352110" y="3541713"/>
            <a:ext cx="86915" cy="1158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7724775" y="3541713"/>
            <a:ext cx="86916" cy="11588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7475935" y="3541713"/>
            <a:ext cx="86915" cy="1158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7600950" y="3541713"/>
            <a:ext cx="86916" cy="1158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237355">
            <a:off x="2078831" y="2308225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275228">
            <a:off x="2252663" y="2360613"/>
            <a:ext cx="145256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2175228">
            <a:off x="2407444" y="2478088"/>
            <a:ext cx="145256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>
            <p:custDataLst>
              <p:tags r:id="rId12"/>
            </p:custDataLst>
          </p:nvPr>
        </p:nvSpPr>
        <p:spPr>
          <a:xfrm rot="3075228">
            <a:off x="2522339" y="2640806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KSO_Shape"/>
          <p:cNvSpPr/>
          <p:nvPr>
            <p:custDataLst>
              <p:tags r:id="rId13"/>
            </p:custDataLst>
          </p:nvPr>
        </p:nvSpPr>
        <p:spPr>
          <a:xfrm rot="298659" flipH="1" flipV="1">
            <a:off x="1852613" y="4416425"/>
            <a:ext cx="145256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" name="KSO_Shape"/>
          <p:cNvSpPr/>
          <p:nvPr>
            <p:custDataLst>
              <p:tags r:id="rId14"/>
            </p:custDataLst>
          </p:nvPr>
        </p:nvSpPr>
        <p:spPr>
          <a:xfrm rot="1336532" flipH="1" flipV="1">
            <a:off x="1682354" y="4365625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KSO_Shape"/>
          <p:cNvSpPr/>
          <p:nvPr>
            <p:custDataLst>
              <p:tags r:id="rId15"/>
            </p:custDataLst>
          </p:nvPr>
        </p:nvSpPr>
        <p:spPr>
          <a:xfrm rot="2236532" flipH="1" flipV="1">
            <a:off x="1529954" y="4243388"/>
            <a:ext cx="145256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" name="KSO_Shape"/>
          <p:cNvSpPr/>
          <p:nvPr>
            <p:custDataLst>
              <p:tags r:id="rId16"/>
            </p:custDataLst>
          </p:nvPr>
        </p:nvSpPr>
        <p:spPr>
          <a:xfrm rot="3136532" flipH="1" flipV="1">
            <a:off x="1417439" y="4079081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3548063" y="2895613"/>
            <a:ext cx="3734753" cy="564898"/>
          </a:xfrm>
        </p:spPr>
        <p:txBody>
          <a:bodyPr anchor="b">
            <a:normAutofit/>
          </a:bodyPr>
          <a:lstStyle>
            <a:lvl1pPr>
              <a:defRPr sz="21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3548063" y="3753579"/>
            <a:ext cx="3734753" cy="581108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923ED0-9AC0-4F34-ABCA-4B6795D6D0AB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>
            <p:custDataLst>
              <p:tags r:id="rId2"/>
            </p:custDataLst>
          </p:nvPr>
        </p:nvSpPr>
        <p:spPr>
          <a:xfrm>
            <a:off x="8342710" y="-7938"/>
            <a:ext cx="801290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1110854" y="1231812"/>
            <a:ext cx="1122759" cy="149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>
            <a:off x="6067425" y="-7938"/>
            <a:ext cx="785813" cy="420688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5"/>
            </p:custDataLst>
          </p:nvPr>
        </p:nvSpPr>
        <p:spPr>
          <a:xfrm>
            <a:off x="3444479" y="5781675"/>
            <a:ext cx="1587103" cy="1087438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6"/>
            </p:custDataLst>
          </p:nvPr>
        </p:nvSpPr>
        <p:spPr>
          <a:xfrm>
            <a:off x="8209360" y="6275388"/>
            <a:ext cx="777478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7"/>
            </p:custDataLst>
          </p:nvPr>
        </p:nvSpPr>
        <p:spPr>
          <a:xfrm>
            <a:off x="-14287" y="6184900"/>
            <a:ext cx="59055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KSO_Shape"/>
          <p:cNvSpPr/>
          <p:nvPr>
            <p:custDataLst>
              <p:tags r:id="rId8"/>
            </p:custDataLst>
          </p:nvPr>
        </p:nvSpPr>
        <p:spPr>
          <a:xfrm rot="10154805">
            <a:off x="7439025" y="490378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9"/>
            </p:custDataLst>
          </p:nvPr>
        </p:nvSpPr>
        <p:spPr>
          <a:xfrm rot="10154805">
            <a:off x="6204950" y="233583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10"/>
            </p:custDataLst>
          </p:nvPr>
        </p:nvSpPr>
        <p:spPr>
          <a:xfrm rot="13326744">
            <a:off x="982266" y="4641850"/>
            <a:ext cx="471488" cy="55403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1"/>
            </p:custDataLst>
          </p:nvPr>
        </p:nvSpPr>
        <p:spPr>
          <a:xfrm rot="6300000">
            <a:off x="4360069" y="893763"/>
            <a:ext cx="422672" cy="4968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1452423" y="2842161"/>
            <a:ext cx="6239154" cy="1173679"/>
          </a:xfrm>
        </p:spPr>
        <p:txBody>
          <a:bodyPr rIns="254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600" normalizeH="0" baseline="0" noProof="1" dirty="0">
                <a:solidFill>
                  <a:schemeClr val="accent5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编版标题</a:t>
            </a:r>
            <a:endParaRPr noProof="1">
              <a:sym typeface="+mn-ea"/>
            </a:endParaRPr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28921A-3659-40E6-BF05-B007AA185C5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buFontTx/>
              <a:buNone/>
              <a:defRPr sz="90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buFontTx/>
              <a:buNone/>
              <a:defRPr sz="900" smtClean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57960" y="1600200"/>
            <a:ext cx="66421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60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北京古城</a:t>
            </a:r>
            <a:endParaRPr lang="zh-CN" altLang="en-US" sz="60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宗教建筑</a:t>
            </a:r>
            <a:endParaRPr lang="zh-CN" altLang="en-US"/>
          </a:p>
        </p:txBody>
      </p:sp>
      <p:pic>
        <p:nvPicPr>
          <p:cNvPr id="5" name="图片 4" descr="WPS演示019素材文件"/>
          <p:cNvPicPr/>
          <p:nvPr/>
        </p:nvPicPr>
        <p:blipFill>
          <a:blip r:embed="rId1"/>
          <a:stretch>
            <a:fillRect/>
          </a:stretch>
        </p:blipFill>
        <p:spPr>
          <a:xfrm>
            <a:off x="1280160" y="1353185"/>
            <a:ext cx="6480000" cy="43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 dir="r"/>
      </p:transition>
    </mc:Choice>
    <mc:Fallback>
      <p:transition spd="slow">
        <p:wipe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3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  <p:tag name="KSO_WM_TAG_VERSION" val="1.0"/>
  <p:tag name="KSO_WM_BEAUTIFY_FLAG" val="#wm#"/>
  <p:tag name="KSO_WM_TEMPLATE_CATEGORY" val="custom"/>
  <p:tag name="KSO_WM_TEMPLATE_INDEX" val="20196581"/>
</p:tagLst>
</file>

<file path=ppt/tags/tag98.xml><?xml version="1.0" encoding="utf-8"?>
<p:tagLst xmlns:p="http://schemas.openxmlformats.org/presentationml/2006/main">
  <p:tag name="COMMONDATA" val="eyJoZGlkIjoiM2Q2NDY3ODBmZDEyZTZiNTFiOWYyZGE1YmNkNTA1NzMifQ=="/>
</p:tagLst>
</file>

<file path=ppt/theme/theme1.xml><?xml version="1.0" encoding="utf-8"?>
<a:theme xmlns:a="http://schemas.openxmlformats.org/drawingml/2006/main" name="主题七">
  <a:themeElements>
    <a:clrScheme name="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D7B5C6"/>
      </a:accent3>
      <a:accent4>
        <a:srgbClr val="BCBCBC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WPS 演示</Application>
  <PresentationFormat>全屏显示(4:3)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Calibri</vt:lpstr>
      <vt:lpstr>微软雅黑</vt:lpstr>
      <vt:lpstr>Arial Unicode MS</vt:lpstr>
      <vt:lpstr>等线</vt:lpstr>
      <vt:lpstr>等线 Light</vt:lpstr>
      <vt:lpstr>黑体</vt:lpstr>
      <vt:lpstr>主题七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zy</cp:lastModifiedBy>
  <cp:revision>7</cp:revision>
  <dcterms:created xsi:type="dcterms:W3CDTF">2019-10-16T08:33:00Z</dcterms:created>
  <dcterms:modified xsi:type="dcterms:W3CDTF">2023-10-23T03:31:17Z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4C85001A37C3408389D92E985735196D_12</vt:lpwstr>
  </property>
  <property fmtid="{D5CDD505-2E9C-101B-9397-08002B2CF9AE}" pid="3" name="KSOProductBuildVer">
    <vt:lpwstr>2052-11.1.0.14227</vt:lpwstr>
  </property>
</Properties>
</file>