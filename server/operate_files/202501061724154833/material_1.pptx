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78" y="-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7204472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3675460" y="752475"/>
            <a:ext cx="1793081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71700" y="1826578"/>
            <a:ext cx="5400600" cy="949878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71700" y="2826092"/>
            <a:ext cx="54006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278856" y="2284413"/>
            <a:ext cx="4586288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23888" y="3373606"/>
            <a:ext cx="7886700" cy="1061467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655676" y="4527773"/>
            <a:ext cx="5832648" cy="106146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1EBB2E1-87C6-4749-AD35-010E6F04A45A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4E170-34F3-456A-9539-A9B12C468D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7204472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045106" y="2313806"/>
            <a:ext cx="5053789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5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4DE4A-AF88-4CC7-8A46-288F8CD57EC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天才少女的背后是</a:t>
            </a:r>
            <a:r>
              <a:rPr lang="en-US" altLang="zh-CN" b="1" dirty="0"/>
              <a:t>99</a:t>
            </a:r>
            <a:r>
              <a:rPr lang="zh-CN" altLang="en-US" b="1" dirty="0"/>
              <a:t>％的</a:t>
            </a:r>
            <a:r>
              <a:rPr lang="zh-CN" altLang="en-US" b="1" dirty="0" smtClean="0"/>
              <a:t>努力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b="1"/>
              <a:t>青蛙公主谷爱凌</a:t>
            </a:r>
            <a:endParaRPr lang="zh-CN" altLang="en-US" b="1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谷爱凌简介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2003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日出生于美国加利福尼亚州圣弗朗西斯科，昵称“青蛙公主”，中国女子自由式滑雪运动员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2019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16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日，获得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2019-20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赛季自由式滑雪坡面障碍技巧新西兰公开赛的冠军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28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日，获得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2019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年新西兰冬季运动会暨澳洲杯自由式滑雪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型场地赛冠军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月，获得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年洛桑冬季青年奥林匹克运动会滑雪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型池、自由式滑雪大跳台冠军，自由式滑雪女子坡面障碍技巧亚军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月，获得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2019-20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赛季世界杯加拿大卡尔加里站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型场地冠军，坡面障碍技巧冠军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16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日，荣膺国际雪联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2019/2020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赛季“最佳时刻”殊荣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月，谷爱凌荣登“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福布斯中国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岁以下精英榜”；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14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日，谷爱凌宣布被斯坦福大学录取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月，首次征战世锦赛，谷爱凌就在女子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型场地、坡面障碍技巧、大跳台三项比赛中斩获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金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铜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日，自由式滑雪世界杯阿斯本站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型池决赛结束，谷爱凌因肩伤退赛，结束本赛季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争夺；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Dew Tour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露水巡回赛自由式滑雪女子坡面障碍技巧决赛，中国选手谷爱凌以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89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分获得亚军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日，获得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2021/2022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国际雪联自由式滑雪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型场地世界杯加拿大卡尔加里站比赛冠军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日，谷爱凌夺得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年北京冬奥会自由式滑雪女子大跳台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金牌。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15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日，获得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年北京冬季奥运会女子自由式滑雪坡面障碍技巧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银牌。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日，获得北京冬奥会自由式滑雪女子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型场地技巧金牌。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5" name="动作按钮: 前进或下一项 14">
            <a:hlinkClick r:id="" action="ppaction://hlinkshowjump?jump=nextslide"/>
          </p:cNvPr>
          <p:cNvSpPr/>
          <p:nvPr/>
        </p:nvSpPr>
        <p:spPr>
          <a:xfrm>
            <a:off x="8100695" y="5733415"/>
            <a:ext cx="648335" cy="50355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中国选手谷爱凌向观众致意</a:t>
            </a:r>
            <a:endParaRPr lang="zh-CN" altLang="en-US"/>
          </a:p>
        </p:txBody>
      </p:sp>
      <p:pic>
        <p:nvPicPr>
          <p:cNvPr id="6" name="内容占位符 5" descr="WPS演示7-068素材文件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0225" y="952500"/>
            <a:ext cx="6479491" cy="4320000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PP_MARK_KEY" val="51c07581-d9a4-48fc-88ac-92565d84c643"/>
  <p:tag name="COMMONDATA" val="eyJoZGlkIjoiNjQwNzdkNTI0ZmEyODlhNmVjYjU4ZGU0YTBmMWRhMTcifQ=="/>
</p:tagLst>
</file>

<file path=ppt/theme/theme1.xml><?xml version="1.0" encoding="utf-8"?>
<a:theme xmlns:a="http://schemas.openxmlformats.org/drawingml/2006/main" name="主题五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WPS 演示</Application>
  <PresentationFormat>全屏显示(4:3)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黑体</vt:lpstr>
      <vt:lpstr>楷体</vt:lpstr>
      <vt:lpstr>主题五</vt:lpstr>
      <vt:lpstr>天才少女的背后是99％的努力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天才少女的背后是99％的努力</dc:title>
  <dc:creator>Administrator</dc:creator>
  <cp:lastModifiedBy>86133</cp:lastModifiedBy>
  <cp:revision>8</cp:revision>
  <dcterms:created xsi:type="dcterms:W3CDTF">2022-02-19T05:12:00Z</dcterms:created>
  <dcterms:modified xsi:type="dcterms:W3CDTF">2023-12-18T05:53:53Z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4C1BB21BCD54496187DA188A4F2482EE_12</vt:lpwstr>
  </property>
  <property fmtid="{D5CDD505-2E9C-101B-9397-08002B2CF9AE}" pid="3" name="KSOProductBuildVer">
    <vt:lpwstr>2052-11.1.0.14227</vt:lpwstr>
  </property>
</Properties>
</file>