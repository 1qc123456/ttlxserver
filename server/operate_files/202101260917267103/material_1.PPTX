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61" r:id="rId2"/>
    <p:sldId id="258" r:id="rId3"/>
    <p:sldId id="259" r:id="rId4"/>
    <p:sldId id="262" r:id="rId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-136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914A74DF-6FBB-4005-A602-A3062577CC7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C98BFD7-1571-493A-AD27-50BAB23533F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285E9F45-ED8F-455C-8D43-F63C354F6F1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5C51ABC1-6676-44F1-841A-D0E617CFC45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D3CB3E5-8764-49B0-84FC-4CF9BBBB7F0B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41F17B1F-0166-45F9-9D89-4897025242F0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65A7A5-FD0B-457C-99A6-91DCC508657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6712B16-F3F5-4A3C-A66B-7C4104D7113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9F73D91F-108D-4143-9228-C910CC3735E0}" type="slidenum">
              <a:rPr lang="en-US" altLang="zh-CN" smtClean="0"/>
              <a:pPr/>
              <a:t>‹#›</a:t>
            </a:fld>
            <a:endParaRPr lang="en-US" altLang="zh-CN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27BC48A5-C6C6-457C-8127-24B9369AF4AF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A764AA93-C733-4869-8F44-09DDC29112C2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n-US" altLang="zh-CN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29D071A2-3A52-4E25-8C67-0EC7CF4DD4D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700" dirty="0">
                <a:solidFill>
                  <a:srgbClr val="0000DC"/>
                </a:solidFill>
                <a:latin typeface="+mj-ea"/>
              </a:rPr>
              <a:t>神奇的章鱼保罗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3000" dirty="0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 sz="3000" dirty="0">
                <a:latin typeface="宋体" panose="02010600030101010101" pitchFamily="2" charset="-122"/>
                <a:ea typeface="宋体" panose="02010600030101010101" pitchFamily="2" charset="-122"/>
              </a:rPr>
              <a:t>次预测全部正确</a:t>
            </a:r>
          </a:p>
        </p:txBody>
      </p:sp>
    </p:spTree>
    <p:extLst>
      <p:ext uri="{BB962C8B-B14F-4D97-AF65-F5344CB8AC3E}">
        <p14:creationId xmlns:p14="http://schemas.microsoft.com/office/powerpoint/2010/main" val="2166035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北京时间</a:t>
            </a:r>
            <a:r>
              <a:rPr lang="en-US" altLang="zh-CN" dirty="0"/>
              <a:t>7</a:t>
            </a:r>
            <a:r>
              <a:rPr lang="zh-CN" altLang="en-US" dirty="0"/>
              <a:t>月</a:t>
            </a:r>
            <a:r>
              <a:rPr lang="en-US" altLang="zh-CN" dirty="0"/>
              <a:t>12</a:t>
            </a:r>
            <a:r>
              <a:rPr lang="zh-CN" altLang="en-US" dirty="0"/>
              <a:t>日凌晨，万众瞩目的南非世界杯决赛在西班牙队和荷兰队之间展开。最终，凭借伊涅斯塔在第</a:t>
            </a:r>
            <a:r>
              <a:rPr lang="en-US" altLang="zh-CN" dirty="0"/>
              <a:t>116</a:t>
            </a:r>
            <a:r>
              <a:rPr lang="zh-CN" altLang="en-US" dirty="0"/>
              <a:t>分钟的绝杀，西班牙队击败荷兰队首夺世界杯冠军。</a:t>
            </a:r>
          </a:p>
        </p:txBody>
      </p:sp>
      <p:pic>
        <p:nvPicPr>
          <p:cNvPr id="6" name="Picture 8" descr="图片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2852936"/>
            <a:ext cx="3240088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2010</a:t>
            </a:r>
            <a:r>
              <a:rPr lang="zh-CN" altLang="en-US" dirty="0"/>
              <a:t>年世界杯：</a:t>
            </a:r>
            <a:r>
              <a:rPr lang="en-US" altLang="zh-CN" dirty="0"/>
              <a:t>8</a:t>
            </a:r>
            <a:r>
              <a:rPr lang="zh-CN" altLang="en-US" dirty="0"/>
              <a:t>次全中；预测成功率</a:t>
            </a:r>
            <a:r>
              <a:rPr lang="en-US" altLang="zh-CN" dirty="0"/>
              <a:t>100%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zh-CN" altLang="en-US" dirty="0"/>
              <a:t>来自德国奥博豪森水族馆的章鱼保罗，已经成功预测对了德国队战胜澳 大利亚、小负塞尔维亚、击败加纳、狂胜英格兰和阿根廷、小负西班牙、险胜乌拉圭的比赛胜负，</a:t>
            </a:r>
            <a:r>
              <a:rPr lang="en-US" altLang="zh-CN" dirty="0"/>
              <a:t>7</a:t>
            </a:r>
            <a:r>
              <a:rPr lang="zh-CN" altLang="en-US" dirty="0"/>
              <a:t>次预测全部正确。半决赛之后，德国人再次请出章鱼保罗，而保罗也破例第一次预测了非德国队参加的比赛。它认为西班牙将会在决赛中击败荷兰夺冠，结果，又一次被它猜中了。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" name="Picture 6" descr="神算子章鱼帝本届7猜全中世界杯被它玩弄于股掌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984" y="2636912"/>
            <a:ext cx="2592288" cy="2130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 descr="神奇！章鱼帝再命中本届8猜全中世界杯MVP该是它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00368"/>
            <a:ext cx="3521075" cy="233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736732"/>
              </p:ext>
            </p:extLst>
          </p:nvPr>
        </p:nvGraphicFramePr>
        <p:xfrm>
          <a:off x="971600" y="1556792"/>
          <a:ext cx="6096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比赛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预测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结果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澳大利亚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德国胜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4-0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塞尔维亚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0-1</a:t>
                      </a:r>
                      <a:r>
                        <a:rPr lang="zh-CN" altLang="en-US" dirty="0" smtClean="0"/>
                        <a:t>负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加纳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1-0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英格兰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4-1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阿根廷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德国胜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4-0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西班牙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0-1</a:t>
                      </a:r>
                      <a:r>
                        <a:rPr lang="zh-CN" altLang="en-US" dirty="0" smtClean="0"/>
                        <a:t>负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乌拉圭 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德国</a:t>
                      </a:r>
                      <a:r>
                        <a:rPr lang="en-US" altLang="zh-CN" dirty="0" smtClean="0"/>
                        <a:t>3-2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西班牙</a:t>
                      </a:r>
                      <a:r>
                        <a:rPr lang="en-US" altLang="zh-CN" dirty="0" smtClean="0"/>
                        <a:t>--</a:t>
                      </a:r>
                      <a:r>
                        <a:rPr lang="zh-CN" altLang="en-US" dirty="0" smtClean="0"/>
                        <a:t>荷兰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西班牙胜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西班牙</a:t>
                      </a:r>
                      <a:r>
                        <a:rPr lang="en-US" altLang="zh-CN" dirty="0" smtClean="0"/>
                        <a:t>1-0</a:t>
                      </a:r>
                      <a:r>
                        <a:rPr lang="zh-CN" altLang="en-US" dirty="0" smtClean="0"/>
                        <a:t>胜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3805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984</TotalTime>
  <Words>222</Words>
  <Application>Microsoft Office PowerPoint</Application>
  <PresentationFormat>全屏显示(4:3)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华丽</vt:lpstr>
      <vt:lpstr>神奇的章鱼保罗</vt:lpstr>
      <vt:lpstr>PowerPoint 演示文稿</vt:lpstr>
      <vt:lpstr>2010年世界杯：8次全中；预测成功率100%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lipp</cp:lastModifiedBy>
  <cp:revision>22</cp:revision>
  <cp:lastPrinted>1601-01-01T00:00:00Z</cp:lastPrinted>
  <dcterms:created xsi:type="dcterms:W3CDTF">2010-07-25T09:18:34Z</dcterms:created>
  <dcterms:modified xsi:type="dcterms:W3CDTF">2021-01-26T01:13:58Z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