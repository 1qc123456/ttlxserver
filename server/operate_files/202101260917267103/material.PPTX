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14A74DF-6FBB-4005-A602-A3062577CC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8BFD7-1571-493A-AD27-50BAB23533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764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E9F45-ED8F-455C-8D43-F63C354F6F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771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51ABC1-6676-44F1-841A-D0E617CFC4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7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CB3E5-8764-49B0-84FC-4CF9BBBB7F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29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17B1F-0166-45F9-9D89-4897025242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96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5A7A5-FD0B-457C-99A6-91DCC50865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94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12B16-F3F5-4A3C-A66B-7C4104D711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83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3D91F-108D-4143-9228-C910CC373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43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C48A5-C6C6-457C-8127-24B9369AF4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082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64AA93-C733-4869-8F44-09DDC29112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211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29D071A2-3A52-4E25-8C67-0EC7CF4DD4D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5" name="Picture 5" descr="神奇！章鱼帝再命中本届8猜全中世界杯MVP该是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0"/>
            <a:ext cx="4105275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6" name="Picture 6" descr="神算子章鱼帝本届7猜全中世界杯被它玩弄于股掌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500438"/>
            <a:ext cx="3851275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8" name="Picture 8" descr="图片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349500"/>
            <a:ext cx="3240088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北京时间</a:t>
            </a:r>
            <a:r>
              <a:rPr lang="en-US" altLang="zh-CN"/>
              <a:t>7</a:t>
            </a:r>
            <a:r>
              <a:rPr lang="zh-CN" altLang="en-US"/>
              <a:t>月</a:t>
            </a:r>
            <a:r>
              <a:rPr lang="en-US" altLang="zh-CN"/>
              <a:t>12</a:t>
            </a:r>
            <a:r>
              <a:rPr lang="zh-CN" altLang="en-US"/>
              <a:t>日凌晨，万众瞩目的南非世界杯决赛在西班牙队和荷兰队之间展开。最终，凭借伊涅斯塔在第</a:t>
            </a:r>
            <a:r>
              <a:rPr lang="en-US" altLang="zh-CN"/>
              <a:t>116</a:t>
            </a:r>
            <a:r>
              <a:rPr lang="zh-CN" altLang="en-US"/>
              <a:t>分钟的绝杀，西班牙队击败荷兰队首夺世界杯冠军。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来自德国奥博豪森水族馆的章鱼保罗，已经成功预测对了德国队战胜澳 大利亚、小负塞尔维亚、击败加纳、狂胜英格兰和阿根廷、小负西班牙、险胜乌拉圭的比赛胜负，</a:t>
            </a:r>
            <a:r>
              <a:rPr lang="en-US" altLang="zh-CN" sz="2800"/>
              <a:t>7</a:t>
            </a:r>
            <a:r>
              <a:rPr lang="zh-CN" altLang="en-US" sz="2800"/>
              <a:t>次预测全部正确。半决赛之后，德国人再次请出章鱼保罗，而保罗也破例第一次预测了非德国队参加的比赛。它认为西班牙将会在决赛中击败荷兰夺冠，结果，又一次被它猜中了。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 </a:t>
            </a:r>
            <a:r>
              <a:rPr lang="en-US" altLang="zh-CN" sz="2800" b="1"/>
              <a:t>2010</a:t>
            </a:r>
            <a:r>
              <a:rPr lang="zh-CN" altLang="en-US" sz="2800" b="1"/>
              <a:t>年世界杯：</a:t>
            </a:r>
            <a:r>
              <a:rPr lang="en-US" altLang="zh-CN" sz="2800" b="1"/>
              <a:t>8</a:t>
            </a:r>
            <a:r>
              <a:rPr lang="zh-CN" altLang="en-US" sz="2800" b="1"/>
              <a:t>次全中；预测成功率</a:t>
            </a:r>
            <a:r>
              <a:rPr lang="en-US" altLang="zh-CN" sz="2800" b="1"/>
              <a:t>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/>
              <a:t>           </a:t>
            </a:r>
            <a:r>
              <a:rPr lang="zh-CN" altLang="en-US" sz="2400"/>
              <a:t>比赛               预测              结果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澳大利亚      德国胜        德国</a:t>
            </a:r>
            <a:r>
              <a:rPr lang="en-US" altLang="zh-CN" sz="2400"/>
              <a:t>4-0</a:t>
            </a:r>
            <a:r>
              <a:rPr lang="zh-CN" altLang="en-US" sz="2400"/>
              <a:t>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塞尔维亚      德国负        德国</a:t>
            </a:r>
            <a:r>
              <a:rPr lang="en-US" altLang="zh-CN" sz="2400"/>
              <a:t>0-1</a:t>
            </a:r>
            <a:r>
              <a:rPr lang="zh-CN" altLang="en-US" sz="2400"/>
              <a:t>负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加纳             德国胜        德国</a:t>
            </a:r>
            <a:r>
              <a:rPr lang="en-US" altLang="zh-CN" sz="2400"/>
              <a:t>1-0</a:t>
            </a:r>
            <a:r>
              <a:rPr lang="zh-CN" altLang="en-US" sz="2400"/>
              <a:t>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英格兰          德国胜        德国</a:t>
            </a:r>
            <a:r>
              <a:rPr lang="en-US" altLang="zh-CN" sz="2400"/>
              <a:t>4-1</a:t>
            </a:r>
            <a:r>
              <a:rPr lang="zh-CN" altLang="en-US" sz="2400"/>
              <a:t>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阿根廷          德国胜        德国</a:t>
            </a:r>
            <a:r>
              <a:rPr lang="en-US" altLang="zh-CN" sz="2400"/>
              <a:t>4-0</a:t>
            </a:r>
            <a:r>
              <a:rPr lang="zh-CN" altLang="en-US" sz="2400"/>
              <a:t>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西班牙         德国负        德国</a:t>
            </a:r>
            <a:r>
              <a:rPr lang="en-US" altLang="zh-CN" sz="2400"/>
              <a:t>0-1</a:t>
            </a:r>
            <a:r>
              <a:rPr lang="zh-CN" altLang="en-US" sz="2400"/>
              <a:t>负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德国</a:t>
            </a:r>
            <a:r>
              <a:rPr lang="en-US" altLang="zh-CN" sz="2400"/>
              <a:t>--</a:t>
            </a:r>
            <a:r>
              <a:rPr lang="zh-CN" altLang="en-US" sz="2400"/>
              <a:t>乌拉圭         德国胜        德国</a:t>
            </a:r>
            <a:r>
              <a:rPr lang="en-US" altLang="zh-CN" sz="2400"/>
              <a:t>3-2</a:t>
            </a:r>
            <a:r>
              <a:rPr lang="zh-CN" altLang="en-US" sz="2400"/>
              <a:t>胜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西班牙</a:t>
            </a:r>
            <a:r>
              <a:rPr lang="en-US" altLang="zh-CN" sz="2400"/>
              <a:t>--</a:t>
            </a:r>
            <a:r>
              <a:rPr lang="zh-CN" altLang="en-US" sz="2400"/>
              <a:t>荷兰         西班牙胜      西班牙</a:t>
            </a:r>
            <a:r>
              <a:rPr lang="en-US" altLang="zh-CN" sz="2400"/>
              <a:t>1-0</a:t>
            </a:r>
            <a:r>
              <a:rPr lang="zh-CN" altLang="en-US" sz="2400"/>
              <a:t>胜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79</TotalTime>
  <Words>214</Words>
  <Application>Microsoft Office PowerPoint</Application>
  <PresentationFormat>全屏显示(4:3)</PresentationFormat>
  <Paragraphs>13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default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5</cp:revision>
  <cp:lastPrinted>1601-01-01T00:00:00Z</cp:lastPrinted>
  <dcterms:created xsi:type="dcterms:W3CDTF">2010-07-25T09:18:34Z</dcterms:created>
  <dcterms:modified xsi:type="dcterms:W3CDTF">2013-09-02T05:21:59Z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