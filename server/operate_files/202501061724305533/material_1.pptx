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diagrams/colors1.xml" ContentType="application/vnd.openxmlformats-officedocument.drawingml.diagramColors+xml"/>
  <Override PartName="/ppt/diagrams/colors2.xml" ContentType="application/vnd.openxmlformats-officedocument.drawingml.diagramColors+xml"/>
  <Override PartName="/ppt/diagrams/data1.xml" ContentType="application/vnd.openxmlformats-officedocument.drawingml.diagramData+xml"/>
  <Override PartName="/ppt/diagrams/data2.xml" ContentType="application/vnd.openxmlformats-officedocument.drawingml.diagramData+xml"/>
  <Override PartName="/ppt/diagrams/drawing1.xml" ContentType="application/vnd.ms-office.drawingml.diagramDrawing+xml"/>
  <Override PartName="/ppt/diagrams/drawing2.xml" ContentType="application/vnd.ms-office.drawingml.diagramDrawing+xml"/>
  <Override PartName="/ppt/diagrams/layout1.xml" ContentType="application/vnd.openxmlformats-officedocument.drawingml.diagramLayout+xml"/>
  <Override PartName="/ppt/diagrams/layout2.xml" ContentType="application/vnd.openxmlformats-officedocument.drawingml.diagramLayout+xml"/>
  <Override PartName="/ppt/diagrams/quickStyle1.xml" ContentType="application/vnd.openxmlformats-officedocument.drawingml.diagramStyle+xml"/>
  <Override PartName="/ppt/diagrams/quickStyle2.xml" ContentType="application/vnd.openxmlformats-officedocument.drawingml.diagramStyl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removePersonalInfoOnSave="1">
  <p:sldMasterIdLst>
    <p:sldMasterId id="2147483648" r:id="rId1"/>
  </p:sldMasterIdLst>
  <p:notesMasterIdLst>
    <p:notesMasterId r:id="rId17"/>
  </p:notesMasterIdLst>
  <p:sldIdLst>
    <p:sldId id="256" r:id="rId3"/>
    <p:sldId id="269" r:id="rId4"/>
    <p:sldId id="270" r:id="rId5"/>
    <p:sldId id="257" r:id="rId6"/>
    <p:sldId id="259" r:id="rId7"/>
    <p:sldId id="261" r:id="rId8"/>
    <p:sldId id="260" r:id="rId9"/>
    <p:sldId id="263" r:id="rId10"/>
    <p:sldId id="262" r:id="rId11"/>
    <p:sldId id="264" r:id="rId12"/>
    <p:sldId id="265" r:id="rId13"/>
    <p:sldId id="266" r:id="rId14"/>
    <p:sldId id="267" r:id="rId15"/>
    <p:sldId id="268" r:id="rId16"/>
  </p:sldIdLst>
  <p:sldSz cx="9144000" cy="6858000" type="screen4x3"/>
  <p:notesSz cx="6858000" cy="9144000"/>
  <p:custDataLst>
    <p:tags r:id="rId21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66" autoAdjust="0"/>
    <p:restoredTop sz="94660"/>
  </p:normalViewPr>
  <p:slideViewPr>
    <p:cSldViewPr showGuides="1">
      <p:cViewPr varScale="1">
        <p:scale>
          <a:sx n="93" d="100"/>
          <a:sy n="93" d="100"/>
        </p:scale>
        <p:origin x="-102" y="-36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1" Type="http://schemas.openxmlformats.org/officeDocument/2006/relationships/tags" Target="tags/tag71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notesMaster" Target="notesMasters/notesMaster1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52C524E-E378-4452-BF0A-A0A3866BC767}" type="doc">
      <dgm:prSet loTypeId="urn:microsoft.com/office/officeart/2005/8/layout/gear1" loCatId="relationship" qsTypeId="urn:microsoft.com/office/officeart/2005/8/quickstyle/simple1" qsCatId="simple" csTypeId="urn:microsoft.com/office/officeart/2005/8/colors/accent1_2" csCatId="accent1" phldr="0"/>
      <dgm:spPr/>
    </dgm:pt>
    <dgm:pt modelId="{7E8B1F82-EF80-457C-BED7-75A20D544121}">
      <dgm:prSet phldrT="[文本]"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zh-CN">
              <a:sym typeface="+mn-ea"/>
            </a:rPr>
            <a:t>诺贝尔奖证书，每张都是一幅画</a:t>
          </a:r>
          <a:r>
            <a:rPr lang="zh-CN" altLang="zh-CN" smtClean="0">
              <a:sym typeface="+mn-ea"/>
            </a:rPr>
            <a:t>！</a:t>
          </a:r>
          <a:r>
            <a:rPr lang="zh-CN" altLang="en-US"/>
            <a:t/>
          </a:r>
          <a:endParaRPr lang="zh-CN" altLang="en-US"/>
        </a:p>
      </dgm:t>
    </dgm:pt>
    <dgm:pt modelId="{7A599613-81AA-4227-B23E-7E1424FCAFFD}" cxnId="{4E3DA515-09A3-4D1A-B559-641426C7D772}" type="parTrans">
      <dgm:prSet/>
      <dgm:spPr/>
    </dgm:pt>
    <dgm:pt modelId="{388FB089-8815-4CC5-BEC2-8351C6C4D26E}" cxnId="{4E3DA515-09A3-4D1A-B559-641426C7D772}" type="sibTrans">
      <dgm:prSet/>
      <dgm:spPr/>
    </dgm:pt>
    <dgm:pt modelId="{169B2B45-EE9E-4D5E-8F79-2395CEEDDEB9}">
      <dgm:prSet phldrT="[文本]"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>
              <a:sym typeface="+mn-ea"/>
            </a:rPr>
            <a:t>诺贝尔奖历史上的</a:t>
          </a:r>
          <a:r>
            <a:rPr lang="zh-CN" altLang="en-US" smtClean="0">
              <a:sym typeface="+mn-ea"/>
            </a:rPr>
            <a:t>趣闻</a:t>
          </a:r>
          <a:r>
            <a:rPr lang="zh-CN" altLang="en-US"/>
            <a:t/>
          </a:r>
          <a:endParaRPr lang="zh-CN" altLang="en-US"/>
        </a:p>
      </dgm:t>
    </dgm:pt>
    <dgm:pt modelId="{44DC231B-242F-49CA-BDE1-754DFB780424}" cxnId="{98C7015D-A663-4E6A-90EA-C93D70D33482}" type="parTrans">
      <dgm:prSet/>
      <dgm:spPr/>
    </dgm:pt>
    <dgm:pt modelId="{9E53AD26-49D7-417F-B52F-7FBB3C332B0F}" cxnId="{98C7015D-A663-4E6A-90EA-C93D70D33482}" type="sibTrans">
      <dgm:prSet/>
      <dgm:spPr/>
    </dgm:pt>
    <dgm:pt modelId="{A5CBED62-2D3A-4840-A346-4A151325BF8F}">
      <dgm:prSet phldrT="[文本]"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mtClean="0">
              <a:sym typeface="+mn-ea"/>
            </a:rPr>
            <a:t>关于诺贝尔奖</a:t>
          </a:r>
          <a:r>
            <a:rPr lang="zh-CN" altLang="en-US"/>
            <a:t/>
          </a:r>
          <a:endParaRPr lang="zh-CN" altLang="en-US"/>
        </a:p>
      </dgm:t>
    </dgm:pt>
    <dgm:pt modelId="{52B71577-2B98-4615-891F-0252EEC0143E}" cxnId="{108F3947-BB3C-40C0-B234-23983D29F18B}" type="parTrans">
      <dgm:prSet/>
      <dgm:spPr/>
    </dgm:pt>
    <dgm:pt modelId="{D3332EEB-0DA7-4D05-A841-61257CD17616}" cxnId="{108F3947-BB3C-40C0-B234-23983D29F18B}" type="sibTrans">
      <dgm:prSet/>
      <dgm:spPr/>
    </dgm:pt>
    <dgm:pt modelId="{0AC678EE-BF41-43CC-9251-D1217E80E25E}" type="pres">
      <dgm:prSet presAssocID="{152C524E-E378-4452-BF0A-A0A3866BC767}" presName="composite" presStyleCnt="0">
        <dgm:presLayoutVars>
          <dgm:chMax val="3"/>
          <dgm:animLvl val="lvl"/>
          <dgm:resizeHandles val="exact"/>
        </dgm:presLayoutVars>
      </dgm:prSet>
      <dgm:spPr/>
    </dgm:pt>
    <dgm:pt modelId="{AADEDC73-ACB3-45A3-973A-ABF8505B3A7B}" type="pres">
      <dgm:prSet presAssocID="{7E8B1F82-EF80-457C-BED7-75A20D544121}" presName="gear1" presStyleLbl="node1" presStyleIdx="0" presStyleCnt="3">
        <dgm:presLayoutVars>
          <dgm:chMax val="1"/>
          <dgm:bulletEnabled val="1"/>
        </dgm:presLayoutVars>
      </dgm:prSet>
      <dgm:spPr/>
    </dgm:pt>
    <dgm:pt modelId="{FD5126D6-DA6F-4292-A1CD-B9B71E940B47}" type="pres">
      <dgm:prSet presAssocID="{7E8B1F82-EF80-457C-BED7-75A20D544121}" presName="gear1srcNode" presStyleCnt="0"/>
      <dgm:spPr/>
    </dgm:pt>
    <dgm:pt modelId="{38377115-3CED-4DD3-BBC1-2D3BAEE3F400}" type="pres">
      <dgm:prSet presAssocID="{7E8B1F82-EF80-457C-BED7-75A20D544121}" presName="gear1dstNode" presStyleCnt="0"/>
      <dgm:spPr/>
    </dgm:pt>
    <dgm:pt modelId="{F496F5E5-47DD-4BF1-BD06-1907B05D2EC1}" type="pres">
      <dgm:prSet presAssocID="{169B2B45-EE9E-4D5E-8F79-2395CEEDDEB9}" presName="gear2" presStyleLbl="node1" presStyleIdx="1" presStyleCnt="3">
        <dgm:presLayoutVars>
          <dgm:chMax val="1"/>
          <dgm:bulletEnabled val="1"/>
        </dgm:presLayoutVars>
      </dgm:prSet>
      <dgm:spPr/>
    </dgm:pt>
    <dgm:pt modelId="{4B2CC2E8-6009-4937-9137-ADD5DC8273ED}" type="pres">
      <dgm:prSet presAssocID="{169B2B45-EE9E-4D5E-8F79-2395CEEDDEB9}" presName="gear2srcNode" presStyleCnt="0"/>
      <dgm:spPr/>
    </dgm:pt>
    <dgm:pt modelId="{CC1B951D-68BA-4CD8-9775-AEFAFF502CFD}" type="pres">
      <dgm:prSet presAssocID="{169B2B45-EE9E-4D5E-8F79-2395CEEDDEB9}" presName="gear2dstNode" presStyleCnt="0"/>
      <dgm:spPr/>
    </dgm:pt>
    <dgm:pt modelId="{76CE85FB-F342-4BD1-9F0F-FFCA043EA794}" type="pres">
      <dgm:prSet presAssocID="{A5CBED62-2D3A-4840-A346-4A151325BF8F}" presName="gear3" presStyleLbl="node1" presStyleIdx="2" presStyleCnt="3"/>
      <dgm:spPr/>
    </dgm:pt>
    <dgm:pt modelId="{E95A3E6F-3909-46F0-88ED-FD2ABE60E921}" type="pres">
      <dgm:prSet presAssocID="{A5CBED62-2D3A-4840-A346-4A151325BF8F}" presName="gear3tx" presStyleCnt="0">
        <dgm:presLayoutVars>
          <dgm:chMax val="1"/>
          <dgm:bulletEnabled val="1"/>
        </dgm:presLayoutVars>
      </dgm:prSet>
      <dgm:spPr/>
    </dgm:pt>
    <dgm:pt modelId="{7B4C9C98-24B9-4C2D-AE2C-7DA6F48E3628}" type="pres">
      <dgm:prSet presAssocID="{A5CBED62-2D3A-4840-A346-4A151325BF8F}" presName="gear3srcNode" presStyleCnt="0"/>
      <dgm:spPr/>
    </dgm:pt>
    <dgm:pt modelId="{47C1C2C8-E8F0-4BEF-B213-33A25D32490E}" type="pres">
      <dgm:prSet presAssocID="{A5CBED62-2D3A-4840-A346-4A151325BF8F}" presName="gear3dstNode" presStyleCnt="0"/>
      <dgm:spPr/>
    </dgm:pt>
    <dgm:pt modelId="{4FAAE36F-7EB2-4031-8CB6-7228D4CF8085}" type="pres">
      <dgm:prSet presAssocID="{388FB089-8815-4CC5-BEC2-8351C6C4D26E}" presName="connector1" presStyleLbl="sibTrans2D1" presStyleIdx="0" presStyleCnt="3"/>
      <dgm:spPr/>
    </dgm:pt>
    <dgm:pt modelId="{E7D6F9AF-4641-422B-BA8E-29C15AC420EB}" type="pres">
      <dgm:prSet presAssocID="{9E53AD26-49D7-417F-B52F-7FBB3C332B0F}" presName="connector2" presStyleLbl="sibTrans2D1" presStyleIdx="1" presStyleCnt="3"/>
      <dgm:spPr/>
    </dgm:pt>
    <dgm:pt modelId="{FC1BADD2-F83B-463D-AD5E-D94B5D6E0055}" type="pres">
      <dgm:prSet presAssocID="{D3332EEB-0DA7-4D05-A841-61257CD17616}" presName="connector3" presStyleLbl="sibTrans2D1" presStyleIdx="2" presStyleCnt="3"/>
      <dgm:spPr/>
    </dgm:pt>
  </dgm:ptLst>
  <dgm:cxnLst>
    <dgm:cxn modelId="{4E3DA515-09A3-4D1A-B559-641426C7D772}" srcId="{152C524E-E378-4452-BF0A-A0A3866BC767}" destId="{7E8B1F82-EF80-457C-BED7-75A20D544121}" srcOrd="0" destOrd="0" parTransId="{7A599613-81AA-4227-B23E-7E1424FCAFFD}" sibTransId="{388FB089-8815-4CC5-BEC2-8351C6C4D26E}"/>
    <dgm:cxn modelId="{98C7015D-A663-4E6A-90EA-C93D70D33482}" srcId="{152C524E-E378-4452-BF0A-A0A3866BC767}" destId="{169B2B45-EE9E-4D5E-8F79-2395CEEDDEB9}" srcOrd="1" destOrd="0" parTransId="{44DC231B-242F-49CA-BDE1-754DFB780424}" sibTransId="{9E53AD26-49D7-417F-B52F-7FBB3C332B0F}"/>
    <dgm:cxn modelId="{108F3947-BB3C-40C0-B234-23983D29F18B}" srcId="{152C524E-E378-4452-BF0A-A0A3866BC767}" destId="{A5CBED62-2D3A-4840-A346-4A151325BF8F}" srcOrd="2" destOrd="0" parTransId="{52B71577-2B98-4615-891F-0252EEC0143E}" sibTransId="{D3332EEB-0DA7-4D05-A841-61257CD17616}"/>
    <dgm:cxn modelId="{67F52996-04DD-43E1-912D-04FF1FD260F7}" type="presOf" srcId="{152C524E-E378-4452-BF0A-A0A3866BC767}" destId="{0AC678EE-BF41-43CC-9251-D1217E80E25E}" srcOrd="0" destOrd="0" presId="urn:microsoft.com/office/officeart/2005/8/layout/gear1"/>
    <dgm:cxn modelId="{1E25B503-E37E-483C-9442-0A122BC51A10}" type="presParOf" srcId="{0AC678EE-BF41-43CC-9251-D1217E80E25E}" destId="{AADEDC73-ACB3-45A3-973A-ABF8505B3A7B}" srcOrd="0" destOrd="0" presId="urn:microsoft.com/office/officeart/2005/8/layout/gear1"/>
    <dgm:cxn modelId="{55E975C6-BA97-4C5E-9B00-F8AA73857718}" type="presOf" srcId="{7E8B1F82-EF80-457C-BED7-75A20D544121}" destId="{AADEDC73-ACB3-45A3-973A-ABF8505B3A7B}" srcOrd="0" destOrd="0" presId="urn:microsoft.com/office/officeart/2005/8/layout/gear1"/>
    <dgm:cxn modelId="{FD387FBD-7BA0-4B4A-BC72-46A217730CCE}" type="presParOf" srcId="{0AC678EE-BF41-43CC-9251-D1217E80E25E}" destId="{FD5126D6-DA6F-4292-A1CD-B9B71E940B47}" srcOrd="1" destOrd="0" presId="urn:microsoft.com/office/officeart/2005/8/layout/gear1"/>
    <dgm:cxn modelId="{992EC5C5-FA17-4D6C-86F1-6322D9194DD6}" type="presOf" srcId="{7E8B1F82-EF80-457C-BED7-75A20D544121}" destId="{FD5126D6-DA6F-4292-A1CD-B9B71E940B47}" srcOrd="0" destOrd="0" presId="urn:microsoft.com/office/officeart/2005/8/layout/gear1"/>
    <dgm:cxn modelId="{1EE99427-0565-4A6B-8A20-10D72480CB6D}" type="presParOf" srcId="{0AC678EE-BF41-43CC-9251-D1217E80E25E}" destId="{38377115-3CED-4DD3-BBC1-2D3BAEE3F400}" srcOrd="2" destOrd="0" presId="urn:microsoft.com/office/officeart/2005/8/layout/gear1"/>
    <dgm:cxn modelId="{92ED8209-3308-4B82-9D23-393EC3354FB1}" type="presOf" srcId="{7E8B1F82-EF80-457C-BED7-75A20D544121}" destId="{38377115-3CED-4DD3-BBC1-2D3BAEE3F400}" srcOrd="0" destOrd="0" presId="urn:microsoft.com/office/officeart/2005/8/layout/gear1"/>
    <dgm:cxn modelId="{4E08C1C3-DBB8-4F2B-98ED-BC9F820F1A0A}" type="presParOf" srcId="{0AC678EE-BF41-43CC-9251-D1217E80E25E}" destId="{F496F5E5-47DD-4BF1-BD06-1907B05D2EC1}" srcOrd="3" destOrd="0" presId="urn:microsoft.com/office/officeart/2005/8/layout/gear1"/>
    <dgm:cxn modelId="{3419EC3D-E7F6-416F-98AF-1454538B5126}" type="presOf" srcId="{169B2B45-EE9E-4D5E-8F79-2395CEEDDEB9}" destId="{F496F5E5-47DD-4BF1-BD06-1907B05D2EC1}" srcOrd="0" destOrd="0" presId="urn:microsoft.com/office/officeart/2005/8/layout/gear1"/>
    <dgm:cxn modelId="{33CB7E9E-509D-47B0-AAE0-16CE5C8C451D}" type="presParOf" srcId="{0AC678EE-BF41-43CC-9251-D1217E80E25E}" destId="{4B2CC2E8-6009-4937-9137-ADD5DC8273ED}" srcOrd="4" destOrd="0" presId="urn:microsoft.com/office/officeart/2005/8/layout/gear1"/>
    <dgm:cxn modelId="{2307A4A0-7FD0-482C-9A86-181A685A8D9E}" type="presOf" srcId="{169B2B45-EE9E-4D5E-8F79-2395CEEDDEB9}" destId="{4B2CC2E8-6009-4937-9137-ADD5DC8273ED}" srcOrd="0" destOrd="0" presId="urn:microsoft.com/office/officeart/2005/8/layout/gear1"/>
    <dgm:cxn modelId="{47125C36-AE13-4E30-B1C0-1A75C682845A}" type="presParOf" srcId="{0AC678EE-BF41-43CC-9251-D1217E80E25E}" destId="{CC1B951D-68BA-4CD8-9775-AEFAFF502CFD}" srcOrd="5" destOrd="0" presId="urn:microsoft.com/office/officeart/2005/8/layout/gear1"/>
    <dgm:cxn modelId="{F40958F9-69E5-42E6-89EB-65AC3BA79CBE}" type="presOf" srcId="{169B2B45-EE9E-4D5E-8F79-2395CEEDDEB9}" destId="{CC1B951D-68BA-4CD8-9775-AEFAFF502CFD}" srcOrd="0" destOrd="0" presId="urn:microsoft.com/office/officeart/2005/8/layout/gear1"/>
    <dgm:cxn modelId="{F79D8803-0AA2-44B0-944B-663942006504}" type="presParOf" srcId="{0AC678EE-BF41-43CC-9251-D1217E80E25E}" destId="{76CE85FB-F342-4BD1-9F0F-FFCA043EA794}" srcOrd="6" destOrd="0" presId="urn:microsoft.com/office/officeart/2005/8/layout/gear1"/>
    <dgm:cxn modelId="{931D14CE-3327-436F-93DA-476E094125E2}" type="presOf" srcId="{A5CBED62-2D3A-4840-A346-4A151325BF8F}" destId="{76CE85FB-F342-4BD1-9F0F-FFCA043EA794}" srcOrd="0" destOrd="0" presId="urn:microsoft.com/office/officeart/2005/8/layout/gear1"/>
    <dgm:cxn modelId="{60D1098C-602E-4B4D-B4B6-5A4445A3429B}" type="presParOf" srcId="{0AC678EE-BF41-43CC-9251-D1217E80E25E}" destId="{E95A3E6F-3909-46F0-88ED-FD2ABE60E921}" srcOrd="7" destOrd="0" presId="urn:microsoft.com/office/officeart/2005/8/layout/gear1"/>
    <dgm:cxn modelId="{A7985760-12A7-48E4-B06D-FDF6DA35EA08}" type="presOf" srcId="{A5CBED62-2D3A-4840-A346-4A151325BF8F}" destId="{E95A3E6F-3909-46F0-88ED-FD2ABE60E921}" srcOrd="1" destOrd="0" presId="urn:microsoft.com/office/officeart/2005/8/layout/gear1"/>
    <dgm:cxn modelId="{9B375E03-DF5D-4A03-89A5-59704C42EB37}" type="presParOf" srcId="{0AC678EE-BF41-43CC-9251-D1217E80E25E}" destId="{7B4C9C98-24B9-4C2D-AE2C-7DA6F48E3628}" srcOrd="8" destOrd="0" presId="urn:microsoft.com/office/officeart/2005/8/layout/gear1"/>
    <dgm:cxn modelId="{20348A79-CA33-45FD-84C8-40B406CA4853}" type="presOf" srcId="{A5CBED62-2D3A-4840-A346-4A151325BF8F}" destId="{7B4C9C98-24B9-4C2D-AE2C-7DA6F48E3628}" srcOrd="0" destOrd="0" presId="urn:microsoft.com/office/officeart/2005/8/layout/gear1"/>
    <dgm:cxn modelId="{74666075-5C88-4BFC-B5F5-1D6415BD8DDB}" type="presParOf" srcId="{0AC678EE-BF41-43CC-9251-D1217E80E25E}" destId="{47C1C2C8-E8F0-4BEF-B213-33A25D32490E}" srcOrd="9" destOrd="0" presId="urn:microsoft.com/office/officeart/2005/8/layout/gear1"/>
    <dgm:cxn modelId="{8B7BC8C5-F447-4B07-B610-CD5A2760A796}" type="presOf" srcId="{A5CBED62-2D3A-4840-A346-4A151325BF8F}" destId="{47C1C2C8-E8F0-4BEF-B213-33A25D32490E}" srcOrd="0" destOrd="0" presId="urn:microsoft.com/office/officeart/2005/8/layout/gear1"/>
    <dgm:cxn modelId="{44AC7140-B6CE-451A-AEE5-C88737032BFB}" type="presParOf" srcId="{0AC678EE-BF41-43CC-9251-D1217E80E25E}" destId="{4FAAE36F-7EB2-4031-8CB6-7228D4CF8085}" srcOrd="10" destOrd="0" presId="urn:microsoft.com/office/officeart/2005/8/layout/gear1"/>
    <dgm:cxn modelId="{489C072E-DCC2-4EC0-B9B6-7294C4D78B73}" type="presOf" srcId="{388FB089-8815-4CC5-BEC2-8351C6C4D26E}" destId="{4FAAE36F-7EB2-4031-8CB6-7228D4CF8085}" srcOrd="0" destOrd="0" presId="urn:microsoft.com/office/officeart/2005/8/layout/gear1"/>
    <dgm:cxn modelId="{34FA0AAE-9E06-4AAB-959A-CDBB3271D7D3}" type="presParOf" srcId="{0AC678EE-BF41-43CC-9251-D1217E80E25E}" destId="{E7D6F9AF-4641-422B-BA8E-29C15AC420EB}" srcOrd="11" destOrd="0" presId="urn:microsoft.com/office/officeart/2005/8/layout/gear1"/>
    <dgm:cxn modelId="{8024B344-ECA6-4237-B8D4-8704E88069F9}" type="presOf" srcId="{9E53AD26-49D7-417F-B52F-7FBB3C332B0F}" destId="{E7D6F9AF-4641-422B-BA8E-29C15AC420EB}" srcOrd="0" destOrd="0" presId="urn:microsoft.com/office/officeart/2005/8/layout/gear1"/>
    <dgm:cxn modelId="{DA9216DE-29BF-457B-B955-7A8C2BBCC324}" type="presParOf" srcId="{0AC678EE-BF41-43CC-9251-D1217E80E25E}" destId="{FC1BADD2-F83B-463D-AD5E-D94B5D6E0055}" srcOrd="12" destOrd="0" presId="urn:microsoft.com/office/officeart/2005/8/layout/gear1"/>
    <dgm:cxn modelId="{FB636A4E-28C0-4422-8462-E608753A149A}" type="presOf" srcId="{D3332EEB-0DA7-4D05-A841-61257CD17616}" destId="{FC1BADD2-F83B-463D-AD5E-D94B5D6E0055}" srcOrd="0" destOrd="0" presId="urn:microsoft.com/office/officeart/2005/8/layout/gear1"/>
  </dgm:cxnLst>
  <dgm:bg/>
  <dgm:whole/>
  <dgm:extLst>
    <a:ext uri="http://schemas.microsoft.com/office/drawing/2008/diagram">
      <dsp:dataModelExt xmlns:dsp="http://schemas.microsoft.com/office/drawing/2008/diagram" relId="rId5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3B61304-4A0F-4E11-8080-599F9186F6A5}" type="doc">
      <dgm:prSet loTypeId="process" loCatId="process" qsTypeId="urn:microsoft.com/office/officeart/2005/8/quickstyle/simple1" qsCatId="simple" csTypeId="urn:microsoft.com/office/officeart/2005/8/colors/accent1_2" csCatId="accent1" phldr="0"/>
      <dgm:spPr/>
      <dgm:t>
        <a:bodyPr/>
        <a:p>
          <a:endParaRPr lang="zh-CN" altLang="en-US"/>
        </a:p>
      </dgm:t>
    </dgm:pt>
    <dgm:pt modelId="{06475F0D-9D1A-4BF5-AEE3-CD3F880BC44A}">
      <dgm:prSet phldrT="[文本]"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dirty="0">
              <a:sym typeface="+mn-ea"/>
            </a:rPr>
            <a:t>每年</a:t>
          </a:r>
          <a:r>
            <a:rPr lang="en-US" dirty="0">
              <a:sym typeface="+mn-ea"/>
            </a:rPr>
            <a:t>9</a:t>
          </a:r>
          <a:r>
            <a:rPr lang="zh-CN" dirty="0">
              <a:sym typeface="+mn-ea"/>
            </a:rPr>
            <a:t>月至次年</a:t>
          </a:r>
          <a:r>
            <a:rPr lang="en-US" dirty="0">
              <a:sym typeface="+mn-ea"/>
            </a:rPr>
            <a:t>1</a:t>
          </a:r>
          <a:r>
            <a:rPr lang="zh-CN" dirty="0">
              <a:sym typeface="+mn-ea"/>
            </a:rPr>
            <a:t>月</a:t>
          </a:r>
          <a:r>
            <a:rPr lang="en-US" dirty="0">
              <a:sym typeface="+mn-ea"/>
            </a:rPr>
            <a:t>31</a:t>
          </a:r>
          <a:r>
            <a:rPr lang="zh-CN" dirty="0">
              <a:sym typeface="+mn-ea"/>
            </a:rPr>
            <a:t>日</a:t>
          </a:r>
          <a:r>
            <a:rPr lang="zh-CN" altLang="en-US"/>
            <a:t/>
          </a:r>
          <a:endParaRPr lang="zh-CN" altLang="en-US"/>
        </a:p>
      </dgm:t>
    </dgm:pt>
    <dgm:pt modelId="{E99562FF-418F-46D1-8F86-E0992ED7BA8E}" cxnId="{70681386-F2D3-4726-AEA3-577B20127789}" type="parTrans">
      <dgm:prSet/>
      <dgm:spPr/>
      <dgm:t>
        <a:bodyPr/>
        <a:p>
          <a:endParaRPr lang="zh-CN" altLang="en-US"/>
        </a:p>
      </dgm:t>
    </dgm:pt>
    <dgm:pt modelId="{4BD710C9-2F9D-441E-B548-A9989C0147D7}" cxnId="{70681386-F2D3-4726-AEA3-577B20127789}" type="sibTrans">
      <dgm:prSet/>
      <dgm:spPr/>
      <dgm:t>
        <a:bodyPr/>
        <a:p>
          <a:endParaRPr lang="zh-CN" altLang="en-US"/>
        </a:p>
      </dgm:t>
    </dgm:pt>
    <dgm:pt modelId="{FE2A3430-07B7-4AF8-8050-E9E6630C707F}">
      <dgm:prSet phldrT="[文本]"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15000"/>
            </a:spcAft>
          </a:pPr>
          <a:r>
            <a:rPr lang="zh-CN" dirty="0">
              <a:sym typeface="+mn-ea"/>
            </a:rPr>
            <a:t>接受各项诺贝尔奖推荐的候选人</a:t>
          </a:r>
          <a:r>
            <a:rPr lang="zh-CN" altLang="en-US"/>
            <a:t/>
          </a:r>
          <a:endParaRPr lang="zh-CN" altLang="en-US"/>
        </a:p>
      </dgm:t>
    </dgm:pt>
    <dgm:pt modelId="{FB51E315-BC56-4135-BA1D-66E640931F3A}" cxnId="{ABD13D26-58A3-4226-871A-43F890229A20}" type="parTrans">
      <dgm:prSet/>
      <dgm:spPr/>
      <dgm:t>
        <a:bodyPr/>
        <a:p>
          <a:endParaRPr lang="zh-CN" altLang="en-US"/>
        </a:p>
      </dgm:t>
    </dgm:pt>
    <dgm:pt modelId="{9ADD2677-777A-4E9D-AE48-B83F0BAD6874}" cxnId="{ABD13D26-58A3-4226-871A-43F890229A20}" type="sibTrans">
      <dgm:prSet/>
      <dgm:spPr/>
      <dgm:t>
        <a:bodyPr/>
        <a:p>
          <a:endParaRPr lang="zh-CN" altLang="en-US"/>
        </a:p>
      </dgm:t>
    </dgm:pt>
    <dgm:pt modelId="{93871B79-7FCF-4032-84D2-B25D3C184187}">
      <dgm:prSet phldrT="[文本]" phldr="1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15000"/>
            </a:spcAft>
          </a:pPr>
          <a:r>
            <a:rPr lang="zh-CN" altLang="en-US"/>
            <a:t/>
          </a:r>
          <a:endParaRPr lang="zh-CN" altLang="en-US"/>
        </a:p>
      </dgm:t>
    </dgm:pt>
    <dgm:pt modelId="{0F62F1C7-D78E-488B-822E-2264003F0043}" cxnId="{1E5BC080-3F01-4A1D-9626-6826140E6A79}" type="parTrans">
      <dgm:prSet/>
      <dgm:spPr/>
    </dgm:pt>
    <dgm:pt modelId="{AD12BEFA-08B5-4AB7-95FB-E3328A96D04B}" cxnId="{1E5BC080-3F01-4A1D-9626-6826140E6A79}" type="sibTrans">
      <dgm:prSet/>
      <dgm:spPr/>
    </dgm:pt>
    <dgm:pt modelId="{C17EA81B-EE8F-4BEA-9D93-831900C89C00}">
      <dgm:prSet phldrT="[文本]"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dirty="0">
              <a:sym typeface="+mn-ea"/>
            </a:rPr>
            <a:t>2</a:t>
          </a:r>
          <a:r>
            <a:rPr lang="zh-CN" dirty="0">
              <a:sym typeface="+mn-ea"/>
            </a:rPr>
            <a:t>月</a:t>
          </a:r>
          <a:r>
            <a:rPr lang="en-US" dirty="0">
              <a:sym typeface="+mn-ea"/>
            </a:rPr>
            <a:t>1</a:t>
          </a:r>
          <a:r>
            <a:rPr lang="zh-CN" dirty="0">
              <a:sym typeface="+mn-ea"/>
            </a:rPr>
            <a:t>日起</a:t>
          </a:r>
          <a:r>
            <a:rPr lang="zh-CN" altLang="en-US"/>
            <a:t/>
          </a:r>
          <a:endParaRPr lang="zh-CN" altLang="en-US"/>
        </a:p>
      </dgm:t>
    </dgm:pt>
    <dgm:pt modelId="{D73C192A-A373-4ACC-BFC9-76609E41CF4E}" cxnId="{BB387EDC-A094-4482-B62A-35ADA45A4C02}" type="parTrans">
      <dgm:prSet/>
      <dgm:spPr/>
      <dgm:t>
        <a:bodyPr/>
        <a:p>
          <a:endParaRPr lang="zh-CN" altLang="en-US"/>
        </a:p>
      </dgm:t>
    </dgm:pt>
    <dgm:pt modelId="{40C2F390-CB3F-4BF4-827D-B8018A5F3BB7}" cxnId="{BB387EDC-A094-4482-B62A-35ADA45A4C02}" type="sibTrans">
      <dgm:prSet/>
      <dgm:spPr/>
      <dgm:t>
        <a:bodyPr/>
        <a:p>
          <a:endParaRPr lang="zh-CN" altLang="en-US"/>
        </a:p>
      </dgm:t>
    </dgm:pt>
    <dgm:pt modelId="{2E055442-BDF6-42BD-8A8A-460CDF6F5C5E}">
      <dgm:prSet phldrT="[文本]"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15000"/>
            </a:spcAft>
          </a:pPr>
          <a:r>
            <a:rPr lang="zh-CN" dirty="0">
              <a:sym typeface="+mn-ea"/>
            </a:rPr>
            <a:t>各项诺贝尔奖评委会对推荐的候选人进行筛选、审定，工作情况严加保密</a:t>
          </a:r>
          <a:r>
            <a:rPr lang="zh-CN" altLang="en-US"/>
            <a:t/>
          </a:r>
          <a:endParaRPr lang="zh-CN" altLang="en-US"/>
        </a:p>
      </dgm:t>
    </dgm:pt>
    <dgm:pt modelId="{291EBA52-15FB-4985-9632-D5F9BE62ACD1}" cxnId="{8249D52F-E727-4C6E-9C1F-387719F1B46C}" type="parTrans">
      <dgm:prSet/>
      <dgm:spPr/>
      <dgm:t>
        <a:bodyPr/>
        <a:p>
          <a:endParaRPr lang="zh-CN" altLang="en-US"/>
        </a:p>
      </dgm:t>
    </dgm:pt>
    <dgm:pt modelId="{87346316-64F3-4945-9984-33BC77341C9F}" cxnId="{8249D52F-E727-4C6E-9C1F-387719F1B46C}" type="sibTrans">
      <dgm:prSet/>
      <dgm:spPr/>
      <dgm:t>
        <a:bodyPr/>
        <a:p>
          <a:endParaRPr lang="zh-CN" altLang="en-US"/>
        </a:p>
      </dgm:t>
    </dgm:pt>
    <dgm:pt modelId="{BD3EA27A-AD10-4BFA-8249-94736BD4776C}">
      <dgm:prSet phldrT="[文本]" phldr="1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15000"/>
            </a:spcAft>
          </a:pPr>
          <a:r>
            <a:rPr lang="zh-CN" altLang="en-US"/>
            <a:t/>
          </a:r>
          <a:endParaRPr lang="zh-CN" altLang="en-US"/>
        </a:p>
      </dgm:t>
    </dgm:pt>
    <dgm:pt modelId="{8DC39C4B-4419-417E-8B31-9F1815C3E0C4}" cxnId="{8FF7C05C-E3FF-41B4-A874-A932906D5500}" type="parTrans">
      <dgm:prSet/>
      <dgm:spPr/>
    </dgm:pt>
    <dgm:pt modelId="{05BA15BA-3E88-46DB-9FF9-E2AEF61AC243}" cxnId="{8FF7C05C-E3FF-41B4-A874-A932906D5500}" type="sibTrans">
      <dgm:prSet/>
      <dgm:spPr/>
    </dgm:pt>
    <dgm:pt modelId="{89CF50F2-3EE8-4308-BA46-57745656A4AA}">
      <dgm:prSet phldrT="[文本]"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dirty="0">
              <a:sym typeface="+mn-ea"/>
            </a:rPr>
            <a:t>10</a:t>
          </a:r>
          <a:r>
            <a:rPr lang="zh-CN" dirty="0">
              <a:sym typeface="+mn-ea"/>
            </a:rPr>
            <a:t>月中旬</a:t>
          </a:r>
          <a:r>
            <a:rPr lang="zh-CN" altLang="en-US"/>
            <a:t/>
          </a:r>
          <a:endParaRPr lang="zh-CN" altLang="en-US"/>
        </a:p>
      </dgm:t>
    </dgm:pt>
    <dgm:pt modelId="{D242A0FB-DF73-49CA-BA3C-BD459F366127}" cxnId="{0073A3D7-443B-4B45-8F18-DF9B0F65B10B}" type="parTrans">
      <dgm:prSet/>
      <dgm:spPr/>
      <dgm:t>
        <a:bodyPr/>
        <a:p>
          <a:endParaRPr lang="zh-CN" altLang="en-US"/>
        </a:p>
      </dgm:t>
    </dgm:pt>
    <dgm:pt modelId="{9604C662-124F-4916-B7BB-4DF131431D56}" cxnId="{0073A3D7-443B-4B45-8F18-DF9B0F65B10B}" type="sibTrans">
      <dgm:prSet/>
      <dgm:spPr/>
      <dgm:t>
        <a:bodyPr/>
        <a:p>
          <a:endParaRPr lang="zh-CN" altLang="en-US"/>
        </a:p>
      </dgm:t>
    </dgm:pt>
    <dgm:pt modelId="{A4CBB6B8-84E6-41DA-A253-F380CBF4C16F}">
      <dgm:prSet phldrT="[文本]"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15000"/>
            </a:spcAft>
          </a:pPr>
          <a:r>
            <a:rPr lang="zh-CN" dirty="0">
              <a:sym typeface="+mn-ea"/>
            </a:rPr>
            <a:t>公布各项诺贝尔奖获得者名单</a:t>
          </a:r>
          <a:r>
            <a:rPr lang="zh-CN" altLang="en-US"/>
            <a:t/>
          </a:r>
          <a:endParaRPr lang="zh-CN" altLang="en-US"/>
        </a:p>
      </dgm:t>
    </dgm:pt>
    <dgm:pt modelId="{6BF9AA0B-A851-4ABD-9BE8-1336C9738AB8}" cxnId="{4D97FC01-000C-448F-8A4D-13C5AD219AAF}" type="parTrans">
      <dgm:prSet/>
      <dgm:spPr/>
      <dgm:t>
        <a:bodyPr/>
        <a:p>
          <a:endParaRPr lang="zh-CN" altLang="en-US"/>
        </a:p>
      </dgm:t>
    </dgm:pt>
    <dgm:pt modelId="{B71ACFC2-160E-4438-99B2-0295109B5775}" cxnId="{4D97FC01-000C-448F-8A4D-13C5AD219AAF}" type="sibTrans">
      <dgm:prSet/>
      <dgm:spPr/>
      <dgm:t>
        <a:bodyPr/>
        <a:p>
          <a:endParaRPr lang="zh-CN" altLang="en-US"/>
        </a:p>
      </dgm:t>
    </dgm:pt>
    <dgm:pt modelId="{A1F73758-9570-4DE8-B46F-8B3B547420A5}">
      <dgm:prSet phldrT="[文本]" phldr="1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15000"/>
            </a:spcAft>
          </a:pPr>
          <a:r>
            <a:rPr lang="zh-CN" altLang="en-US"/>
            <a:t/>
          </a:r>
          <a:endParaRPr lang="zh-CN" altLang="en-US"/>
        </a:p>
      </dgm:t>
    </dgm:pt>
    <dgm:pt modelId="{4E2FF476-B366-4429-AAF7-F783D3AE9DD3}" cxnId="{F7735C25-2E03-4D04-B19D-209E6A537FBC}" type="parTrans">
      <dgm:prSet/>
      <dgm:spPr/>
    </dgm:pt>
    <dgm:pt modelId="{D2329E7B-C4F2-49BA-9363-896934B3ADAB}" cxnId="{F7735C25-2E03-4D04-B19D-209E6A537FBC}" type="sibTrans">
      <dgm:prSet/>
      <dgm:spPr/>
    </dgm:pt>
    <dgm:pt modelId="{2EE8334B-6573-4D57-B14B-9CD8E5D068F0}">
      <dgm:prSet/>
      <dgm:spPr/>
      <dgm:t>
        <a:bodyPr/>
        <a:p>
          <a:pPr>
            <a:lnSpc>
              <a:spcPct val="100000"/>
            </a:lnSpc>
            <a:spcBef>
              <a:spcPct val="0"/>
            </a:spcBef>
            <a:spcAft>
              <a:spcPct val="15000"/>
            </a:spcAft>
          </a:pPr>
          <a:endParaRPr lang="zh-CN" altLang="en-US"/>
        </a:p>
      </dgm:t>
    </dgm:pt>
    <dgm:pt modelId="{A0EA056D-876C-4799-88E2-3F618C673299}" cxnId="{75452CD5-BC20-4BF1-9664-FA5A5BA617BB}" type="parTrans">
      <dgm:prSet/>
      <dgm:spPr/>
    </dgm:pt>
    <dgm:pt modelId="{95F84074-5206-42C9-96C3-F13697477D0F}" cxnId="{75452CD5-BC20-4BF1-9664-FA5A5BA617BB}" type="sibTrans">
      <dgm:prSet/>
      <dgm:spPr/>
    </dgm:pt>
    <dgm:pt modelId="{426D326C-C9F3-442E-A608-E2DE3E1A3089}">
      <dgm:prSet/>
      <dgm:spPr/>
      <dgm:t>
        <a:bodyPr/>
        <a:p>
          <a:pPr>
            <a:lnSpc>
              <a:spcPct val="100000"/>
            </a:lnSpc>
            <a:spcBef>
              <a:spcPct val="0"/>
            </a:spcBef>
            <a:spcAft>
              <a:spcPct val="15000"/>
            </a:spcAft>
          </a:pPr>
          <a:endParaRPr lang="zh-CN" altLang="en-US"/>
        </a:p>
      </dgm:t>
    </dgm:pt>
    <dgm:pt modelId="{10665A9A-499E-4BCA-A403-1105FBD65B07}" cxnId="{EFF6F8AF-75E6-4265-86EB-D174FFEDC175}" type="parTrans">
      <dgm:prSet/>
      <dgm:spPr/>
    </dgm:pt>
    <dgm:pt modelId="{FCC9F120-5B95-4BE5-A1E5-551006EBA966}" cxnId="{EFF6F8AF-75E6-4265-86EB-D174FFEDC175}" type="sibTrans">
      <dgm:prSet/>
      <dgm:spPr/>
    </dgm:pt>
    <dgm:pt modelId="{CD59EC5C-9C7D-4F05-8DD5-C087A0404CAF}">
      <dgm:prSet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>
              <a:sym typeface="+mn-ea"/>
            </a:rPr>
            <a:t>1</a:t>
          </a:r>
          <a:r>
            <a:rPr lang="en-US" dirty="0">
              <a:sym typeface="+mn-ea"/>
            </a:rPr>
            <a:t>2</a:t>
          </a:r>
          <a:r>
            <a:rPr>
              <a:sym typeface="+mn-ea"/>
            </a:rPr>
            <a:t>月</a:t>
          </a:r>
          <a:r>
            <a:rPr>
              <a:sym typeface="+mn-ea"/>
            </a:rPr>
            <a:t>1</a:t>
          </a:r>
          <a:r>
            <a:rPr lang="en-US" dirty="0">
              <a:sym typeface="+mn-ea"/>
            </a:rPr>
            <a:t>0</a:t>
          </a:r>
          <a:r>
            <a:rPr>
              <a:sym typeface="+mn-ea"/>
            </a:rPr>
            <a:t>日</a:t>
          </a:r>
          <a:r>
            <a:rPr lang="zh-CN" dirty="0">
              <a:sym typeface="+mn-ea"/>
            </a:rPr>
            <a:t>诺贝尔逝世纪念日</a:t>
          </a:r>
          <a:r>
            <a:rPr lang="zh-CN" dirty="0"/>
            <a:t/>
          </a:r>
          <a:endParaRPr lang="zh-CN" dirty="0"/>
        </a:p>
      </dgm:t>
    </dgm:pt>
    <dgm:pt modelId="{70775BCE-7438-4405-AF89-17885848A65B}" cxnId="{8C463EDE-76F0-4290-998A-12B08DB555FA}" type="parTrans">
      <dgm:prSet/>
      <dgm:spPr/>
    </dgm:pt>
    <dgm:pt modelId="{153E4ADE-71AF-4BFF-AB83-615CF9D7D822}" cxnId="{8C463EDE-76F0-4290-998A-12B08DB555FA}" type="sibTrans">
      <dgm:prSet/>
      <dgm:spPr/>
    </dgm:pt>
    <dgm:pt modelId="{AD7EA6FC-0854-4F12-B99E-35C11D18B1E7}">
      <dgm:prSet phldr="0" custT="0"/>
      <dgm:spPr/>
      <dgm:t>
        <a:bodyPr vert="horz" wrap="square"/>
        <a:p>
          <a:r>
            <a:rPr>
              <a:sym typeface="+mn-ea"/>
            </a:rPr>
            <a:t>在</a:t>
          </a:r>
          <a:r>
            <a:rPr lang="zh-CN" dirty="0">
              <a:sym typeface="+mn-ea"/>
            </a:rPr>
            <a:t>斯德哥尔摩和奥斯陆分别举行诺贝尔奖颁发仪式，瑞典国王及王后出席并授奖</a:t>
          </a:r>
          <a:r>
            <a:rPr lang="zh-CN" dirty="0"/>
            <a:t/>
          </a:r>
          <a:endParaRPr lang="zh-CN" dirty="0"/>
        </a:p>
      </dgm:t>
    </dgm:pt>
    <dgm:pt modelId="{5EFA68D4-81A3-491A-B029-3A49E19DCD94}" cxnId="{B6E79C91-DE1B-486B-B5B8-F1AEA0832A24}" type="parTrans">
      <dgm:prSet/>
      <dgm:spPr/>
    </dgm:pt>
    <dgm:pt modelId="{0FDBAF30-7272-46CC-9E6E-FF711F3A1AF2}" cxnId="{B6E79C91-DE1B-486B-B5B8-F1AEA0832A24}" type="sibTrans">
      <dgm:prSet/>
      <dgm:spPr/>
    </dgm:pt>
    <dgm:pt modelId="{7894115B-AABB-46F2-A52E-C27597016790}" type="pres">
      <dgm:prSet presAssocID="{B3B61304-4A0F-4E11-8080-599F9186F6A5}" presName="Name0" presStyleCnt="0">
        <dgm:presLayoutVars>
          <dgm:dir/>
          <dgm:animLvl val="lvl"/>
          <dgm:resizeHandles val="exact"/>
        </dgm:presLayoutVars>
      </dgm:prSet>
      <dgm:spPr/>
    </dgm:pt>
    <dgm:pt modelId="{56D916F2-6768-419D-835D-0E92CC7C803C}" type="pres">
      <dgm:prSet presAssocID="{B3B61304-4A0F-4E11-8080-599F9186F6A5}" presName="tSp" presStyleCnt="0"/>
      <dgm:spPr/>
    </dgm:pt>
    <dgm:pt modelId="{ECD0F423-0D40-44D8-AF71-D97C3F9DF26B}" type="pres">
      <dgm:prSet presAssocID="{B3B61304-4A0F-4E11-8080-599F9186F6A5}" presName="bSp" presStyleCnt="0"/>
      <dgm:spPr/>
    </dgm:pt>
    <dgm:pt modelId="{77157E72-C09D-4CF2-AEC0-0324FBF39226}" type="pres">
      <dgm:prSet presAssocID="{B3B61304-4A0F-4E11-8080-599F9186F6A5}" presName="process" presStyleCnt="0"/>
      <dgm:spPr/>
    </dgm:pt>
    <dgm:pt modelId="{29C62E5B-77E6-4FD6-95C8-E16514EA592F}" type="pres">
      <dgm:prSet presAssocID="{06475F0D-9D1A-4BF5-AEE3-CD3F880BC44A}" presName="composite1" presStyleCnt="0"/>
      <dgm:spPr/>
    </dgm:pt>
    <dgm:pt modelId="{24BEEBBD-4900-44F6-A6F9-3F722A9F3012}" type="pres">
      <dgm:prSet presAssocID="{06475F0D-9D1A-4BF5-AEE3-CD3F880BC44A}" presName="dummyNode1" presStyleCnt="0"/>
      <dgm:spPr/>
    </dgm:pt>
    <dgm:pt modelId="{EA4C33C9-9B7B-4236-9D97-1954A4D46745}" type="pres">
      <dgm:prSet presAssocID="{06475F0D-9D1A-4BF5-AEE3-CD3F880BC44A}" presName="childNode1" presStyleLbl="bgAcc1" presStyleIdx="0" presStyleCnt="4">
        <dgm:presLayoutVars>
          <dgm:bulletEnabled val="1"/>
        </dgm:presLayoutVars>
      </dgm:prSet>
      <dgm:spPr/>
    </dgm:pt>
    <dgm:pt modelId="{1E8A37B1-D464-40AA-8171-F21D027B523A}" type="pres">
      <dgm:prSet presAssocID="{06475F0D-9D1A-4BF5-AEE3-CD3F880BC44A}" presName="childNode1tx" presStyleCnt="0">
        <dgm:presLayoutVars>
          <dgm:bulletEnabled val="1"/>
        </dgm:presLayoutVars>
      </dgm:prSet>
      <dgm:spPr/>
    </dgm:pt>
    <dgm:pt modelId="{50F89035-D090-4CAD-827E-5FE864D0CC7D}" type="pres">
      <dgm:prSet presAssocID="{06475F0D-9D1A-4BF5-AEE3-CD3F880BC44A}" presName="parentNode1" presStyleLbl="node1" presStyleIdx="0" presStyleCnt="4">
        <dgm:presLayoutVars>
          <dgm:chMax val="1"/>
          <dgm:bulletEnabled val="1"/>
        </dgm:presLayoutVars>
      </dgm:prSet>
      <dgm:spPr/>
    </dgm:pt>
    <dgm:pt modelId="{920CA769-40FC-4401-A1E0-FD4D856E9B21}" type="pres">
      <dgm:prSet presAssocID="{06475F0D-9D1A-4BF5-AEE3-CD3F880BC44A}" presName="connSite1" presStyleCnt="0"/>
      <dgm:spPr/>
    </dgm:pt>
    <dgm:pt modelId="{B871E909-CC84-4270-8398-F5F049AEA932}" type="pres">
      <dgm:prSet presAssocID="{4BD710C9-2F9D-441E-B548-A9989C0147D7}" presName="Name9" presStyleLbl="sibTrans2D1" presStyleIdx="0" presStyleCnt="3"/>
      <dgm:spPr/>
    </dgm:pt>
    <dgm:pt modelId="{5381038C-A52C-40F2-AE25-892F98A4F272}" type="pres">
      <dgm:prSet presAssocID="{C17EA81B-EE8F-4BEA-9D93-831900C89C00}" presName="composite2" presStyleCnt="0"/>
      <dgm:spPr/>
    </dgm:pt>
    <dgm:pt modelId="{8C60EF28-DEE2-471E-9110-F1DE84254762}" type="pres">
      <dgm:prSet presAssocID="{C17EA81B-EE8F-4BEA-9D93-831900C89C00}" presName="dummyNode2" presStyleCnt="0"/>
      <dgm:spPr/>
    </dgm:pt>
    <dgm:pt modelId="{8C4A7715-D8F8-4D2B-94CE-98F25CB35172}" type="pres">
      <dgm:prSet presAssocID="{C17EA81B-EE8F-4BEA-9D93-831900C89C00}" presName="childNode2" presStyleLbl="bgAcc1" presStyleIdx="1" presStyleCnt="4">
        <dgm:presLayoutVars>
          <dgm:bulletEnabled val="1"/>
        </dgm:presLayoutVars>
      </dgm:prSet>
      <dgm:spPr/>
    </dgm:pt>
    <dgm:pt modelId="{E6E63E6B-9802-4903-9CE3-5D4A716AEA02}" type="pres">
      <dgm:prSet presAssocID="{C17EA81B-EE8F-4BEA-9D93-831900C89C00}" presName="childNode2tx" presStyleCnt="0">
        <dgm:presLayoutVars>
          <dgm:bulletEnabled val="1"/>
        </dgm:presLayoutVars>
      </dgm:prSet>
      <dgm:spPr/>
    </dgm:pt>
    <dgm:pt modelId="{D48BF050-6660-4D4F-AF7C-757C782402D6}" type="pres">
      <dgm:prSet presAssocID="{C17EA81B-EE8F-4BEA-9D93-831900C89C00}" presName="parentNode2" presStyleLbl="node1" presStyleIdx="1" presStyleCnt="4">
        <dgm:presLayoutVars>
          <dgm:chMax val="0"/>
          <dgm:bulletEnabled val="1"/>
        </dgm:presLayoutVars>
      </dgm:prSet>
      <dgm:spPr/>
    </dgm:pt>
    <dgm:pt modelId="{0D59B193-1E3C-4187-9E9F-A2912DCADAC6}" type="pres">
      <dgm:prSet presAssocID="{C17EA81B-EE8F-4BEA-9D93-831900C89C00}" presName="connSite2" presStyleCnt="0"/>
      <dgm:spPr/>
    </dgm:pt>
    <dgm:pt modelId="{FB15DAFD-B404-4CB3-9791-947A7CB3C00D}" type="pres">
      <dgm:prSet presAssocID="{40C2F390-CB3F-4BF4-827D-B8018A5F3BB7}" presName="Name18" presStyleLbl="sibTrans2D1" presStyleIdx="1" presStyleCnt="3"/>
      <dgm:spPr/>
    </dgm:pt>
    <dgm:pt modelId="{754F4C32-447F-4E14-8ED3-35A922A043A5}" type="pres">
      <dgm:prSet presAssocID="{89CF50F2-3EE8-4308-BA46-57745656A4AA}" presName="composite1" presStyleCnt="0"/>
      <dgm:spPr/>
    </dgm:pt>
    <dgm:pt modelId="{020AEDA5-DA09-4A53-AF58-AED2EF90E935}" type="pres">
      <dgm:prSet presAssocID="{89CF50F2-3EE8-4308-BA46-57745656A4AA}" presName="dummyNode1" presStyleCnt="0"/>
      <dgm:spPr/>
    </dgm:pt>
    <dgm:pt modelId="{0428F0A0-98D5-457A-BE43-28F46915FA56}" type="pres">
      <dgm:prSet presAssocID="{89CF50F2-3EE8-4308-BA46-57745656A4AA}" presName="childNode1" presStyleLbl="bgAcc1" presStyleIdx="2" presStyleCnt="4">
        <dgm:presLayoutVars>
          <dgm:bulletEnabled val="1"/>
        </dgm:presLayoutVars>
      </dgm:prSet>
      <dgm:spPr/>
    </dgm:pt>
    <dgm:pt modelId="{F4682735-7E21-4BD6-A94E-5C31E3B718FD}" type="pres">
      <dgm:prSet presAssocID="{89CF50F2-3EE8-4308-BA46-57745656A4AA}" presName="childNode1tx" presStyleCnt="0">
        <dgm:presLayoutVars>
          <dgm:bulletEnabled val="1"/>
        </dgm:presLayoutVars>
      </dgm:prSet>
      <dgm:spPr/>
    </dgm:pt>
    <dgm:pt modelId="{E8647766-AE1D-45F8-B3AB-5EEE3BDE8498}" type="pres">
      <dgm:prSet presAssocID="{89CF50F2-3EE8-4308-BA46-57745656A4AA}" presName="parentNode1" presStyleLbl="node1" presStyleIdx="2" presStyleCnt="4">
        <dgm:presLayoutVars>
          <dgm:chMax val="1"/>
          <dgm:bulletEnabled val="1"/>
        </dgm:presLayoutVars>
      </dgm:prSet>
      <dgm:spPr/>
    </dgm:pt>
    <dgm:pt modelId="{96D6127B-1D73-45CB-82BD-67878CD7892E}" type="pres">
      <dgm:prSet presAssocID="{89CF50F2-3EE8-4308-BA46-57745656A4AA}" presName="connSite1" presStyleCnt="0"/>
      <dgm:spPr/>
    </dgm:pt>
    <dgm:pt modelId="{8BCF8444-0CDD-429B-A937-FAA80DC867B6}" type="pres">
      <dgm:prSet presAssocID="{9604C662-124F-4916-B7BB-4DF131431D56}" presName="Name9" presStyleLbl="sibTrans2D1" presStyleIdx="2" presStyleCnt="3"/>
      <dgm:spPr/>
    </dgm:pt>
    <dgm:pt modelId="{CA3CB501-5C59-449E-B534-6AFD7B12B205}" type="pres">
      <dgm:prSet presAssocID="{CD59EC5C-9C7D-4F05-8DD5-C087A0404CAF}" presName="composite2" presStyleCnt="0"/>
      <dgm:spPr/>
    </dgm:pt>
    <dgm:pt modelId="{AC65ED00-0E00-4399-8E1C-BA6F107372D1}" type="pres">
      <dgm:prSet presAssocID="{CD59EC5C-9C7D-4F05-8DD5-C087A0404CAF}" presName="dummyNode2" presStyleCnt="0"/>
      <dgm:spPr/>
    </dgm:pt>
    <dgm:pt modelId="{A25C1DF6-E76C-4151-8BA7-5D4C3B8857F0}" type="pres">
      <dgm:prSet presAssocID="{CD59EC5C-9C7D-4F05-8DD5-C087A0404CAF}" presName="childNode2" presStyleLbl="bgAcc1" presStyleIdx="3" presStyleCnt="4">
        <dgm:presLayoutVars>
          <dgm:bulletEnabled val="1"/>
        </dgm:presLayoutVars>
      </dgm:prSet>
      <dgm:spPr/>
    </dgm:pt>
    <dgm:pt modelId="{84D68CC6-A686-4323-8FE8-5FDE1703BDF0}" type="pres">
      <dgm:prSet presAssocID="{CD59EC5C-9C7D-4F05-8DD5-C087A0404CAF}" presName="childNode2tx" presStyleCnt="0">
        <dgm:presLayoutVars>
          <dgm:bulletEnabled val="1"/>
        </dgm:presLayoutVars>
      </dgm:prSet>
      <dgm:spPr/>
    </dgm:pt>
    <dgm:pt modelId="{37FB752A-B0B1-4B5F-94F8-F0CA99DFBC1F}" type="pres">
      <dgm:prSet presAssocID="{CD59EC5C-9C7D-4F05-8DD5-C087A0404CAF}" presName="parentNode2" presStyleLbl="node1" presStyleIdx="3" presStyleCnt="4">
        <dgm:presLayoutVars>
          <dgm:chMax val="0"/>
          <dgm:bulletEnabled val="1"/>
        </dgm:presLayoutVars>
      </dgm:prSet>
      <dgm:spPr/>
    </dgm:pt>
    <dgm:pt modelId="{6D19F513-2D6F-4EB6-9135-CD9B4098CBD2}" type="pres">
      <dgm:prSet presAssocID="{CD59EC5C-9C7D-4F05-8DD5-C087A0404CAF}" presName="connSite2" presStyleCnt="0"/>
      <dgm:spPr/>
    </dgm:pt>
  </dgm:ptLst>
  <dgm:cxnLst>
    <dgm:cxn modelId="{70681386-F2D3-4726-AEA3-577B20127789}" srcId="{B3B61304-4A0F-4E11-8080-599F9186F6A5}" destId="{06475F0D-9D1A-4BF5-AEE3-CD3F880BC44A}" srcOrd="0" destOrd="0" parTransId="{E99562FF-418F-46D1-8F86-E0992ED7BA8E}" sibTransId="{4BD710C9-2F9D-441E-B548-A9989C0147D7}"/>
    <dgm:cxn modelId="{ABD13D26-58A3-4226-871A-43F890229A20}" srcId="{06475F0D-9D1A-4BF5-AEE3-CD3F880BC44A}" destId="{FE2A3430-07B7-4AF8-8050-E9E6630C707F}" srcOrd="0" destOrd="0" parTransId="{FB51E315-BC56-4135-BA1D-66E640931F3A}" sibTransId="{9ADD2677-777A-4E9D-AE48-B83F0BAD6874}"/>
    <dgm:cxn modelId="{1E5BC080-3F01-4A1D-9626-6826140E6A79}" srcId="{06475F0D-9D1A-4BF5-AEE3-CD3F880BC44A}" destId="{93871B79-7FCF-4032-84D2-B25D3C184187}" srcOrd="1" destOrd="0" parTransId="{0F62F1C7-D78E-488B-822E-2264003F0043}" sibTransId="{AD12BEFA-08B5-4AB7-95FB-E3328A96D04B}"/>
    <dgm:cxn modelId="{BB387EDC-A094-4482-B62A-35ADA45A4C02}" srcId="{B3B61304-4A0F-4E11-8080-599F9186F6A5}" destId="{C17EA81B-EE8F-4BEA-9D93-831900C89C00}" srcOrd="1" destOrd="0" parTransId="{D73C192A-A373-4ACC-BFC9-76609E41CF4E}" sibTransId="{40C2F390-CB3F-4BF4-827D-B8018A5F3BB7}"/>
    <dgm:cxn modelId="{8249D52F-E727-4C6E-9C1F-387719F1B46C}" srcId="{C17EA81B-EE8F-4BEA-9D93-831900C89C00}" destId="{2E055442-BDF6-42BD-8A8A-460CDF6F5C5E}" srcOrd="0" destOrd="1" parTransId="{291EBA52-15FB-4985-9632-D5F9BE62ACD1}" sibTransId="{87346316-64F3-4945-9984-33BC77341C9F}"/>
    <dgm:cxn modelId="{8FF7C05C-E3FF-41B4-A874-A932906D5500}" srcId="{C17EA81B-EE8F-4BEA-9D93-831900C89C00}" destId="{BD3EA27A-AD10-4BFA-8249-94736BD4776C}" srcOrd="1" destOrd="1" parTransId="{8DC39C4B-4419-417E-8B31-9F1815C3E0C4}" sibTransId="{05BA15BA-3E88-46DB-9FF9-E2AEF61AC243}"/>
    <dgm:cxn modelId="{0073A3D7-443B-4B45-8F18-DF9B0F65B10B}" srcId="{B3B61304-4A0F-4E11-8080-599F9186F6A5}" destId="{89CF50F2-3EE8-4308-BA46-57745656A4AA}" srcOrd="2" destOrd="0" parTransId="{D242A0FB-DF73-49CA-BA3C-BD459F366127}" sibTransId="{9604C662-124F-4916-B7BB-4DF131431D56}"/>
    <dgm:cxn modelId="{4D97FC01-000C-448F-8A4D-13C5AD219AAF}" srcId="{89CF50F2-3EE8-4308-BA46-57745656A4AA}" destId="{A4CBB6B8-84E6-41DA-A253-F380CBF4C16F}" srcOrd="0" destOrd="2" parTransId="{6BF9AA0B-A851-4ABD-9BE8-1336C9738AB8}" sibTransId="{B71ACFC2-160E-4438-99B2-0295109B5775}"/>
    <dgm:cxn modelId="{F7735C25-2E03-4D04-B19D-209E6A537FBC}" srcId="{89CF50F2-3EE8-4308-BA46-57745656A4AA}" destId="{A1F73758-9570-4DE8-B46F-8B3B547420A5}" srcOrd="1" destOrd="2" parTransId="{4E2FF476-B366-4429-AAF7-F783D3AE9DD3}" sibTransId="{D2329E7B-C4F2-49BA-9363-896934B3ADAB}"/>
    <dgm:cxn modelId="{75452CD5-BC20-4BF1-9664-FA5A5BA617BB}" srcId="{89CF50F2-3EE8-4308-BA46-57745656A4AA}" destId="{2EE8334B-6573-4D57-B14B-9CD8E5D068F0}" srcOrd="2" destOrd="2" parTransId="{A0EA056D-876C-4799-88E2-3F618C673299}" sibTransId="{95F84074-5206-42C9-96C3-F13697477D0F}"/>
    <dgm:cxn modelId="{EFF6F8AF-75E6-4265-86EB-D174FFEDC175}" srcId="{89CF50F2-3EE8-4308-BA46-57745656A4AA}" destId="{426D326C-C9F3-442E-A608-E2DE3E1A3089}" srcOrd="3" destOrd="2" parTransId="{10665A9A-499E-4BCA-A403-1105FBD65B07}" sibTransId="{FCC9F120-5B95-4BE5-A1E5-551006EBA966}"/>
    <dgm:cxn modelId="{8C463EDE-76F0-4290-998A-12B08DB555FA}" srcId="{B3B61304-4A0F-4E11-8080-599F9186F6A5}" destId="{CD59EC5C-9C7D-4F05-8DD5-C087A0404CAF}" srcOrd="3" destOrd="0" parTransId="{70775BCE-7438-4405-AF89-17885848A65B}" sibTransId="{153E4ADE-71AF-4BFF-AB83-615CF9D7D822}"/>
    <dgm:cxn modelId="{B6E79C91-DE1B-486B-B5B8-F1AEA0832A24}" srcId="{CD59EC5C-9C7D-4F05-8DD5-C087A0404CAF}" destId="{AD7EA6FC-0854-4F12-B99E-35C11D18B1E7}" srcOrd="0" destOrd="3" parTransId="{5EFA68D4-81A3-491A-B029-3A49E19DCD94}" sibTransId="{0FDBAF30-7272-46CC-9E6E-FF711F3A1AF2}"/>
    <dgm:cxn modelId="{84BF5898-EDC9-4242-A834-BE9C855DB569}" type="presOf" srcId="{B3B61304-4A0F-4E11-8080-599F9186F6A5}" destId="{7894115B-AABB-46F2-A52E-C27597016790}" srcOrd="0" destOrd="0" presId="urn:microsoft.com/office/officeart/2005/8/layout/hProcess4"/>
    <dgm:cxn modelId="{717DF0B1-B377-46E0-A708-6BBF1048FF0F}" type="presParOf" srcId="{7894115B-AABB-46F2-A52E-C27597016790}" destId="{56D916F2-6768-419D-835D-0E92CC7C803C}" srcOrd="0" destOrd="0" presId="urn:microsoft.com/office/officeart/2005/8/layout/hProcess4"/>
    <dgm:cxn modelId="{A7D458A2-2789-4FCB-99E0-5B6007BDDBEA}" type="presParOf" srcId="{7894115B-AABB-46F2-A52E-C27597016790}" destId="{ECD0F423-0D40-44D8-AF71-D97C3F9DF26B}" srcOrd="1" destOrd="0" presId="urn:microsoft.com/office/officeart/2005/8/layout/hProcess4"/>
    <dgm:cxn modelId="{D407C41B-18C5-4618-A9FB-42553BE7B7AA}" type="presParOf" srcId="{7894115B-AABB-46F2-A52E-C27597016790}" destId="{77157E72-C09D-4CF2-AEC0-0324FBF39226}" srcOrd="2" destOrd="0" presId="urn:microsoft.com/office/officeart/2005/8/layout/hProcess4"/>
    <dgm:cxn modelId="{77B09797-84D2-47F4-97BD-A94447D44912}" type="presParOf" srcId="{77157E72-C09D-4CF2-AEC0-0324FBF39226}" destId="{29C62E5B-77E6-4FD6-95C8-E16514EA592F}" srcOrd="0" destOrd="2" presId="urn:microsoft.com/office/officeart/2005/8/layout/hProcess4"/>
    <dgm:cxn modelId="{4AC9F8A5-0753-45AC-B468-7B23B781E4F0}" type="presParOf" srcId="{29C62E5B-77E6-4FD6-95C8-E16514EA592F}" destId="{24BEEBBD-4900-44F6-A6F9-3F722A9F3012}" srcOrd="0" destOrd="0" presId="urn:microsoft.com/office/officeart/2005/8/layout/hProcess4"/>
    <dgm:cxn modelId="{72078078-D212-40EC-8654-7AB8AF16942A}" type="presParOf" srcId="{29C62E5B-77E6-4FD6-95C8-E16514EA592F}" destId="{EA4C33C9-9B7B-4236-9D97-1954A4D46745}" srcOrd="1" destOrd="0" presId="urn:microsoft.com/office/officeart/2005/8/layout/hProcess4"/>
    <dgm:cxn modelId="{2A9CD3F8-D2D2-45AE-A4F3-D775F9E65B3D}" type="presOf" srcId="{FE2A3430-07B7-4AF8-8050-E9E6630C707F}" destId="{EA4C33C9-9B7B-4236-9D97-1954A4D46745}" srcOrd="0" destOrd="0" presId="urn:microsoft.com/office/officeart/2005/8/layout/hProcess4"/>
    <dgm:cxn modelId="{D5C74045-1389-4DC6-BD01-A24CE76D0954}" type="presOf" srcId="{93871B79-7FCF-4032-84D2-B25D3C184187}" destId="{EA4C33C9-9B7B-4236-9D97-1954A4D46745}" srcOrd="0" destOrd="1" presId="urn:microsoft.com/office/officeart/2005/8/layout/hProcess4"/>
    <dgm:cxn modelId="{2EFD8DA8-3689-4DA2-981B-983AA7170DDB}" type="presParOf" srcId="{29C62E5B-77E6-4FD6-95C8-E16514EA592F}" destId="{1E8A37B1-D464-40AA-8171-F21D027B523A}" srcOrd="2" destOrd="0" presId="urn:microsoft.com/office/officeart/2005/8/layout/hProcess4"/>
    <dgm:cxn modelId="{F43B681E-FE17-4F1B-8763-EDEA4EC7182A}" type="presOf" srcId="{FE2A3430-07B7-4AF8-8050-E9E6630C707F}" destId="{1E8A37B1-D464-40AA-8171-F21D027B523A}" srcOrd="1" destOrd="0" presId="urn:microsoft.com/office/officeart/2005/8/layout/hProcess4"/>
    <dgm:cxn modelId="{AF148C8C-8D15-4B84-B65E-1C8944556181}" type="presOf" srcId="{93871B79-7FCF-4032-84D2-B25D3C184187}" destId="{1E8A37B1-D464-40AA-8171-F21D027B523A}" srcOrd="1" destOrd="1" presId="urn:microsoft.com/office/officeart/2005/8/layout/hProcess4"/>
    <dgm:cxn modelId="{4F9F3183-D73C-41B1-92F3-ADD96C85870E}" type="presParOf" srcId="{29C62E5B-77E6-4FD6-95C8-E16514EA592F}" destId="{50F89035-D090-4CAD-827E-5FE864D0CC7D}" srcOrd="3" destOrd="0" presId="urn:microsoft.com/office/officeart/2005/8/layout/hProcess4"/>
    <dgm:cxn modelId="{97F8664B-86B7-4052-981B-B66345960A2F}" type="presOf" srcId="{06475F0D-9D1A-4BF5-AEE3-CD3F880BC44A}" destId="{50F89035-D090-4CAD-827E-5FE864D0CC7D}" srcOrd="0" destOrd="0" presId="urn:microsoft.com/office/officeart/2005/8/layout/hProcess4"/>
    <dgm:cxn modelId="{09AEABDB-6682-4213-9CDB-65676F203408}" type="presParOf" srcId="{29C62E5B-77E6-4FD6-95C8-E16514EA592F}" destId="{920CA769-40FC-4401-A1E0-FD4D856E9B21}" srcOrd="4" destOrd="0" presId="urn:microsoft.com/office/officeart/2005/8/layout/hProcess4"/>
    <dgm:cxn modelId="{D304B95C-7E90-420F-BF52-AF5A4ACFA1D6}" type="presParOf" srcId="{77157E72-C09D-4CF2-AEC0-0324FBF39226}" destId="{B871E909-CC84-4270-8398-F5F049AEA932}" srcOrd="1" destOrd="2" presId="urn:microsoft.com/office/officeart/2005/8/layout/hProcess4"/>
    <dgm:cxn modelId="{2A6EA578-D74D-487D-9843-E05E810F54C2}" type="presOf" srcId="{4BD710C9-2F9D-441E-B548-A9989C0147D7}" destId="{B871E909-CC84-4270-8398-F5F049AEA932}" srcOrd="0" destOrd="0" presId="urn:microsoft.com/office/officeart/2005/8/layout/hProcess4"/>
    <dgm:cxn modelId="{E642D174-D25E-413E-9596-85236B6CDBB6}" type="presParOf" srcId="{77157E72-C09D-4CF2-AEC0-0324FBF39226}" destId="{5381038C-A52C-40F2-AE25-892F98A4F272}" srcOrd="2" destOrd="2" presId="urn:microsoft.com/office/officeart/2005/8/layout/hProcess4"/>
    <dgm:cxn modelId="{B2833B49-BE08-462B-9D00-675A7C808B42}" type="presParOf" srcId="{5381038C-A52C-40F2-AE25-892F98A4F272}" destId="{8C60EF28-DEE2-471E-9110-F1DE84254762}" srcOrd="0" destOrd="2" presId="urn:microsoft.com/office/officeart/2005/8/layout/hProcess4"/>
    <dgm:cxn modelId="{9B21DE71-14FD-4348-861C-B979798AFF4C}" type="presParOf" srcId="{5381038C-A52C-40F2-AE25-892F98A4F272}" destId="{8C4A7715-D8F8-4D2B-94CE-98F25CB35172}" srcOrd="1" destOrd="2" presId="urn:microsoft.com/office/officeart/2005/8/layout/hProcess4"/>
    <dgm:cxn modelId="{7DA2D30B-AF5B-401C-B296-59A86AF3C029}" type="presOf" srcId="{2E055442-BDF6-42BD-8A8A-460CDF6F5C5E}" destId="{8C4A7715-D8F8-4D2B-94CE-98F25CB35172}" srcOrd="0" destOrd="0" presId="urn:microsoft.com/office/officeart/2005/8/layout/hProcess4"/>
    <dgm:cxn modelId="{E1076744-E704-4E30-BA41-75774BD79230}" type="presOf" srcId="{BD3EA27A-AD10-4BFA-8249-94736BD4776C}" destId="{8C4A7715-D8F8-4D2B-94CE-98F25CB35172}" srcOrd="0" destOrd="1" presId="urn:microsoft.com/office/officeart/2005/8/layout/hProcess4"/>
    <dgm:cxn modelId="{0CE16B4A-32BF-4E0C-B657-1D70EDCA23E7}" type="presParOf" srcId="{5381038C-A52C-40F2-AE25-892F98A4F272}" destId="{E6E63E6B-9802-4903-9CE3-5D4A716AEA02}" srcOrd="2" destOrd="2" presId="urn:microsoft.com/office/officeart/2005/8/layout/hProcess4"/>
    <dgm:cxn modelId="{C9E4D3DA-D084-4FC9-8289-A8EC1E8A8E8E}" type="presOf" srcId="{2E055442-BDF6-42BD-8A8A-460CDF6F5C5E}" destId="{E6E63E6B-9802-4903-9CE3-5D4A716AEA02}" srcOrd="1" destOrd="0" presId="urn:microsoft.com/office/officeart/2005/8/layout/hProcess4"/>
    <dgm:cxn modelId="{D3F45D76-BA12-4C03-B9E2-E52EB1632E16}" type="presOf" srcId="{BD3EA27A-AD10-4BFA-8249-94736BD4776C}" destId="{E6E63E6B-9802-4903-9CE3-5D4A716AEA02}" srcOrd="1" destOrd="1" presId="urn:microsoft.com/office/officeart/2005/8/layout/hProcess4"/>
    <dgm:cxn modelId="{57FC96C8-25FD-414A-AB8B-7A59A65E7A0D}" type="presParOf" srcId="{5381038C-A52C-40F2-AE25-892F98A4F272}" destId="{D48BF050-6660-4D4F-AF7C-757C782402D6}" srcOrd="3" destOrd="2" presId="urn:microsoft.com/office/officeart/2005/8/layout/hProcess4"/>
    <dgm:cxn modelId="{8957B588-8656-4AD0-A9A2-2BBCC6318754}" type="presOf" srcId="{C17EA81B-EE8F-4BEA-9D93-831900C89C00}" destId="{D48BF050-6660-4D4F-AF7C-757C782402D6}" srcOrd="0" destOrd="0" presId="urn:microsoft.com/office/officeart/2005/8/layout/hProcess4"/>
    <dgm:cxn modelId="{384991AD-75EF-4423-9739-36C98B38CDC8}" type="presParOf" srcId="{5381038C-A52C-40F2-AE25-892F98A4F272}" destId="{0D59B193-1E3C-4187-9E9F-A2912DCADAC6}" srcOrd="4" destOrd="2" presId="urn:microsoft.com/office/officeart/2005/8/layout/hProcess4"/>
    <dgm:cxn modelId="{6EB7C390-C116-4301-AD2A-BC86276B7CA7}" type="presParOf" srcId="{77157E72-C09D-4CF2-AEC0-0324FBF39226}" destId="{FB15DAFD-B404-4CB3-9791-947A7CB3C00D}" srcOrd="3" destOrd="2" presId="urn:microsoft.com/office/officeart/2005/8/layout/hProcess4"/>
    <dgm:cxn modelId="{8824057B-E2B5-4F50-A67C-E60C251CA0A4}" type="presOf" srcId="{40C2F390-CB3F-4BF4-827D-B8018A5F3BB7}" destId="{FB15DAFD-B404-4CB3-9791-947A7CB3C00D}" srcOrd="0" destOrd="0" presId="urn:microsoft.com/office/officeart/2005/8/layout/hProcess4"/>
    <dgm:cxn modelId="{01FD053C-41BF-4451-A985-CC6141659212}" type="presParOf" srcId="{77157E72-C09D-4CF2-AEC0-0324FBF39226}" destId="{754F4C32-447F-4E14-8ED3-35A922A043A5}" srcOrd="4" destOrd="2" presId="urn:microsoft.com/office/officeart/2005/8/layout/hProcess4"/>
    <dgm:cxn modelId="{8C9748CD-BB0D-4FEB-B6F2-92DF6A369DDB}" type="presParOf" srcId="{754F4C32-447F-4E14-8ED3-35A922A043A5}" destId="{020AEDA5-DA09-4A53-AF58-AED2EF90E935}" srcOrd="0" destOrd="4" presId="urn:microsoft.com/office/officeart/2005/8/layout/hProcess4"/>
    <dgm:cxn modelId="{9BD55BD5-7C39-4BC1-A11F-378D1F3DD29E}" type="presParOf" srcId="{754F4C32-447F-4E14-8ED3-35A922A043A5}" destId="{0428F0A0-98D5-457A-BE43-28F46915FA56}" srcOrd="1" destOrd="4" presId="urn:microsoft.com/office/officeart/2005/8/layout/hProcess4"/>
    <dgm:cxn modelId="{CDC1852F-4AB6-4E20-9C98-4ABF740E9E0E}" type="presOf" srcId="{A4CBB6B8-84E6-41DA-A253-F380CBF4C16F}" destId="{0428F0A0-98D5-457A-BE43-28F46915FA56}" srcOrd="0" destOrd="0" presId="urn:microsoft.com/office/officeart/2005/8/layout/hProcess4"/>
    <dgm:cxn modelId="{F7E1F278-C243-45C2-83ED-AE196B525530}" type="presOf" srcId="{A1F73758-9570-4DE8-B46F-8B3B547420A5}" destId="{0428F0A0-98D5-457A-BE43-28F46915FA56}" srcOrd="0" destOrd="1" presId="urn:microsoft.com/office/officeart/2005/8/layout/hProcess4"/>
    <dgm:cxn modelId="{DB57F01B-C474-4EB0-9B60-3BB4C13C0DE6}" type="presOf" srcId="{2EE8334B-6573-4D57-B14B-9CD8E5D068F0}" destId="{0428F0A0-98D5-457A-BE43-28F46915FA56}" srcOrd="0" destOrd="2" presId="urn:microsoft.com/office/officeart/2005/8/layout/hProcess4"/>
    <dgm:cxn modelId="{1A5645B5-EA00-4335-8C0C-095419D8BAAC}" type="presOf" srcId="{426D326C-C9F3-442E-A608-E2DE3E1A3089}" destId="{0428F0A0-98D5-457A-BE43-28F46915FA56}" srcOrd="0" destOrd="3" presId="urn:microsoft.com/office/officeart/2005/8/layout/hProcess4"/>
    <dgm:cxn modelId="{146669A3-06FC-4501-B65F-6EED067FD806}" type="presParOf" srcId="{754F4C32-447F-4E14-8ED3-35A922A043A5}" destId="{F4682735-7E21-4BD6-A94E-5C31E3B718FD}" srcOrd="2" destOrd="4" presId="urn:microsoft.com/office/officeart/2005/8/layout/hProcess4"/>
    <dgm:cxn modelId="{A8FDC095-D21B-4A30-8E7F-F04593CD0035}" type="presOf" srcId="{A4CBB6B8-84E6-41DA-A253-F380CBF4C16F}" destId="{F4682735-7E21-4BD6-A94E-5C31E3B718FD}" srcOrd="1" destOrd="0" presId="urn:microsoft.com/office/officeart/2005/8/layout/hProcess4"/>
    <dgm:cxn modelId="{03BAE6D8-84D2-4A7D-8980-71204386D695}" type="presOf" srcId="{A1F73758-9570-4DE8-B46F-8B3B547420A5}" destId="{F4682735-7E21-4BD6-A94E-5C31E3B718FD}" srcOrd="1" destOrd="1" presId="urn:microsoft.com/office/officeart/2005/8/layout/hProcess4"/>
    <dgm:cxn modelId="{003FEC53-E86F-47A6-810B-0CF978FD3A29}" type="presOf" srcId="{2EE8334B-6573-4D57-B14B-9CD8E5D068F0}" destId="{F4682735-7E21-4BD6-A94E-5C31E3B718FD}" srcOrd="1" destOrd="2" presId="urn:microsoft.com/office/officeart/2005/8/layout/hProcess4"/>
    <dgm:cxn modelId="{E6E2B450-E290-4B76-8C5E-0D3BAF4C7F24}" type="presOf" srcId="{426D326C-C9F3-442E-A608-E2DE3E1A3089}" destId="{F4682735-7E21-4BD6-A94E-5C31E3B718FD}" srcOrd="1" destOrd="3" presId="urn:microsoft.com/office/officeart/2005/8/layout/hProcess4"/>
    <dgm:cxn modelId="{107F34ED-21EE-40B4-B345-BF22CC84660E}" type="presParOf" srcId="{754F4C32-447F-4E14-8ED3-35A922A043A5}" destId="{E8647766-AE1D-45F8-B3AB-5EEE3BDE8498}" srcOrd="3" destOrd="4" presId="urn:microsoft.com/office/officeart/2005/8/layout/hProcess4"/>
    <dgm:cxn modelId="{B8E07A0F-A4A4-4AFE-92CB-6B39F0F2EFCB}" type="presOf" srcId="{89CF50F2-3EE8-4308-BA46-57745656A4AA}" destId="{E8647766-AE1D-45F8-B3AB-5EEE3BDE8498}" srcOrd="0" destOrd="0" presId="urn:microsoft.com/office/officeart/2005/8/layout/hProcess4"/>
    <dgm:cxn modelId="{D6D2403F-CC37-4909-9DBF-F971A1C31666}" type="presParOf" srcId="{754F4C32-447F-4E14-8ED3-35A922A043A5}" destId="{96D6127B-1D73-45CB-82BD-67878CD7892E}" srcOrd="4" destOrd="4" presId="urn:microsoft.com/office/officeart/2005/8/layout/hProcess4"/>
    <dgm:cxn modelId="{049CA32B-DAB8-41C7-BB2F-0BB04A4FF41D}" type="presParOf" srcId="{77157E72-C09D-4CF2-AEC0-0324FBF39226}" destId="{8BCF8444-0CDD-429B-A937-FAA80DC867B6}" srcOrd="5" destOrd="2" presId="urn:microsoft.com/office/officeart/2005/8/layout/hProcess4"/>
    <dgm:cxn modelId="{846F48BB-ADB4-401F-95BF-8B19A955A46D}" type="presOf" srcId="{9604C662-124F-4916-B7BB-4DF131431D56}" destId="{8BCF8444-0CDD-429B-A937-FAA80DC867B6}" srcOrd="0" destOrd="0" presId="urn:microsoft.com/office/officeart/2005/8/layout/hProcess4"/>
    <dgm:cxn modelId="{D10D0483-49CE-4F75-8B2D-4CAF5F735524}" type="presParOf" srcId="{77157E72-C09D-4CF2-AEC0-0324FBF39226}" destId="{CA3CB501-5C59-449E-B534-6AFD7B12B205}" srcOrd="6" destOrd="2" presId="urn:microsoft.com/office/officeart/2005/8/layout/hProcess4"/>
    <dgm:cxn modelId="{7A996F9E-C318-4123-9A1A-C58B753875B7}" type="presParOf" srcId="{CA3CB501-5C59-449E-B534-6AFD7B12B205}" destId="{AC65ED00-0E00-4399-8E1C-BA6F107372D1}" srcOrd="0" destOrd="6" presId="urn:microsoft.com/office/officeart/2005/8/layout/hProcess4"/>
    <dgm:cxn modelId="{0432F0F9-CB01-48DD-8FFA-402611E08F34}" type="presParOf" srcId="{CA3CB501-5C59-449E-B534-6AFD7B12B205}" destId="{A25C1DF6-E76C-4151-8BA7-5D4C3B8857F0}" srcOrd="1" destOrd="6" presId="urn:microsoft.com/office/officeart/2005/8/layout/hProcess4"/>
    <dgm:cxn modelId="{0E3D07AF-2A81-4043-A54A-B4F886BEDC58}" type="presOf" srcId="{AD7EA6FC-0854-4F12-B99E-35C11D18B1E7}" destId="{A25C1DF6-E76C-4151-8BA7-5D4C3B8857F0}" srcOrd="0" destOrd="0" presId="urn:microsoft.com/office/officeart/2005/8/layout/hProcess4"/>
    <dgm:cxn modelId="{75F5DBA1-1D19-4C3C-9356-87FEA016EF2F}" type="presParOf" srcId="{CA3CB501-5C59-449E-B534-6AFD7B12B205}" destId="{84D68CC6-A686-4323-8FE8-5FDE1703BDF0}" srcOrd="2" destOrd="6" presId="urn:microsoft.com/office/officeart/2005/8/layout/hProcess4"/>
    <dgm:cxn modelId="{9DC04B9F-22D7-4F8E-AF6B-3B2F8132DDF4}" type="presOf" srcId="{AD7EA6FC-0854-4F12-B99E-35C11D18B1E7}" destId="{84D68CC6-A686-4323-8FE8-5FDE1703BDF0}" srcOrd="1" destOrd="0" presId="urn:microsoft.com/office/officeart/2005/8/layout/hProcess4"/>
    <dgm:cxn modelId="{C4853454-2AA5-4C4E-BCF3-3E335856A63E}" type="presParOf" srcId="{CA3CB501-5C59-449E-B534-6AFD7B12B205}" destId="{37FB752A-B0B1-4B5F-94F8-F0CA99DFBC1F}" srcOrd="3" destOrd="6" presId="urn:microsoft.com/office/officeart/2005/8/layout/hProcess4"/>
    <dgm:cxn modelId="{C0B75236-5ABF-4087-8EEB-EF1F55F14AA8}" type="presOf" srcId="{CD59EC5C-9C7D-4F05-8DD5-C087A0404CAF}" destId="{37FB752A-B0B1-4B5F-94F8-F0CA99DFBC1F}" srcOrd="0" destOrd="0" presId="urn:microsoft.com/office/officeart/2005/8/layout/hProcess4"/>
    <dgm:cxn modelId="{5B54FF4A-AFBF-417D-92B6-56E1E26001CA}" type="presParOf" srcId="{CA3CB501-5C59-449E-B534-6AFD7B12B205}" destId="{6D19F513-2D6F-4EB6-9135-CD9B4098CBD2}" srcOrd="4" destOrd="6" presId="urn:microsoft.com/office/officeart/2005/8/layout/hProcess4"/>
  </dgm:cxnLst>
  <dgm:bg/>
  <dgm:whole/>
  <dgm:extLst>
    <a:ext uri="http://schemas.microsoft.com/office/drawing/2008/diagram">
      <dsp:dataModelExt xmlns:dsp="http://schemas.microsoft.com/office/drawing/2008/diagram" relId="rId5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 xmlns:r="http://schemas.openxmlformats.org/officeDocument/2006/relationships">
  <dsp:spTree>
    <dsp:nvGrpSpPr>
      <dsp:cNvPr id="2" name="组合 1"/>
      <dsp:cNvGrpSpPr/>
    </dsp:nvGrpSpPr>
    <dsp:grpSpPr>
      <a:xfrm>
        <a:off x="0" y="0"/>
        <a:ext cx="3952875" cy="3952875"/>
        <a:chOff x="0" y="0"/>
        <a:chExt cx="3952875" cy="3952875"/>
      </a:xfrm>
    </dsp:grpSpPr>
    <dsp:sp modelId="{AADEDC73-ACB3-45A3-973A-ABF8505B3A7B}">
      <dsp:nvSpPr>
        <dsp:cNvPr id="3" name="形状 2"/>
        <dsp:cNvSpPr/>
      </dsp:nvSpPr>
      <dsp:spPr bwMode="white">
        <a:xfrm>
          <a:off x="2475389" y="1778794"/>
          <a:ext cx="2174081" cy="2174081"/>
        </a:xfrm>
        <a:prstGeom prst="gear9">
          <a:avLst/>
        </a:prstGeom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vert="horz" wrap="square" lIns="17780" tIns="17780" rIns="17780" bIns="17780" anchor="ctr"/>
        <a:lstStyle>
          <a:lvl1pPr algn="ctr">
            <a:defRPr sz="1400"/>
          </a:lvl1pPr>
          <a:lvl2pPr marL="57150" indent="-57150" algn="ctr">
            <a:defRPr sz="1000"/>
          </a:lvl2pPr>
          <a:lvl3pPr marL="114300" indent="-57150" algn="ctr">
            <a:defRPr sz="1000"/>
          </a:lvl3pPr>
          <a:lvl4pPr marL="171450" indent="-57150" algn="ctr">
            <a:defRPr sz="1000"/>
          </a:lvl4pPr>
          <a:lvl5pPr marL="228600" indent="-57150" algn="ctr">
            <a:defRPr sz="1000"/>
          </a:lvl5pPr>
          <a:lvl6pPr marL="285750" indent="-57150" algn="ctr">
            <a:defRPr sz="1000"/>
          </a:lvl6pPr>
          <a:lvl7pPr marL="342900" indent="-57150" algn="ctr">
            <a:defRPr sz="1000"/>
          </a:lvl7pPr>
          <a:lvl8pPr marL="400050" indent="-57150" algn="ctr">
            <a:defRPr sz="1000"/>
          </a:lvl8pPr>
          <a:lvl9pPr marL="457200" indent="-57150" algn="ctr">
            <a:defRPr sz="1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zh-CN">
              <a:sym typeface="+mn-ea"/>
            </a:rPr>
            <a:t>诺贝尔奖证书，每张都是一幅画</a:t>
          </a:r>
          <a:r>
            <a:rPr lang="zh-CN" altLang="zh-CN" smtClean="0">
              <a:sym typeface="+mn-ea"/>
            </a:rPr>
            <a:t>！</a:t>
          </a:r>
          <a:endParaRPr lang="zh-CN" altLang="en-US"/>
        </a:p>
      </dsp:txBody>
      <dsp:txXfrm>
        <a:off x="2475389" y="1778794"/>
        <a:ext cx="2174081" cy="2174081"/>
      </dsp:txXfrm>
    </dsp:sp>
    <dsp:sp modelId="{F496F5E5-47DD-4BF1-BD06-1907B05D2EC1}">
      <dsp:nvSpPr>
        <dsp:cNvPr id="6" name="形状 5"/>
        <dsp:cNvSpPr/>
      </dsp:nvSpPr>
      <dsp:spPr bwMode="white">
        <a:xfrm>
          <a:off x="1210469" y="1264920"/>
          <a:ext cx="1581150" cy="1581150"/>
        </a:xfrm>
        <a:prstGeom prst="gear6">
          <a:avLst/>
        </a:prstGeom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vert="horz" wrap="square" lIns="17780" tIns="17780" rIns="17780" bIns="17780" anchor="ctr"/>
        <a:lstStyle>
          <a:lvl1pPr algn="ctr">
            <a:defRPr sz="1400"/>
          </a:lvl1pPr>
          <a:lvl2pPr marL="57150" indent="-57150" algn="ctr">
            <a:defRPr sz="1000"/>
          </a:lvl2pPr>
          <a:lvl3pPr marL="114300" indent="-57150" algn="ctr">
            <a:defRPr sz="1000"/>
          </a:lvl3pPr>
          <a:lvl4pPr marL="171450" indent="-57150" algn="ctr">
            <a:defRPr sz="1000"/>
          </a:lvl4pPr>
          <a:lvl5pPr marL="228600" indent="-57150" algn="ctr">
            <a:defRPr sz="1000"/>
          </a:lvl5pPr>
          <a:lvl6pPr marL="285750" indent="-57150" algn="ctr">
            <a:defRPr sz="1000"/>
          </a:lvl6pPr>
          <a:lvl7pPr marL="342900" indent="-57150" algn="ctr">
            <a:defRPr sz="1000"/>
          </a:lvl7pPr>
          <a:lvl8pPr marL="400050" indent="-57150" algn="ctr">
            <a:defRPr sz="1000"/>
          </a:lvl8pPr>
          <a:lvl9pPr marL="457200" indent="-57150" algn="ctr">
            <a:defRPr sz="1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>
              <a:sym typeface="+mn-ea"/>
            </a:rPr>
            <a:t>诺贝尔奖历史上的</a:t>
          </a:r>
          <a:r>
            <a:rPr lang="zh-CN" altLang="en-US" smtClean="0">
              <a:sym typeface="+mn-ea"/>
            </a:rPr>
            <a:t>趣闻</a:t>
          </a:r>
          <a:endParaRPr lang="zh-CN" altLang="en-US"/>
        </a:p>
      </dsp:txBody>
      <dsp:txXfrm>
        <a:off x="1210469" y="1264920"/>
        <a:ext cx="1581150" cy="1581150"/>
      </dsp:txXfrm>
    </dsp:sp>
    <dsp:sp modelId="{76CE85FB-F342-4BD1-9F0F-FFCA043EA794}">
      <dsp:nvSpPr>
        <dsp:cNvPr id="9" name="形状 8"/>
        <dsp:cNvSpPr/>
      </dsp:nvSpPr>
      <dsp:spPr bwMode="white">
        <a:xfrm rot="-900000">
          <a:off x="2096074" y="174088"/>
          <a:ext cx="1549204" cy="1549204"/>
        </a:xfrm>
        <a:prstGeom prst="gear6">
          <a:avLst/>
        </a:prstGeom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vert="horz" wrap="square" lIns="17780" tIns="17780" rIns="17780" bIns="17780" anchor="ctr"/>
        <a:lstStyle>
          <a:lvl1pPr algn="ctr">
            <a:defRPr sz="1400"/>
          </a:lvl1pPr>
          <a:lvl2pPr marL="57150" indent="-57150" algn="ctr">
            <a:defRPr sz="1000"/>
          </a:lvl2pPr>
          <a:lvl3pPr marL="114300" indent="-57150" algn="ctr">
            <a:defRPr sz="1000"/>
          </a:lvl3pPr>
          <a:lvl4pPr marL="171450" indent="-57150" algn="ctr">
            <a:defRPr sz="1000"/>
          </a:lvl4pPr>
          <a:lvl5pPr marL="228600" indent="-57150" algn="ctr">
            <a:defRPr sz="1000"/>
          </a:lvl5pPr>
          <a:lvl6pPr marL="285750" indent="-57150" algn="ctr">
            <a:defRPr sz="1000"/>
          </a:lvl6pPr>
          <a:lvl7pPr marL="342900" indent="-57150" algn="ctr">
            <a:defRPr sz="1000"/>
          </a:lvl7pPr>
          <a:lvl8pPr marL="400050" indent="-57150" algn="ctr">
            <a:defRPr sz="1000"/>
          </a:lvl8pPr>
          <a:lvl9pPr marL="457200" indent="-57150" algn="ctr">
            <a:defRPr sz="1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mtClean="0">
              <a:sym typeface="+mn-ea"/>
            </a:rPr>
            <a:t>关于诺贝尔奖</a:t>
          </a:r>
          <a:endParaRPr lang="zh-CN" altLang="en-US"/>
        </a:p>
      </dsp:txBody>
      <dsp:txXfrm rot="-900000">
        <a:off x="2096074" y="174088"/>
        <a:ext cx="1549204" cy="1549204"/>
      </dsp:txXfrm>
    </dsp:sp>
    <dsp:sp modelId="{4FAAE36F-7EB2-4031-8CB6-7228D4CF8085}">
      <dsp:nvSpPr>
        <dsp:cNvPr id="12" name="环形箭头 11"/>
        <dsp:cNvSpPr/>
      </dsp:nvSpPr>
      <dsp:spPr bwMode="white">
        <a:xfrm>
          <a:off x="2309392" y="1456026"/>
          <a:ext cx="2775215" cy="2775215"/>
        </a:xfrm>
        <a:prstGeom prst="circularArrow">
          <a:avLst>
            <a:gd name="adj1" fmla="val 5000"/>
            <a:gd name="adj2" fmla="val 360000"/>
            <a:gd name="adj3" fmla="val 2449272"/>
            <a:gd name="adj4" fmla="val 15874093"/>
            <a:gd name="adj5" fmla="val 5500"/>
          </a:avLst>
        </a:prstGeom>
      </dsp:spPr>
      <dsp:style>
        <a:lnRef idx="0">
          <a:schemeClr val="accent1">
            <a:tint val="60000"/>
          </a:schemeClr>
        </a:lnRef>
        <a:fillRef idx="1">
          <a:schemeClr val="accent1">
            <a:tint val="60000"/>
          </a:schemeClr>
        </a:fillRef>
        <a:effectRef idx="0">
          <a:scrgbClr r="0" g="0" b="0"/>
        </a:effectRef>
        <a:fontRef idx="minor">
          <a:schemeClr val="lt1"/>
        </a:fontRef>
      </dsp:style>
      <dsp:txXfrm>
        <a:off x="2309392" y="1456026"/>
        <a:ext cx="2775215" cy="2775215"/>
      </dsp:txXfrm>
    </dsp:sp>
    <dsp:sp modelId="{E7D6F9AF-4641-422B-BA8E-29C15AC420EB}">
      <dsp:nvSpPr>
        <dsp:cNvPr id="13" name="形状 12"/>
        <dsp:cNvSpPr/>
      </dsp:nvSpPr>
      <dsp:spPr bwMode="white">
        <a:xfrm>
          <a:off x="976106" y="961763"/>
          <a:ext cx="1930584" cy="1930584"/>
        </a:xfrm>
        <a:prstGeom prst="leftCircularArrow">
          <a:avLst>
            <a:gd name="adj1" fmla="val 5000"/>
            <a:gd name="adj2" fmla="val -360000"/>
            <a:gd name="adj3" fmla="val 10419125"/>
            <a:gd name="adj4" fmla="val 14837806"/>
            <a:gd name="adj5" fmla="val 5500"/>
          </a:avLst>
        </a:prstGeom>
      </dsp:spPr>
      <dsp:style>
        <a:lnRef idx="0">
          <a:schemeClr val="accent1">
            <a:tint val="60000"/>
          </a:schemeClr>
        </a:lnRef>
        <a:fillRef idx="1">
          <a:schemeClr val="accent1">
            <a:tint val="60000"/>
          </a:schemeClr>
        </a:fillRef>
        <a:effectRef idx="0">
          <a:scrgbClr r="0" g="0" b="0"/>
        </a:effectRef>
        <a:fontRef idx="minor">
          <a:schemeClr val="lt1"/>
        </a:fontRef>
      </dsp:style>
      <dsp:txXfrm>
        <a:off x="976106" y="961763"/>
        <a:ext cx="1930584" cy="1930584"/>
      </dsp:txXfrm>
    </dsp:sp>
    <dsp:sp modelId="{FC1BADD2-F83B-463D-AD5E-D94B5D6E0055}">
      <dsp:nvSpPr>
        <dsp:cNvPr id="14" name="环形箭头 13"/>
        <dsp:cNvSpPr/>
      </dsp:nvSpPr>
      <dsp:spPr bwMode="white">
        <a:xfrm>
          <a:off x="1774687" y="-127251"/>
          <a:ext cx="2106092" cy="2106092"/>
        </a:xfrm>
        <a:prstGeom prst="circularArrow">
          <a:avLst>
            <a:gd name="adj1" fmla="val 5000"/>
            <a:gd name="adj2" fmla="val 360000"/>
            <a:gd name="adj3" fmla="val 13347948"/>
            <a:gd name="adj4" fmla="val 10508220"/>
            <a:gd name="adj5" fmla="val 5500"/>
          </a:avLst>
        </a:prstGeom>
      </dsp:spPr>
      <dsp:style>
        <a:lnRef idx="0">
          <a:schemeClr val="accent1">
            <a:tint val="60000"/>
          </a:schemeClr>
        </a:lnRef>
        <a:fillRef idx="1">
          <a:schemeClr val="accent1">
            <a:tint val="60000"/>
          </a:schemeClr>
        </a:fillRef>
        <a:effectRef idx="0">
          <a:scrgbClr r="0" g="0" b="0"/>
        </a:effectRef>
        <a:fontRef idx="minor">
          <a:schemeClr val="lt1"/>
        </a:fontRef>
      </dsp:style>
      <dsp:txXfrm>
        <a:off x="1774687" y="-127251"/>
        <a:ext cx="2106092" cy="2106092"/>
      </dsp:txXfrm>
    </dsp:sp>
    <dsp:sp modelId="{FD5126D6-DA6F-4292-A1CD-B9B71E940B47}">
      <dsp:nvSpPr>
        <dsp:cNvPr id="4" name="矩形 3" hidden="1"/>
        <dsp:cNvSpPr/>
      </dsp:nvSpPr>
      <dsp:spPr>
        <a:xfrm>
          <a:off x="3542665" y="1581150"/>
          <a:ext cx="36000" cy="36000"/>
        </a:xfrm>
        <a:prstGeom prst="rect">
          <a:avLst/>
        </a:prstGeom>
      </dsp:spPr>
      <dsp:txXfrm>
        <a:off x="3542665" y="1581150"/>
        <a:ext cx="36000" cy="36000"/>
      </dsp:txXfrm>
    </dsp:sp>
    <dsp:sp modelId="{38377115-3CED-4DD3-BBC1-2D3BAEE3F400}">
      <dsp:nvSpPr>
        <dsp:cNvPr id="5" name="矩形 4" hidden="1"/>
        <dsp:cNvSpPr/>
      </dsp:nvSpPr>
      <dsp:spPr>
        <a:xfrm>
          <a:off x="4534413" y="3755231"/>
          <a:ext cx="36000" cy="36000"/>
        </a:xfrm>
        <a:prstGeom prst="rect">
          <a:avLst/>
        </a:prstGeom>
      </dsp:spPr>
      <dsp:txXfrm>
        <a:off x="4534413" y="3755231"/>
        <a:ext cx="36000" cy="36000"/>
      </dsp:txXfrm>
    </dsp:sp>
    <dsp:sp modelId="{4B2CC2E8-6009-4937-9137-ADD5DC8273ED}">
      <dsp:nvSpPr>
        <dsp:cNvPr id="7" name="矩形 6" hidden="1"/>
        <dsp:cNvSpPr/>
      </dsp:nvSpPr>
      <dsp:spPr>
        <a:xfrm>
          <a:off x="1605756" y="1106805"/>
          <a:ext cx="36000" cy="36000"/>
        </a:xfrm>
        <a:prstGeom prst="rect">
          <a:avLst/>
        </a:prstGeom>
      </dsp:spPr>
      <dsp:txXfrm>
        <a:off x="1605756" y="1106805"/>
        <a:ext cx="36000" cy="36000"/>
      </dsp:txXfrm>
    </dsp:sp>
    <dsp:sp modelId="{CC1B951D-68BA-4CD8-9775-AEFAFF502CFD}">
      <dsp:nvSpPr>
        <dsp:cNvPr id="8" name="矩形 7" hidden="1"/>
        <dsp:cNvSpPr/>
      </dsp:nvSpPr>
      <dsp:spPr>
        <a:xfrm>
          <a:off x="1091883" y="2095024"/>
          <a:ext cx="36000" cy="36000"/>
        </a:xfrm>
        <a:prstGeom prst="rect">
          <a:avLst/>
        </a:prstGeom>
      </dsp:spPr>
      <dsp:txXfrm>
        <a:off x="1091883" y="2095024"/>
        <a:ext cx="36000" cy="36000"/>
      </dsp:txXfrm>
    </dsp:sp>
    <dsp:sp modelId="{7B4C9C98-24B9-4C2D-AE2C-7DA6F48E3628}">
      <dsp:nvSpPr>
        <dsp:cNvPr id="10" name="矩形 9" hidden="1"/>
        <dsp:cNvSpPr/>
      </dsp:nvSpPr>
      <dsp:spPr>
        <a:xfrm>
          <a:off x="1882458" y="988219"/>
          <a:ext cx="36000" cy="36000"/>
        </a:xfrm>
        <a:prstGeom prst="rect">
          <a:avLst/>
        </a:prstGeom>
      </dsp:spPr>
      <dsp:txXfrm>
        <a:off x="1882458" y="988219"/>
        <a:ext cx="36000" cy="36000"/>
      </dsp:txXfrm>
    </dsp:sp>
    <dsp:sp modelId="{47C1C2C8-E8F0-4BEF-B213-33A25D32490E}">
      <dsp:nvSpPr>
        <dsp:cNvPr id="11" name="矩形 10" hidden="1"/>
        <dsp:cNvSpPr/>
      </dsp:nvSpPr>
      <dsp:spPr>
        <a:xfrm>
          <a:off x="2198688" y="197644"/>
          <a:ext cx="36000" cy="36000"/>
        </a:xfrm>
        <a:prstGeom prst="rect">
          <a:avLst/>
        </a:prstGeom>
      </dsp:spPr>
      <dsp:txXfrm>
        <a:off x="2198688" y="197644"/>
        <a:ext cx="36000" cy="36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 xmlns:r="http://schemas.openxmlformats.org/officeDocument/2006/relationships">
  <dsp:spTree>
    <dsp:nvGrpSpPr>
      <dsp:cNvPr id="2" name="组合 1"/>
      <dsp:cNvGrpSpPr/>
    </dsp:nvGrpSpPr>
    <dsp:grpSpPr>
      <a:xfrm>
        <a:off x="0" y="0"/>
        <a:ext cx="8277225" cy="3478530"/>
        <a:chOff x="0" y="0"/>
        <a:chExt cx="8277225" cy="3478530"/>
      </a:xfrm>
    </dsp:grpSpPr>
    <dsp:sp modelId="{EA4C33C9-9B7B-4236-9D97-1954A4D46745}">
      <dsp:nvSpPr>
        <dsp:cNvPr id="4" name="圆角矩形 3"/>
        <dsp:cNvSpPr/>
      </dsp:nvSpPr>
      <dsp:spPr bwMode="white">
        <a:xfrm>
          <a:off x="0" y="1075752"/>
          <a:ext cx="1608925" cy="1327027"/>
        </a:xfrm>
        <a:prstGeom prst="roundRect">
          <a:avLst>
            <a:gd name="adj" fmla="val 10000"/>
          </a:avLst>
        </a:prstGeom>
      </dsp:spPr>
      <dsp:style>
        <a:lnRef idx="2">
          <a:schemeClr val="accent1"/>
        </a:lnRef>
        <a:fillRef idx="1">
          <a:schemeClr val="lt1">
            <a:alpha val="90000"/>
          </a:schemeClr>
        </a:fillRef>
        <a:effectRef idx="0">
          <a:scrgbClr r="0" g="0" b="0"/>
        </a:effectRef>
        <a:fontRef idx="minor"/>
      </dsp:style>
      <dsp:txBody>
        <a:bodyPr vert="horz" wrap="square" lIns="20955" tIns="20955" rIns="20955" bIns="20955" anchor="t"/>
        <a:lstStyle>
          <a:lvl1pPr algn="l">
            <a:defRPr sz="1100"/>
          </a:lvl1pPr>
          <a:lvl2pPr marL="57150" indent="-57150" algn="l">
            <a:defRPr sz="1100"/>
          </a:lvl2pPr>
          <a:lvl3pPr marL="114300" indent="-57150" algn="l">
            <a:defRPr sz="1100"/>
          </a:lvl3pPr>
          <a:lvl4pPr marL="171450" indent="-57150" algn="l">
            <a:defRPr sz="1100"/>
          </a:lvl4pPr>
          <a:lvl5pPr marL="228600" indent="-57150" algn="l">
            <a:defRPr sz="1100"/>
          </a:lvl5pPr>
          <a:lvl6pPr marL="285750" indent="-57150" algn="l">
            <a:defRPr sz="1100"/>
          </a:lvl6pPr>
          <a:lvl7pPr marL="342900" indent="-57150" algn="l">
            <a:defRPr sz="1100"/>
          </a:lvl7pPr>
          <a:lvl8pPr marL="400050" indent="-57150" algn="l">
            <a:defRPr sz="1100"/>
          </a:lvl8pPr>
          <a:lvl9pPr marL="457200" indent="-57150" algn="l">
            <a:defRPr sz="1100"/>
          </a:lvl9pPr>
        </a:lstStyle>
        <a:p>
          <a:pPr lvl="1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dirty="0">
              <a:solidFill>
                <a:schemeClr val="dk1"/>
              </a:solidFill>
              <a:sym typeface="+mn-ea"/>
            </a:rPr>
            <a:t>接受各项诺贝尔奖推荐的候选人</a:t>
          </a:r>
          <a:endParaRPr lang="zh-CN" altLang="en-US">
            <a:solidFill>
              <a:schemeClr val="dk1"/>
            </a:solidFill>
          </a:endParaRPr>
        </a:p>
        <a:p>
          <a:pPr lvl="1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zh-CN" altLang="en-US">
            <a:solidFill>
              <a:schemeClr val="dk1"/>
            </a:solidFill>
          </a:endParaRPr>
        </a:p>
      </dsp:txBody>
      <dsp:txXfrm>
        <a:off x="0" y="1075752"/>
        <a:ext cx="1608925" cy="1327027"/>
      </dsp:txXfrm>
    </dsp:sp>
    <dsp:sp modelId="{B871E909-CC84-4270-8398-F5F049AEA932}">
      <dsp:nvSpPr>
        <dsp:cNvPr id="6" name="形状 5"/>
        <dsp:cNvSpPr/>
      </dsp:nvSpPr>
      <dsp:spPr bwMode="white">
        <a:xfrm>
          <a:off x="880390" y="1329508"/>
          <a:ext cx="1919016" cy="1919016"/>
        </a:xfrm>
        <a:prstGeom prst="leftCircularArrow">
          <a:avLst>
            <a:gd name="adj1" fmla="val 5000"/>
            <a:gd name="adj2" fmla="val -360000"/>
            <a:gd name="adj3" fmla="val 2265594"/>
            <a:gd name="adj4" fmla="val 9154572"/>
            <a:gd name="adj5" fmla="val 5500"/>
          </a:avLst>
        </a:prstGeom>
      </dsp:spPr>
      <dsp:style>
        <a:lnRef idx="0">
          <a:schemeClr val="accent1">
            <a:tint val="60000"/>
          </a:schemeClr>
        </a:lnRef>
        <a:fillRef idx="1">
          <a:schemeClr val="accent1">
            <a:tint val="60000"/>
          </a:schemeClr>
        </a:fillRef>
        <a:effectRef idx="0">
          <a:scrgbClr r="0" g="0" b="0"/>
        </a:effectRef>
        <a:fontRef idx="minor">
          <a:schemeClr val="lt1"/>
        </a:fontRef>
      </dsp:style>
      <dsp:txXfrm>
        <a:off x="880390" y="1329508"/>
        <a:ext cx="1919016" cy="1919016"/>
      </dsp:txXfrm>
    </dsp:sp>
    <dsp:sp modelId="{50F89035-D090-4CAD-827E-5FE864D0CC7D}">
      <dsp:nvSpPr>
        <dsp:cNvPr id="5" name="圆角矩形 4"/>
        <dsp:cNvSpPr/>
      </dsp:nvSpPr>
      <dsp:spPr bwMode="white">
        <a:xfrm>
          <a:off x="357539" y="2118416"/>
          <a:ext cx="1430156" cy="568726"/>
        </a:xfrm>
        <a:prstGeom prst="roundRect">
          <a:avLst>
            <a:gd name="adj" fmla="val 10000"/>
          </a:avLst>
        </a:prstGeom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vert="horz" wrap="square" lIns="30480" tIns="20320" rIns="30480" bIns="20320" anchor="ctr"/>
        <a:lstStyle>
          <a:lvl1pPr algn="ctr">
            <a:defRPr sz="1600"/>
          </a:lvl1pPr>
          <a:lvl2pPr marL="114300" indent="-114300" algn="ctr">
            <a:defRPr sz="1200"/>
          </a:lvl2pPr>
          <a:lvl3pPr marL="228600" indent="-114300" algn="ctr">
            <a:defRPr sz="1200"/>
          </a:lvl3pPr>
          <a:lvl4pPr marL="342900" indent="-114300" algn="ctr">
            <a:defRPr sz="1200"/>
          </a:lvl4pPr>
          <a:lvl5pPr marL="457200" indent="-114300" algn="ctr">
            <a:defRPr sz="1200"/>
          </a:lvl5pPr>
          <a:lvl6pPr marL="571500" indent="-114300" algn="ctr">
            <a:defRPr sz="1200"/>
          </a:lvl6pPr>
          <a:lvl7pPr marL="685800" indent="-114300" algn="ctr">
            <a:defRPr sz="1200"/>
          </a:lvl7pPr>
          <a:lvl8pPr marL="800100" indent="-114300" algn="ctr">
            <a:defRPr sz="1200"/>
          </a:lvl8pPr>
          <a:lvl9pPr marL="914400" indent="-114300" algn="ctr">
            <a:defRPr sz="12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dirty="0">
              <a:sym typeface="+mn-ea"/>
            </a:rPr>
            <a:t>每年</a:t>
          </a:r>
          <a:r>
            <a:rPr lang="en-US" dirty="0">
              <a:sym typeface="+mn-ea"/>
            </a:rPr>
            <a:t>9</a:t>
          </a:r>
          <a:r>
            <a:rPr lang="zh-CN" dirty="0">
              <a:sym typeface="+mn-ea"/>
            </a:rPr>
            <a:t>月至次年</a:t>
          </a:r>
          <a:r>
            <a:rPr lang="en-US" dirty="0">
              <a:sym typeface="+mn-ea"/>
            </a:rPr>
            <a:t>1</a:t>
          </a:r>
          <a:r>
            <a:rPr lang="zh-CN" dirty="0">
              <a:sym typeface="+mn-ea"/>
            </a:rPr>
            <a:t>月</a:t>
          </a:r>
          <a:r>
            <a:rPr lang="en-US" dirty="0">
              <a:sym typeface="+mn-ea"/>
            </a:rPr>
            <a:t>31</a:t>
          </a:r>
          <a:r>
            <a:rPr lang="zh-CN" dirty="0">
              <a:sym typeface="+mn-ea"/>
            </a:rPr>
            <a:t>日</a:t>
          </a:r>
          <a:endParaRPr lang="zh-CN" altLang="en-US"/>
        </a:p>
      </dsp:txBody>
      <dsp:txXfrm>
        <a:off x="357539" y="2118416"/>
        <a:ext cx="1430156" cy="568726"/>
      </dsp:txXfrm>
    </dsp:sp>
    <dsp:sp modelId="{8C4A7715-D8F8-4D2B-94CE-98F25CB35172}">
      <dsp:nvSpPr>
        <dsp:cNvPr id="8" name="圆角矩形 7"/>
        <dsp:cNvSpPr/>
      </dsp:nvSpPr>
      <dsp:spPr bwMode="white">
        <a:xfrm>
          <a:off x="2091669" y="1035941"/>
          <a:ext cx="1705461" cy="1406648"/>
        </a:xfrm>
        <a:prstGeom prst="roundRect">
          <a:avLst>
            <a:gd name="adj" fmla="val 10000"/>
          </a:avLst>
        </a:prstGeom>
      </dsp:spPr>
      <dsp:style>
        <a:lnRef idx="2">
          <a:schemeClr val="accent1"/>
        </a:lnRef>
        <a:fillRef idx="1">
          <a:schemeClr val="lt1">
            <a:alpha val="90000"/>
          </a:schemeClr>
        </a:fillRef>
        <a:effectRef idx="0">
          <a:scrgbClr r="0" g="0" b="0"/>
        </a:effectRef>
        <a:fontRef idx="minor"/>
      </dsp:style>
      <dsp:txBody>
        <a:bodyPr vert="horz" wrap="square" lIns="20955" tIns="20955" rIns="20955" bIns="20955" anchor="t"/>
        <a:lstStyle>
          <a:lvl1pPr algn="l">
            <a:defRPr sz="1100"/>
          </a:lvl1pPr>
          <a:lvl2pPr marL="57150" indent="-57150" algn="l">
            <a:defRPr sz="1100"/>
          </a:lvl2pPr>
          <a:lvl3pPr marL="114300" indent="-57150" algn="l">
            <a:defRPr sz="1100"/>
          </a:lvl3pPr>
          <a:lvl4pPr marL="171450" indent="-57150" algn="l">
            <a:defRPr sz="1100"/>
          </a:lvl4pPr>
          <a:lvl5pPr marL="228600" indent="-57150" algn="l">
            <a:defRPr sz="1100"/>
          </a:lvl5pPr>
          <a:lvl6pPr marL="285750" indent="-57150" algn="l">
            <a:defRPr sz="1100"/>
          </a:lvl6pPr>
          <a:lvl7pPr marL="342900" indent="-57150" algn="l">
            <a:defRPr sz="1100"/>
          </a:lvl7pPr>
          <a:lvl8pPr marL="400050" indent="-57150" algn="l">
            <a:defRPr sz="1100"/>
          </a:lvl8pPr>
          <a:lvl9pPr marL="457200" indent="-57150" algn="l">
            <a:defRPr sz="1100"/>
          </a:lvl9pPr>
        </a:lstStyle>
        <a:p>
          <a:pPr lvl="1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dirty="0">
              <a:solidFill>
                <a:schemeClr val="dk1"/>
              </a:solidFill>
              <a:sym typeface="+mn-ea"/>
            </a:rPr>
            <a:t>各项诺贝尔奖评委会对推荐的候选人进行筛选、审定，工作情况严加保密</a:t>
          </a:r>
          <a:endParaRPr lang="zh-CN" altLang="en-US">
            <a:solidFill>
              <a:schemeClr val="dk1"/>
            </a:solidFill>
          </a:endParaRPr>
        </a:p>
        <a:p>
          <a:pPr lvl="1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zh-CN" altLang="en-US">
            <a:solidFill>
              <a:schemeClr val="dk1"/>
            </a:solidFill>
          </a:endParaRPr>
        </a:p>
      </dsp:txBody>
      <dsp:txXfrm>
        <a:off x="2091669" y="1035941"/>
        <a:ext cx="1705461" cy="1406648"/>
      </dsp:txXfrm>
    </dsp:sp>
    <dsp:sp modelId="{FB15DAFD-B404-4CB3-9791-947A7CB3C00D}">
      <dsp:nvSpPr>
        <dsp:cNvPr id="10" name="环形箭头 9"/>
        <dsp:cNvSpPr/>
      </dsp:nvSpPr>
      <dsp:spPr bwMode="white">
        <a:xfrm>
          <a:off x="2977333" y="161235"/>
          <a:ext cx="2166912" cy="2166912"/>
        </a:xfrm>
        <a:prstGeom prst="circularArrow">
          <a:avLst>
            <a:gd name="adj1" fmla="val 5000"/>
            <a:gd name="adj2" fmla="val 360000"/>
            <a:gd name="adj3" fmla="val 19579685"/>
            <a:gd name="adj4" fmla="val 12690706"/>
            <a:gd name="adj5" fmla="val 5500"/>
          </a:avLst>
        </a:prstGeom>
      </dsp:spPr>
      <dsp:style>
        <a:lnRef idx="0">
          <a:schemeClr val="accent1">
            <a:tint val="60000"/>
          </a:schemeClr>
        </a:lnRef>
        <a:fillRef idx="1">
          <a:schemeClr val="accent1">
            <a:tint val="60000"/>
          </a:schemeClr>
        </a:fillRef>
        <a:effectRef idx="0">
          <a:scrgbClr r="0" g="0" b="0"/>
        </a:effectRef>
        <a:fontRef idx="minor">
          <a:schemeClr val="lt1"/>
        </a:fontRef>
      </dsp:style>
      <dsp:txXfrm>
        <a:off x="2977333" y="161235"/>
        <a:ext cx="2166912" cy="2166912"/>
      </dsp:txXfrm>
    </dsp:sp>
    <dsp:sp modelId="{D48BF050-6660-4D4F-AF7C-757C782402D6}">
      <dsp:nvSpPr>
        <dsp:cNvPr id="9" name="圆角矩形 8"/>
        <dsp:cNvSpPr/>
      </dsp:nvSpPr>
      <dsp:spPr bwMode="white">
        <a:xfrm>
          <a:off x="2470660" y="734516"/>
          <a:ext cx="1515965" cy="602849"/>
        </a:xfrm>
        <a:prstGeom prst="roundRect">
          <a:avLst>
            <a:gd name="adj" fmla="val 10000"/>
          </a:avLst>
        </a:prstGeom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vert="horz" wrap="square" lIns="30480" tIns="20320" rIns="30480" bIns="20320" anchor="ctr"/>
        <a:lstStyle>
          <a:lvl1pPr algn="ctr">
            <a:defRPr sz="1600"/>
          </a:lvl1pPr>
          <a:lvl2pPr marL="114300" indent="-114300" algn="ctr">
            <a:defRPr sz="1200"/>
          </a:lvl2pPr>
          <a:lvl3pPr marL="228600" indent="-114300" algn="ctr">
            <a:defRPr sz="1200"/>
          </a:lvl3pPr>
          <a:lvl4pPr marL="342900" indent="-114300" algn="ctr">
            <a:defRPr sz="1200"/>
          </a:lvl4pPr>
          <a:lvl5pPr marL="457200" indent="-114300" algn="ctr">
            <a:defRPr sz="1200"/>
          </a:lvl5pPr>
          <a:lvl6pPr marL="571500" indent="-114300" algn="ctr">
            <a:defRPr sz="1200"/>
          </a:lvl6pPr>
          <a:lvl7pPr marL="685800" indent="-114300" algn="ctr">
            <a:defRPr sz="1200"/>
          </a:lvl7pPr>
          <a:lvl8pPr marL="800100" indent="-114300" algn="ctr">
            <a:defRPr sz="1200"/>
          </a:lvl8pPr>
          <a:lvl9pPr marL="914400" indent="-114300" algn="ctr">
            <a:defRPr sz="12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dirty="0">
              <a:sym typeface="+mn-ea"/>
            </a:rPr>
            <a:t>2</a:t>
          </a:r>
          <a:r>
            <a:rPr lang="zh-CN" dirty="0">
              <a:sym typeface="+mn-ea"/>
            </a:rPr>
            <a:t>月</a:t>
          </a:r>
          <a:r>
            <a:rPr lang="en-US" dirty="0">
              <a:sym typeface="+mn-ea"/>
            </a:rPr>
            <a:t>1</a:t>
          </a:r>
          <a:r>
            <a:rPr lang="zh-CN" dirty="0">
              <a:sym typeface="+mn-ea"/>
            </a:rPr>
            <a:t>日起</a:t>
          </a:r>
          <a:endParaRPr lang="zh-CN" altLang="en-US"/>
        </a:p>
      </dsp:txBody>
      <dsp:txXfrm>
        <a:off x="2470660" y="734516"/>
        <a:ext cx="1515965" cy="602849"/>
      </dsp:txXfrm>
    </dsp:sp>
    <dsp:sp modelId="{0428F0A0-98D5-457A-BE43-28F46915FA56}">
      <dsp:nvSpPr>
        <dsp:cNvPr id="12" name="圆角矩形 11"/>
        <dsp:cNvSpPr/>
      </dsp:nvSpPr>
      <dsp:spPr bwMode="white">
        <a:xfrm>
          <a:off x="4290600" y="1075752"/>
          <a:ext cx="1608925" cy="1327027"/>
        </a:xfrm>
        <a:prstGeom prst="roundRect">
          <a:avLst>
            <a:gd name="adj" fmla="val 10000"/>
          </a:avLst>
        </a:prstGeom>
      </dsp:spPr>
      <dsp:style>
        <a:lnRef idx="2">
          <a:schemeClr val="accent1"/>
        </a:lnRef>
        <a:fillRef idx="1">
          <a:schemeClr val="lt1">
            <a:alpha val="90000"/>
          </a:schemeClr>
        </a:fillRef>
        <a:effectRef idx="0">
          <a:scrgbClr r="0" g="0" b="0"/>
        </a:effectRef>
        <a:fontRef idx="minor"/>
      </dsp:style>
      <dsp:txBody>
        <a:bodyPr vert="horz" wrap="square" lIns="20955" tIns="20955" rIns="20955" bIns="20955" anchor="t"/>
        <a:lstStyle>
          <a:lvl1pPr algn="l">
            <a:defRPr sz="1100"/>
          </a:lvl1pPr>
          <a:lvl2pPr marL="57150" indent="-57150" algn="l">
            <a:defRPr sz="1100"/>
          </a:lvl2pPr>
          <a:lvl3pPr marL="114300" indent="-57150" algn="l">
            <a:defRPr sz="1100"/>
          </a:lvl3pPr>
          <a:lvl4pPr marL="171450" indent="-57150" algn="l">
            <a:defRPr sz="1100"/>
          </a:lvl4pPr>
          <a:lvl5pPr marL="228600" indent="-57150" algn="l">
            <a:defRPr sz="1100"/>
          </a:lvl5pPr>
          <a:lvl6pPr marL="285750" indent="-57150" algn="l">
            <a:defRPr sz="1100"/>
          </a:lvl6pPr>
          <a:lvl7pPr marL="342900" indent="-57150" algn="l">
            <a:defRPr sz="1100"/>
          </a:lvl7pPr>
          <a:lvl8pPr marL="400050" indent="-57150" algn="l">
            <a:defRPr sz="1100"/>
          </a:lvl8pPr>
          <a:lvl9pPr marL="457200" indent="-57150" algn="l">
            <a:defRPr sz="1100"/>
          </a:lvl9pPr>
        </a:lstStyle>
        <a:p>
          <a:pPr lvl="1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dirty="0">
              <a:solidFill>
                <a:schemeClr val="dk1"/>
              </a:solidFill>
              <a:sym typeface="+mn-ea"/>
            </a:rPr>
            <a:t>公布各项诺贝尔奖获得者名单</a:t>
          </a:r>
          <a:endParaRPr lang="zh-CN" altLang="en-US">
            <a:solidFill>
              <a:schemeClr val="dk1"/>
            </a:solidFill>
          </a:endParaRPr>
        </a:p>
        <a:p>
          <a:pPr lvl="1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zh-CN" altLang="en-US">
            <a:solidFill>
              <a:schemeClr val="dk1"/>
            </a:solidFill>
          </a:endParaRPr>
        </a:p>
        <a:p>
          <a:pPr lvl="1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zh-CN" altLang="en-US">
            <a:solidFill>
              <a:schemeClr val="dk1"/>
            </a:solidFill>
          </a:endParaRPr>
        </a:p>
        <a:p>
          <a:pPr lvl="1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zh-CN" altLang="en-US">
            <a:solidFill>
              <a:schemeClr val="dk1"/>
            </a:solidFill>
          </a:endParaRPr>
        </a:p>
      </dsp:txBody>
      <dsp:txXfrm>
        <a:off x="4290600" y="1075752"/>
        <a:ext cx="1608925" cy="1327027"/>
      </dsp:txXfrm>
    </dsp:sp>
    <dsp:sp modelId="{8BCF8444-0CDD-429B-A937-FAA80DC867B6}">
      <dsp:nvSpPr>
        <dsp:cNvPr id="14" name="形状 13"/>
        <dsp:cNvSpPr/>
      </dsp:nvSpPr>
      <dsp:spPr bwMode="white">
        <a:xfrm>
          <a:off x="5170990" y="1329508"/>
          <a:ext cx="1919016" cy="1919016"/>
        </a:xfrm>
        <a:prstGeom prst="leftCircularArrow">
          <a:avLst>
            <a:gd name="adj1" fmla="val 5000"/>
            <a:gd name="adj2" fmla="val -360000"/>
            <a:gd name="adj3" fmla="val 2265594"/>
            <a:gd name="adj4" fmla="val 9154572"/>
            <a:gd name="adj5" fmla="val 5500"/>
          </a:avLst>
        </a:prstGeom>
      </dsp:spPr>
      <dsp:style>
        <a:lnRef idx="0">
          <a:schemeClr val="accent1">
            <a:tint val="60000"/>
          </a:schemeClr>
        </a:lnRef>
        <a:fillRef idx="1">
          <a:schemeClr val="accent1">
            <a:tint val="60000"/>
          </a:schemeClr>
        </a:fillRef>
        <a:effectRef idx="0">
          <a:scrgbClr r="0" g="0" b="0"/>
        </a:effectRef>
        <a:fontRef idx="minor">
          <a:schemeClr val="lt1"/>
        </a:fontRef>
      </dsp:style>
      <dsp:txXfrm>
        <a:off x="5170990" y="1329508"/>
        <a:ext cx="1919016" cy="1919016"/>
      </dsp:txXfrm>
    </dsp:sp>
    <dsp:sp modelId="{E8647766-AE1D-45F8-B3AB-5EEE3BDE8498}">
      <dsp:nvSpPr>
        <dsp:cNvPr id="13" name="圆角矩形 12"/>
        <dsp:cNvSpPr/>
      </dsp:nvSpPr>
      <dsp:spPr bwMode="white">
        <a:xfrm>
          <a:off x="4648139" y="2118416"/>
          <a:ext cx="1430156" cy="568726"/>
        </a:xfrm>
        <a:prstGeom prst="roundRect">
          <a:avLst>
            <a:gd name="adj" fmla="val 10000"/>
          </a:avLst>
        </a:prstGeom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vert="horz" wrap="square" lIns="30480" tIns="20320" rIns="30480" bIns="20320" anchor="ctr"/>
        <a:lstStyle>
          <a:lvl1pPr algn="ctr">
            <a:defRPr sz="1600"/>
          </a:lvl1pPr>
          <a:lvl2pPr marL="114300" indent="-114300" algn="ctr">
            <a:defRPr sz="1200"/>
          </a:lvl2pPr>
          <a:lvl3pPr marL="228600" indent="-114300" algn="ctr">
            <a:defRPr sz="1200"/>
          </a:lvl3pPr>
          <a:lvl4pPr marL="342900" indent="-114300" algn="ctr">
            <a:defRPr sz="1200"/>
          </a:lvl4pPr>
          <a:lvl5pPr marL="457200" indent="-114300" algn="ctr">
            <a:defRPr sz="1200"/>
          </a:lvl5pPr>
          <a:lvl6pPr marL="571500" indent="-114300" algn="ctr">
            <a:defRPr sz="1200"/>
          </a:lvl6pPr>
          <a:lvl7pPr marL="685800" indent="-114300" algn="ctr">
            <a:defRPr sz="1200"/>
          </a:lvl7pPr>
          <a:lvl8pPr marL="800100" indent="-114300" algn="ctr">
            <a:defRPr sz="1200"/>
          </a:lvl8pPr>
          <a:lvl9pPr marL="914400" indent="-114300" algn="ctr">
            <a:defRPr sz="12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dirty="0">
              <a:sym typeface="+mn-ea"/>
            </a:rPr>
            <a:t>10</a:t>
          </a:r>
          <a:r>
            <a:rPr lang="zh-CN" dirty="0">
              <a:sym typeface="+mn-ea"/>
            </a:rPr>
            <a:t>月中旬</a:t>
          </a:r>
          <a:endParaRPr lang="zh-CN" altLang="en-US"/>
        </a:p>
      </dsp:txBody>
      <dsp:txXfrm>
        <a:off x="4648139" y="2118416"/>
        <a:ext cx="1430156" cy="568726"/>
      </dsp:txXfrm>
    </dsp:sp>
    <dsp:sp modelId="{A25C1DF6-E76C-4151-8BA7-5D4C3B8857F0}">
      <dsp:nvSpPr>
        <dsp:cNvPr id="16" name="圆角矩形 15"/>
        <dsp:cNvSpPr/>
      </dsp:nvSpPr>
      <dsp:spPr bwMode="white">
        <a:xfrm>
          <a:off x="6382269" y="1035941"/>
          <a:ext cx="1705461" cy="1406648"/>
        </a:xfrm>
        <a:prstGeom prst="roundRect">
          <a:avLst>
            <a:gd name="adj" fmla="val 10000"/>
          </a:avLst>
        </a:prstGeom>
      </dsp:spPr>
      <dsp:style>
        <a:lnRef idx="2">
          <a:schemeClr val="accent1"/>
        </a:lnRef>
        <a:fillRef idx="1">
          <a:schemeClr val="lt1">
            <a:alpha val="90000"/>
          </a:schemeClr>
        </a:fillRef>
        <a:effectRef idx="0">
          <a:scrgbClr r="0" g="0" b="0"/>
        </a:effectRef>
        <a:fontRef idx="minor"/>
      </dsp:style>
      <dsp:txBody>
        <a:bodyPr vert="horz" wrap="square" lIns="20955" tIns="20955" rIns="20955" bIns="20955" anchor="t"/>
        <a:lstStyle>
          <a:lvl1pPr algn="l">
            <a:defRPr sz="1100"/>
          </a:lvl1pPr>
          <a:lvl2pPr marL="57150" indent="-57150" algn="l">
            <a:defRPr sz="1100"/>
          </a:lvl2pPr>
          <a:lvl3pPr marL="114300" indent="-57150" algn="l">
            <a:defRPr sz="1100"/>
          </a:lvl3pPr>
          <a:lvl4pPr marL="171450" indent="-57150" algn="l">
            <a:defRPr sz="1100"/>
          </a:lvl4pPr>
          <a:lvl5pPr marL="228600" indent="-57150" algn="l">
            <a:defRPr sz="1100"/>
          </a:lvl5pPr>
          <a:lvl6pPr marL="285750" indent="-57150" algn="l">
            <a:defRPr sz="1100"/>
          </a:lvl6pPr>
          <a:lvl7pPr marL="342900" indent="-57150" algn="l">
            <a:defRPr sz="1100"/>
          </a:lvl7pPr>
          <a:lvl8pPr marL="400050" indent="-57150" algn="l">
            <a:defRPr sz="1100"/>
          </a:lvl8pPr>
          <a:lvl9pPr marL="457200" indent="-57150" algn="l">
            <a:defRPr sz="1100"/>
          </a:lvl9pPr>
        </a:lstStyle>
        <a:p>
          <a:pPr lvl="1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>
              <a:solidFill>
                <a:schemeClr val="dk1"/>
              </a:solidFill>
              <a:sym typeface="+mn-ea"/>
            </a:rPr>
            <a:t>在</a:t>
          </a:r>
          <a:r>
            <a:rPr lang="zh-CN" dirty="0">
              <a:solidFill>
                <a:schemeClr val="dk1"/>
              </a:solidFill>
              <a:sym typeface="+mn-ea"/>
            </a:rPr>
            <a:t>斯德哥尔摩和奥斯陆分别举行诺贝尔奖颁发仪式，瑞典国王及王后出席并授奖</a:t>
          </a:r>
          <a:endParaRPr lang="zh-CN" dirty="0">
            <a:solidFill>
              <a:schemeClr val="dk1"/>
            </a:solidFill>
          </a:endParaRPr>
        </a:p>
      </dsp:txBody>
      <dsp:txXfrm>
        <a:off x="6382269" y="1035941"/>
        <a:ext cx="1705461" cy="1406648"/>
      </dsp:txXfrm>
    </dsp:sp>
    <dsp:sp modelId="{37FB752A-B0B1-4B5F-94F8-F0CA99DFBC1F}">
      <dsp:nvSpPr>
        <dsp:cNvPr id="17" name="圆角矩形 16"/>
        <dsp:cNvSpPr/>
      </dsp:nvSpPr>
      <dsp:spPr bwMode="white">
        <a:xfrm>
          <a:off x="6761260" y="734516"/>
          <a:ext cx="1515965" cy="602849"/>
        </a:xfrm>
        <a:prstGeom prst="roundRect">
          <a:avLst>
            <a:gd name="adj" fmla="val 10000"/>
          </a:avLst>
        </a:prstGeom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vert="horz" wrap="square" lIns="30480" tIns="20320" rIns="30480" bIns="20320" anchor="ctr"/>
        <a:lstStyle>
          <a:lvl1pPr algn="ctr">
            <a:defRPr sz="1600"/>
          </a:lvl1pPr>
          <a:lvl2pPr marL="114300" indent="-114300" algn="ctr">
            <a:defRPr sz="1200"/>
          </a:lvl2pPr>
          <a:lvl3pPr marL="228600" indent="-114300" algn="ctr">
            <a:defRPr sz="1200"/>
          </a:lvl3pPr>
          <a:lvl4pPr marL="342900" indent="-114300" algn="ctr">
            <a:defRPr sz="1200"/>
          </a:lvl4pPr>
          <a:lvl5pPr marL="457200" indent="-114300" algn="ctr">
            <a:defRPr sz="1200"/>
          </a:lvl5pPr>
          <a:lvl6pPr marL="571500" indent="-114300" algn="ctr">
            <a:defRPr sz="1200"/>
          </a:lvl6pPr>
          <a:lvl7pPr marL="685800" indent="-114300" algn="ctr">
            <a:defRPr sz="1200"/>
          </a:lvl7pPr>
          <a:lvl8pPr marL="800100" indent="-114300" algn="ctr">
            <a:defRPr sz="1200"/>
          </a:lvl8pPr>
          <a:lvl9pPr marL="914400" indent="-114300" algn="ctr">
            <a:defRPr sz="12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>
              <a:sym typeface="+mn-ea"/>
            </a:rPr>
            <a:t>1</a:t>
          </a:r>
          <a:r>
            <a:rPr lang="en-US" dirty="0">
              <a:sym typeface="+mn-ea"/>
            </a:rPr>
            <a:t>2</a:t>
          </a:r>
          <a:r>
            <a:rPr>
              <a:sym typeface="+mn-ea"/>
            </a:rPr>
            <a:t>月</a:t>
          </a:r>
          <a:r>
            <a:rPr>
              <a:sym typeface="+mn-ea"/>
            </a:rPr>
            <a:t>1</a:t>
          </a:r>
          <a:r>
            <a:rPr lang="en-US" dirty="0">
              <a:sym typeface="+mn-ea"/>
            </a:rPr>
            <a:t>0</a:t>
          </a:r>
          <a:r>
            <a:rPr>
              <a:sym typeface="+mn-ea"/>
            </a:rPr>
            <a:t>日</a:t>
          </a:r>
          <a:r>
            <a:rPr lang="zh-CN" dirty="0">
              <a:sym typeface="+mn-ea"/>
            </a:rPr>
            <a:t>诺贝尔逝世纪念日</a:t>
          </a:r>
          <a:endParaRPr lang="zh-CN" dirty="0"/>
        </a:p>
      </dsp:txBody>
      <dsp:txXfrm>
        <a:off x="6761260" y="734516"/>
        <a:ext cx="1515965" cy="602849"/>
      </dsp:txXfrm>
    </dsp:sp>
    <dsp:sp modelId="{24BEEBBD-4900-44F6-A6F9-3F722A9F3012}">
      <dsp:nvSpPr>
        <dsp:cNvPr id="3" name="矩形 2" hidden="1"/>
        <dsp:cNvSpPr/>
      </dsp:nvSpPr>
      <dsp:spPr>
        <a:xfrm>
          <a:off x="0" y="791389"/>
          <a:ext cx="1787695" cy="1895753"/>
        </a:xfrm>
        <a:prstGeom prst="rect">
          <a:avLst/>
        </a:prstGeom>
      </dsp:spPr>
      <dsp:txXfrm>
        <a:off x="0" y="791389"/>
        <a:ext cx="1787695" cy="1895753"/>
      </dsp:txXfrm>
    </dsp:sp>
    <dsp:sp modelId="{8C60EF28-DEE2-471E-9110-F1DE84254762}">
      <dsp:nvSpPr>
        <dsp:cNvPr id="7" name="矩形 6" hidden="1"/>
        <dsp:cNvSpPr/>
      </dsp:nvSpPr>
      <dsp:spPr>
        <a:xfrm>
          <a:off x="2091669" y="734516"/>
          <a:ext cx="1894956" cy="2009498"/>
        </a:xfrm>
        <a:prstGeom prst="rect">
          <a:avLst/>
        </a:prstGeom>
      </dsp:spPr>
      <dsp:txXfrm>
        <a:off x="2091669" y="734516"/>
        <a:ext cx="1894956" cy="2009498"/>
      </dsp:txXfrm>
    </dsp:sp>
    <dsp:sp modelId="{020AEDA5-DA09-4A53-AF58-AED2EF90E935}">
      <dsp:nvSpPr>
        <dsp:cNvPr id="11" name="矩形 10" hidden="1"/>
        <dsp:cNvSpPr/>
      </dsp:nvSpPr>
      <dsp:spPr>
        <a:xfrm>
          <a:off x="4290600" y="791389"/>
          <a:ext cx="1787695" cy="1895753"/>
        </a:xfrm>
        <a:prstGeom prst="rect">
          <a:avLst/>
        </a:prstGeom>
      </dsp:spPr>
      <dsp:txXfrm>
        <a:off x="4290600" y="791389"/>
        <a:ext cx="1787695" cy="1895753"/>
      </dsp:txXfrm>
    </dsp:sp>
    <dsp:sp modelId="{AC65ED00-0E00-4399-8E1C-BA6F107372D1}">
      <dsp:nvSpPr>
        <dsp:cNvPr id="15" name="矩形 14" hidden="1"/>
        <dsp:cNvSpPr/>
      </dsp:nvSpPr>
      <dsp:spPr>
        <a:xfrm>
          <a:off x="6382269" y="734516"/>
          <a:ext cx="1894956" cy="2009498"/>
        </a:xfrm>
        <a:prstGeom prst="rect">
          <a:avLst/>
        </a:prstGeom>
      </dsp:spPr>
      <dsp:txXfrm>
        <a:off x="6382269" y="734516"/>
        <a:ext cx="1894956" cy="200949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gear1">
  <dgm:title val=""/>
  <dgm:desc val=""/>
  <dgm:catLst>
    <dgm:cat type="relationship" pri="3000"/>
    <dgm:cat type="process" pri="28000"/>
    <dgm:cat type="cycle" pri="14000"/>
  </dgm:catLst>
  <dgm:sampData useDef="1">
    <dgm:dataModel>
      <dgm:ptLst/>
      <dgm:bg/>
      <dgm:whole/>
    </dgm:dataModel>
  </dgm:sampData>
  <dgm:styleData>
    <dgm:dataModel>
      <dgm:ptLst>
        <dgm:pt modelId="0" type="doc">
          <dgm:prSet qsTypeId="urn:microsoft.com/office/officeart/2005/8/quickstyle/simple5"/>
        </dgm:pt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 useDef="1">
    <dgm:dataModel>
      <dgm:ptLst/>
      <dgm:bg/>
      <dgm:whole/>
    </dgm:dataModel>
  </dgm:clrData>
  <dgm:layoutNode name="composite">
    <dgm:varLst>
      <dgm:chMax val="3"/>
      <dgm:animLvl val="lvl"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axis="ch" ptType="node" func="cnt" op="lte" val="1">
        <dgm:constrLst>
          <dgm:constr type="primFontSz" for="ch" ptType="node" op="equ" val="65"/>
          <dgm:constr type="w" for="ch" forName="gear1" refType="w" fact="0.55"/>
          <dgm:constr type="h" for="ch" forName="gear1" refType="w" fact="0.55"/>
          <dgm:constr type="l" for="ch" forName="gear1" refType="w" fact="0.05"/>
          <dgm:constr type="t" for="ch" forName="gear1" refType="w" fact="0.05"/>
          <dgm:constr type="w" for="ch" forName="gear1srcNode" val="1"/>
          <dgm:constr type="h" for="ch" forName="gear1srcNode" val="1"/>
          <dgm:constr type="l" for="ch" forName="gear1srcNode" refType="w" fact="0.32"/>
          <dgm:constr type="t" for="ch" forName="gear1srcNode"/>
          <dgm:constr type="w" for="ch" forName="gear1dstNode" val="1"/>
          <dgm:constr type="h" for="ch" forName="gear1dstNode" val="1"/>
          <dgm:constr type="r" for="ch" forName="gear1dstNode" refType="w" fact="0.58"/>
          <dgm:constr type="t" for="ch" forName="gear1dstNode" refType="h" fact="0.55"/>
          <dgm:constr type="diam" for="des" forName="connector1" refType="w" refFor="ch" refForName="gear1" op="equ" fact="1.1"/>
          <dgm:constr type="h" for="des" forName="connector1" refType="w" refFor="ch" refForName="gear1" op="equ" fact="0.1"/>
          <dgm:constr type="w" for="ch" forName="gear1ch" refType="w" fact="0.35"/>
          <dgm:constr type="h" for="ch" forName="gear1ch" refType="w" refFor="ch" refForName="gear1ch" fact="0.6"/>
          <dgm:constr type="l" for="ch" forName="gear1ch"/>
          <dgm:constr type="b" for="ch" forName="gear1ch" refType="h" fact="0.6"/>
        </dgm:constrLst>
      </dgm:if>
      <dgm:if name="Name2" axis="ch" ptType="node" func="cnt" op="equ" val="2">
        <dgm:constrLst>
          <dgm:constr type="primFontSz" for="ch" ptType="node" op="equ" val="65"/>
          <dgm:constr type="w" for="ch" forName="gear1" refType="w" fact="0.55"/>
          <dgm:constr type="h" for="ch" forName="gear1" refType="w" fact="0.55"/>
          <dgm:constr type="l" for="ch" forName="gear1" refType="w" fact="0.45"/>
          <dgm:constr type="t" for="ch" forName="gear1" refType="w" fact="0.25"/>
          <dgm:constr type="w" for="ch" forName="gear1srcNode" val="1"/>
          <dgm:constr type="h" for="ch" forName="gear1srcNode" val="1"/>
          <dgm:constr type="l" for="ch" forName="gear1srcNode" refType="w" fact="0.72"/>
          <dgm:constr type="t" for="ch" forName="gear1srcNode" refType="w" fact="0.2"/>
          <dgm:constr type="w" for="ch" forName="gear1dstNode" val="1"/>
          <dgm:constr type="h" for="ch" forName="gear1dstNode" val="1"/>
          <dgm:constr type="r" for="ch" forName="gear1dstNode" refType="w" fact="0.98"/>
          <dgm:constr type="t" for="ch" forName="gear1dstNode" refType="h" fact="0.75"/>
          <dgm:constr type="diam" for="des" forName="connector1" refType="w" refFor="ch" refForName="gear1" op="equ" fact="1.1"/>
          <dgm:constr type="h" for="des" forName="connector1" refType="w" refFor="ch" refForName="gear1" op="equ" fact="0.1"/>
          <dgm:constr type="w" for="ch" forName="gear1ch" refType="w" fact="0.35"/>
          <dgm:constr type="h" for="ch" forName="gear1ch" refType="w" refFor="ch" refForName="gear1ch" fact="0.6"/>
          <dgm:constr type="l" for="ch" forName="gear1ch" refType="w" fact="0.38"/>
          <dgm:constr type="b" for="ch" forName="gear1ch" refType="w" fact="0.8"/>
          <dgm:constr type="w" for="ch" forName="gear2" refType="w" fact="0.4"/>
          <dgm:constr type="h" for="ch" forName="gear2" refType="w" fact="0.4"/>
          <dgm:constr type="l" for="ch" forName="gear2" refType="w" fact="0.13"/>
          <dgm:constr type="t" for="ch" forName="gear2" refType="w" fact="0.12"/>
          <dgm:constr type="w" for="ch" forName="gear2srcNode" val="1"/>
          <dgm:constr type="h" for="ch" forName="gear2srcNode" val="1"/>
          <dgm:constr type="l" for="ch" forName="gear2srcNode" refType="w" fact="0.23"/>
          <dgm:constr type="t" for="ch" forName="gear2srcNode" refType="w" fact="0.08"/>
          <dgm:constr type="w" for="ch" forName="gear2dstNode" val="1"/>
          <dgm:constr type="h" for="ch" forName="gear2dstNode" val="1"/>
          <dgm:constr type="l" for="ch" forName="gear2dstNode" refType="w" fact="0.1"/>
          <dgm:constr type="t" for="ch" forName="gear2dstNode" refType="h" fact="0.33"/>
          <dgm:constr type="diam" for="des" forName="connector2" refType="w" refFor="ch" refForName="gear2" op="equ" fact="-1.1"/>
          <dgm:constr type="h" for="des" forName="connector2" refType="w" refFor="ch" refForName="gear1" op="equ" fact="0.1"/>
          <dgm:constr type="w" for="ch" forName="gear2ch" refType="w" fact="0.35"/>
          <dgm:constr type="h" for="ch" forName="gear2ch" refType="w" refFor="ch" refForName="gear2ch" fact="0.6"/>
          <dgm:constr type="l" for="ch" forName="gear2ch" refType="w" fact="0.34"/>
          <dgm:constr type="t" for="ch" forName="gear2ch" refType="w" fact="0.04"/>
        </dgm:constrLst>
      </dgm:if>
      <dgm:else name="Name3">
        <dgm:constrLst>
          <dgm:constr type="primFontSz" for="ch" ptType="node" op="equ" val="65"/>
          <dgm:constr type="w" for="ch" forName="gear1" refType="w" fact="0.55"/>
          <dgm:constr type="h" for="ch" forName="gear1" refType="w" fact="0.55"/>
          <dgm:constr type="l" for="ch" forName="gear1" refType="w" fact="0.45"/>
          <dgm:constr type="t" for="ch" forName="gear1" refType="w" fact="0.45"/>
          <dgm:constr type="w" for="ch" forName="gear1srcNode" val="1"/>
          <dgm:constr type="h" for="ch" forName="gear1srcNode" val="1"/>
          <dgm:constr type="l" for="ch" forName="gear1srcNode" refType="w" fact="0.72"/>
          <dgm:constr type="t" for="ch" forName="gear1srcNode" refType="w" fact="0.4"/>
          <dgm:constr type="w" for="ch" forName="gear1dstNode" val="1"/>
          <dgm:constr type="h" for="ch" forName="gear1dstNode" val="1"/>
          <dgm:constr type="r" for="ch" forName="gear1dstNode" refType="w" fact="0.98"/>
          <dgm:constr type="t" for="ch" forName="gear1dstNode" refType="h" fact="0.95"/>
          <dgm:constr type="diam" for="des" forName="connector1" refType="w" refFor="ch" refForName="gear1" op="equ" fact="1.15"/>
          <dgm:constr type="h" for="des" forName="connector1" refType="w" refFor="ch" refForName="gear1" op="equ" fact="0.1"/>
          <dgm:constr type="w" for="ch" forName="gear1ch" refType="w" fact="0.35"/>
          <dgm:constr type="h" for="ch" forName="gear1ch" refType="w" refFor="ch" refForName="gear1ch" fact="0.6"/>
          <dgm:constr type="l" for="ch" forName="gear1ch" refType="w" fact="0.38"/>
          <dgm:constr type="b" for="ch" forName="gear1ch" refType="h"/>
          <dgm:constr type="w" for="ch" forName="gear2" refType="w" fact="0.4"/>
          <dgm:constr type="h" for="ch" forName="gear2" refType="w" fact="0.4"/>
          <dgm:constr type="l" for="ch" forName="gear2" refType="w" fact="0.13"/>
          <dgm:constr type="t" for="ch" forName="gear2" refType="w" fact="0.32"/>
          <dgm:constr type="w" for="ch" forName="gear2srcNode" val="1"/>
          <dgm:constr type="h" for="ch" forName="gear2srcNode" val="1"/>
          <dgm:constr type="l" for="ch" forName="gear2srcNode" refType="w" fact="0.23"/>
          <dgm:constr type="t" for="ch" forName="gear2srcNode" refType="w" fact="0.28"/>
          <dgm:constr type="w" for="ch" forName="gear2dstNode" val="1"/>
          <dgm:constr type="h" for="ch" forName="gear2dstNode" val="1"/>
          <dgm:constr type="l" for="ch" forName="gear2dstNode" refType="w" fact="0.1"/>
          <dgm:constr type="t" for="ch" forName="gear2dstNode" refType="h" fact="0.53"/>
          <dgm:constr type="diam" for="des" forName="connector2" refType="w" refFor="ch" refForName="gear2" op="equ" fact="-1.1"/>
          <dgm:constr type="h" for="des" forName="connector2" refType="w" refFor="ch" refForName="gear1" op="equ" fact="0.1"/>
          <dgm:constr type="w" for="ch" forName="gear2ch" refType="w" fact="0.35"/>
          <dgm:constr type="h" for="ch" forName="gear2ch" refType="w" refFor="ch" refForName="gear2ch" fact="0.6"/>
          <dgm:constr type="l" for="ch" forName="gear2ch"/>
          <dgm:constr type="t" for="ch" forName="gear2ch" refType="w" fact="0.58"/>
          <dgm:constr type="w" for="ch" forName="gear3" refType="w" fact="0.48"/>
          <dgm:constr type="h" for="ch" forName="gear3" refType="w" fact="0.48"/>
          <dgm:constr type="l" for="ch" forName="gear3" refType="w" fact="0.31"/>
          <dgm:constr type="t" for="ch" forName="gear3"/>
          <dgm:constr type="w" for="ch" forName="gear3tx" refType="w" fact="0.22"/>
          <dgm:constr type="h" for="ch" forName="gear3tx" refType="w" fact="0.22"/>
          <dgm:constr type="ctrX" for="ch" forName="gear3tx" refType="ctrX" refFor="ch" refForName="gear3"/>
          <dgm:constr type="ctrY" for="ch" forName="gear3tx" refType="ctrY" refFor="ch" refForName="gear3"/>
          <dgm:constr type="w" for="ch" forName="gear3srcNode" val="1"/>
          <dgm:constr type="h" for="ch" forName="gear3srcNode" val="1"/>
          <dgm:constr type="l" for="ch" forName="gear3srcNode" refType="w" fact="0.3"/>
          <dgm:constr type="t" for="ch" forName="gear3srcNode" refType="w" fact="0.25"/>
          <dgm:constr type="w" for="ch" forName="gear3dstNode" val="1"/>
          <dgm:constr type="h" for="ch" forName="gear3dstNode" val="1"/>
          <dgm:constr type="l" for="ch" forName="gear3dstNode" refType="w" fact="0.38"/>
          <dgm:constr type="t" for="ch" forName="gear3dstNode" refType="h" fact="0.05"/>
          <dgm:constr type="diam" for="des" forName="connector3" refType="w" refFor="ch" refForName="gear3" op="equ"/>
          <dgm:constr type="h" for="des" forName="connector3" refType="w" refFor="ch" refForName="gear1" op="equ" fact="0.1"/>
          <dgm:constr type="w" for="ch" forName="gear3ch" refType="w" fact="0.35"/>
          <dgm:constr type="h" for="ch" forName="gear3ch" refType="w" refFor="ch" refForName="gear3ch" fact="0.6"/>
          <dgm:constr type="l" for="ch" forName="gear3ch" refType="w" fact="0.65"/>
          <dgm:constr type="t" for="ch" forName="gear3ch" refType="h" fact="0.13"/>
        </dgm:constrLst>
      </dgm:else>
    </dgm:choose>
    <dgm:ruleLst/>
    <dgm:forEach name="Name4" axis="ch" ptType="node" cnt="1">
      <dgm:layoutNode name="gear1" styleLbl="node1">
        <dgm:varLst>
          <dgm:chMax val="1"/>
          <dgm:bulletEnabled val="1"/>
        </dgm:varLst>
        <dgm:alg type="tx">
          <dgm:param type="txAnchorVertCh" val="mid"/>
        </dgm:alg>
        <dgm:shape xmlns:r="http://schemas.openxmlformats.org/officeDocument/2006/relationships" type="gear9" r:blip="">
          <dgm:adjLst/>
        </dgm:shape>
        <dgm:presOf axis="self"/>
        <dgm:constrLst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layoutNode name="gear1src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layoutNode name="gear1dst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choose name="Name5">
        <dgm:if name="Name6" axis="ch" ptType="node" func="cnt" op="gte" val="1">
          <dgm:layoutNode name="gear1ch" styleLbl="fgAcc1">
            <dgm:varLst>
              <dgm:chMax val="0"/>
              <dgm:bulletEnabled val="1"/>
            </dgm:varLst>
            <dgm:alg type="tx">
              <dgm:param type="stBulletLvl" val="1"/>
            </dgm:alg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" ptType="node"/>
            <dgm:constrLst>
              <dgm:constr type="tMarg" refType="primFontSz" fact="0.3"/>
              <dgm:constr type="bMarg" refType="primFontSz" fact="0.3"/>
              <dgm:constr type="lMarg" refType="primFontSz" fact="0.3"/>
              <dgm:constr type="rMarg" refType="primFontSz" fact="0.3"/>
            </dgm:constrLst>
            <dgm:ruleLst>
              <dgm:rule type="primFontSz" val="5" fact="NaN" max="NaN"/>
            </dgm:ruleLst>
          </dgm:layoutNode>
        </dgm:if>
        <dgm:else name="Name7"/>
      </dgm:choose>
    </dgm:forEach>
    <dgm:forEach name="Name8" axis="ch" ptType="node" st="2" cnt="1">
      <dgm:layoutNode name="gear2" styleLbl="node1">
        <dgm:varLst>
          <dgm:chMax val="1"/>
          <dgm:bulletEnabled val="1"/>
        </dgm:varLst>
        <dgm:alg type="tx">
          <dgm:param type="txAnchorVertCh" val="mid"/>
        </dgm:alg>
        <dgm:shape xmlns:r="http://schemas.openxmlformats.org/officeDocument/2006/relationships" type="gear6" r:blip="">
          <dgm:adjLst/>
        </dgm:shape>
        <dgm:presOf axis="self"/>
        <dgm:constrLst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layoutNode name="gear2src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layoutNode name="gear2dst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choose name="Name9">
        <dgm:if name="Name10" axis="ch" ptType="node" func="cnt" op="gte" val="1">
          <dgm:layoutNode name="gear2ch" styleLbl="fgAcc1">
            <dgm:varLst>
              <dgm:chMax val="0"/>
              <dgm:bulletEnabled val="1"/>
            </dgm:varLst>
            <dgm:alg type="tx">
              <dgm:param type="stBulletLvl" val="1"/>
            </dgm:alg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" ptType="node"/>
            <dgm:constrLst>
              <dgm:constr type="tMarg" refType="primFontSz" fact="0.3"/>
              <dgm:constr type="bMarg" refType="primFontSz" fact="0.3"/>
              <dgm:constr type="lMarg" refType="primFontSz" fact="0.3"/>
              <dgm:constr type="rMarg" refType="primFontSz" fact="0.3"/>
            </dgm:constrLst>
            <dgm:ruleLst>
              <dgm:rule type="primFontSz" val="5" fact="NaN" max="NaN"/>
            </dgm:ruleLst>
          </dgm:layoutNode>
        </dgm:if>
        <dgm:else name="Name11"/>
      </dgm:choose>
    </dgm:forEach>
    <dgm:forEach name="Name12" axis="ch" ptType="node" st="3" cnt="1">
      <dgm:layoutNode name="gear3" styleLbl="node1">
        <dgm:alg type="sp"/>
        <dgm:shape xmlns:r="http://schemas.openxmlformats.org/officeDocument/2006/relationships" type="gear6" r:blip="" rot="-15">
          <dgm:adjLst/>
        </dgm:shape>
        <dgm:presOf axis="self"/>
        <dgm:constrLst/>
        <dgm:ruleLst/>
      </dgm:layoutNode>
      <dgm:layoutNode name="gear3tx" styleLbl="node1">
        <dgm:varLst>
          <dgm:chMax val="1"/>
          <dgm:bulletEnabled val="1"/>
        </dgm:varLst>
        <dgm:alg type="tx"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/>
        <dgm:constrLst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layoutNode name="gear3src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layoutNode name="gear3dst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choose name="Name13">
        <dgm:if name="Name14" axis="ch" ptType="node" func="cnt" op="gte" val="1">
          <dgm:layoutNode name="gear3ch" styleLbl="fgAcc1">
            <dgm:varLst>
              <dgm:chMax val="0"/>
              <dgm:bulletEnabled val="1"/>
            </dgm:varLst>
            <dgm:alg type="tx">
              <dgm:param type="stBulletLvl" val="1"/>
            </dgm:alg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" ptType="node"/>
            <dgm:constrLst>
              <dgm:constr type="tMarg" refType="primFontSz" fact="0.3"/>
              <dgm:constr type="bMarg" refType="primFontSz" fact="0.3"/>
              <dgm:constr type="lMarg" refType="primFontSz" fact="0.3"/>
              <dgm:constr type="rMarg" refType="primFontSz" fact="0.3"/>
            </dgm:constrLst>
            <dgm:ruleLst>
              <dgm:rule type="primFontSz" val="5" fact="NaN" max="NaN"/>
            </dgm:ruleLst>
          </dgm:layoutNode>
        </dgm:if>
        <dgm:else name="Name15"/>
      </dgm:choose>
    </dgm:forEach>
    <dgm:forEach name="Name16" axis="ch" ptType="sibTrans" hideLastTrans="0" cnt="1">
      <dgm:layoutNode name="connector1" styleLbl="sibTrans2D1">
        <dgm:alg type="conn">
          <dgm:param type="srcNode" val="gear1srcNode"/>
          <dgm:param type="dstNode" val="gear1dstNode"/>
          <dgm:param type="connRout" val="curve"/>
          <dgm:param type="begPts" val="midR"/>
          <dgm:param type="endPts" val="tCtr"/>
        </dgm:alg>
        <dgm:shape xmlns:r="http://schemas.openxmlformats.org/officeDocument/2006/relationships" type="conn" r:blip="">
          <dgm:adjLst/>
        </dgm:shape>
        <dgm:presOf axis="self"/>
        <dgm:constrLst>
          <dgm:constr type="w" val="10"/>
          <dgm:constr type="h" val="10"/>
          <dgm:constr type="begPad"/>
          <dgm:constr type="endPad"/>
        </dgm:constrLst>
        <dgm:ruleLst/>
      </dgm:layoutNode>
    </dgm:forEach>
    <dgm:forEach name="Name17" axis="ch" ptType="sibTrans" hideLastTrans="0" st="2" cnt="1">
      <dgm:layoutNode name="connector2" styleLbl="sibTrans2D1">
        <dgm:alg type="conn">
          <dgm:param type="srcNode" val="gear2srcNode"/>
          <dgm:param type="dstNode" val="gear2dstNode"/>
          <dgm:param type="connRout" val="curve"/>
          <dgm:param type="begPts" val="midL"/>
          <dgm:param type="endPts" val="midL"/>
        </dgm:alg>
        <dgm:shape xmlns:r="http://schemas.openxmlformats.org/officeDocument/2006/relationships" type="conn" r:blip="">
          <dgm:adjLst/>
        </dgm:shape>
        <dgm:presOf axis="self"/>
        <dgm:constrLst>
          <dgm:constr type="w" val="10"/>
          <dgm:constr type="h" val="10"/>
          <dgm:constr type="begPad"/>
          <dgm:constr type="endPad"/>
        </dgm:constrLst>
        <dgm:ruleLst/>
      </dgm:layoutNode>
    </dgm:forEach>
    <dgm:forEach name="Name18" axis="ch" ptType="sibTrans" hideLastTrans="0" st="3" cnt="1">
      <dgm:layoutNode name="connector3" styleLbl="sibTrans2D1">
        <dgm:alg type="conn">
          <dgm:param type="srcNode" val="gear3srcNode"/>
          <dgm:param type="dstNode" val="gear3dstNode"/>
          <dgm:param type="connRout" val="curve"/>
          <dgm:param type="begPts" val="midL"/>
          <dgm:param type="endPts" val="midL"/>
        </dgm:alg>
        <dgm:shape xmlns:r="http://schemas.openxmlformats.org/officeDocument/2006/relationships" type="conn" r:blip="">
          <dgm:adjLst/>
        </dgm:shape>
        <dgm:presOf axis="self"/>
        <dgm:constrLst>
          <dgm:constr type="w" val="10"/>
          <dgm:constr type="h" val="10"/>
          <dgm:constr type="begPad"/>
          <dgm:constr type="endPad"/>
        </dgm:constrLst>
        <dgm:ruleLst/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Process4">
  <dgm:title val=""/>
  <dgm:desc val=""/>
  <dgm:catLst>
    <dgm:cat type="process" pri="4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>
          <dgm:prSet qsTypeId="urn:microsoft.com/office/officeart/2005/8/quickstyle/simple5"/>
        </dgm:pt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w" for="ch" forName="tSp" refType="w"/>
      <dgm:constr type="h" for="ch" forName="tSp" refType="h" fact="0.15"/>
      <dgm:constr type="l" for="ch" forName="tSp"/>
      <dgm:constr type="t" for="ch" forName="tSp"/>
      <dgm:constr type="w" for="ch" forName="bSp" refType="w"/>
      <dgm:constr type="h" for="ch" forName="bSp" refType="h" fact="0.15"/>
      <dgm:constr type="l" for="ch" forName="bSp"/>
      <dgm:constr type="t" for="ch" forName="bSp" refType="h" fact="0.85"/>
      <dgm:constr type="w" for="ch" forName="process" refType="w"/>
      <dgm:constr type="h" for="ch" forName="process" refType="h" fact="0.7"/>
      <dgm:constr type="l" for="ch" forName="process"/>
      <dgm:constr type="t" for="ch" forName="process" refType="h" fact="0.15"/>
    </dgm:constrLst>
    <dgm:ruleLst/>
    <dgm:layoutNode name="tSp">
      <dgm:alg type="sp"/>
      <dgm:shape xmlns:r="http://schemas.openxmlformats.org/officeDocument/2006/relationships" r:blip="">
        <dgm:adjLst/>
      </dgm:shape>
      <dgm:presOf/>
      <dgm:constrLst/>
      <dgm:ruleLst/>
    </dgm:layoutNode>
    <dgm:layoutNode name="bSp">
      <dgm:alg type="sp"/>
      <dgm:shape xmlns:r="http://schemas.openxmlformats.org/officeDocument/2006/relationships" r:blip="">
        <dgm:adjLst/>
      </dgm:shape>
      <dgm:presOf/>
      <dgm:constrLst/>
      <dgm:ruleLst/>
    </dgm:layoutNode>
    <dgm:layoutNode name="process">
      <dgm:choose name="Name1">
        <dgm:if name="Name2" func="var" arg="dir" op="equ" val="norm">
          <dgm:alg type="lin">
            <dgm:param type="linDir" val="fromL"/>
          </dgm:alg>
        </dgm:if>
        <dgm:else name="Name3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osite1" refType="w"/>
        <dgm:constr type="w" for="ch" forName="composite2" refType="w" refFor="ch" refForName="composite1" op="equ"/>
        <dgm:constr type="h" for="ch" forName="composite1" refType="h"/>
        <dgm:constr type="h" for="ch" forName="composite2" refType="h" refFor="ch" refForName="composite1" op="equ"/>
        <dgm:constr type="primFontSz" for="des" forName="parentNode1" val="65"/>
        <dgm:constr type="primFontSz" for="des" forName="parentNode2" refType="primFontSz" refFor="des" refForName="parentNode1" op="equ"/>
        <dgm:constr type="secFontSz" for="des" forName="childNode1tx" val="65"/>
        <dgm:constr type="secFontSz" for="des" forName="childNode2tx" refType="secFontSz" refFor="des" refForName="childNode1tx" op="equ"/>
        <dgm:constr type="w" for="des" ptType="sibTrans" refType="w" refFor="ch" refForName="composite1" op="equ" fact="0.05"/>
      </dgm:constrLst>
      <dgm:ruleLst/>
      <dgm:forEach name="Name4" axis="ch" ptType="node" step="2">
        <dgm:layoutNode name="composite1">
          <dgm:alg type="composite">
            <dgm:param type="ar" val="0.943"/>
          </dgm:alg>
          <dgm:shape xmlns:r="http://schemas.openxmlformats.org/officeDocument/2006/relationships" r:blip="">
            <dgm:adjLst/>
          </dgm:shape>
          <dgm:presOf/>
          <dgm:choose name="Name5">
            <dgm:if name="Name6" func="var" arg="dir" op="equ" val="norm">
              <dgm:constrLst>
                <dgm:constr type="h" refType="w" fact="1.06"/>
                <dgm:constr type="w" for="ch" forName="dummyNode1" refType="w"/>
                <dgm:constr type="h" for="ch" forName="dummyNode1" refType="h"/>
                <dgm:constr type="t" for="ch" forName="dummyNode1"/>
                <dgm:constr type="l" for="ch" forName="dummyNode1"/>
                <dgm:constr type="w" for="ch" forName="childNode1" refType="w" fact="0.9"/>
                <dgm:constr type="h" for="ch" forName="childNode1" refType="h" fact="0.7"/>
                <dgm:constr type="t" for="ch" forName="childNode1" refType="h" fact="0.15"/>
                <dgm:constr type="l" for="ch" forName="childNode1"/>
                <dgm:constr type="w" for="ch" forName="childNode1tx" refType="w" fact="0.9"/>
                <dgm:constr type="h" for="ch" forName="childNode1tx" refType="h" fact="0.55"/>
                <dgm:constr type="t" for="ch" forName="childNode1tx" refType="h" fact="0.15"/>
                <dgm:constr type="l" for="ch" forName="childNode1tx"/>
                <dgm:constr type="w" for="ch" forName="parentNode1" refType="w" fact="0.8"/>
                <dgm:constr type="h" for="ch" forName="parentNode1" refType="h" fact="0.3"/>
                <dgm:constr type="t" for="ch" forName="parentNode1" refType="h" fact="0.7"/>
                <dgm:constr type="l" for="ch" forName="parentNode1" refType="w" fact="0.2"/>
                <dgm:constr type="w" for="ch" forName="connSite1" refType="w" fact="0.01"/>
                <dgm:constr type="h" for="ch" forName="connSite1" refType="h" fact="0.01"/>
                <dgm:constr type="t" for="ch" forName="connSite1"/>
                <dgm:constr type="l" for="ch" forName="connSite1" refType="w" fact="0.35"/>
              </dgm:constrLst>
            </dgm:if>
            <dgm:else name="Name7">
              <dgm:constrLst>
                <dgm:constr type="h" refType="w" fact="1.06"/>
                <dgm:constr type="w" for="ch" forName="dummyNode1" refType="w"/>
                <dgm:constr type="h" for="ch" forName="dummyNode1" refType="h"/>
                <dgm:constr type="t" for="ch" forName="dummyNode1"/>
                <dgm:constr type="l" for="ch" forName="dummyNode1"/>
                <dgm:constr type="w" for="ch" forName="childNode1" refType="w" fact="0.9"/>
                <dgm:constr type="h" for="ch" forName="childNode1" refType="h" fact="0.7"/>
                <dgm:constr type="t" for="ch" forName="childNode1" refType="h" fact="0.15"/>
                <dgm:constr type="l" for="ch" forName="childNode1" refType="w" fact="0.1"/>
                <dgm:constr type="w" for="ch" forName="childNode1tx" refType="w" fact="0.9"/>
                <dgm:constr type="h" for="ch" forName="childNode1tx" refType="h" fact="0.55"/>
                <dgm:constr type="t" for="ch" forName="childNode1tx" refType="h" fact="0.15"/>
                <dgm:constr type="l" for="ch" forName="childNode1tx" refType="w" fact="0.1"/>
                <dgm:constr type="w" for="ch" forName="parentNode1" refType="w" fact="0.8"/>
                <dgm:constr type="h" for="ch" forName="parentNode1" refType="h" fact="0.3"/>
                <dgm:constr type="t" for="ch" forName="parentNode1" refType="h" fact="0.7"/>
                <dgm:constr type="l" for="ch" forName="parentNode1"/>
                <dgm:constr type="w" for="ch" forName="connSite1" refType="w" fact="0.01"/>
                <dgm:constr type="h" for="ch" forName="connSite1" refType="h" fact="0.01"/>
                <dgm:constr type="t" for="ch" forName="connSite1"/>
                <dgm:constr type="l" for="ch" forName="connSite1" refType="w" fact="0.65"/>
              </dgm:constrLst>
            </dgm:else>
          </dgm:choose>
          <dgm:ruleLst/>
          <dgm:layoutNode name="dummyNode1">
            <dgm:alg type="sp"/>
            <dgm:shape xmlns:r="http://schemas.openxmlformats.org/officeDocument/2006/relationships" type="rect" r:blip="" hideGeom="1">
              <dgm:adjLst/>
            </dgm:shape>
            <dgm:presOf/>
            <dgm:constrLst/>
            <dgm:ruleLst/>
          </dgm:layoutNode>
          <dgm:layoutNode name="childNode1" styleLbl="bgAcc1">
            <dgm:varLst>
              <dgm:bulletEnabled val="1"/>
            </dgm:varLst>
            <dgm:alg type="sp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" ptType="node"/>
            <dgm:constrLst/>
            <dgm:ruleLst/>
          </dgm:layoutNode>
          <dgm:layoutNode name="childNode1tx" styleLbl="bgAcc1">
            <dgm:varLst>
              <dgm:bulletEnabled val="1"/>
            </dgm:varLst>
            <dgm:alg type="tx">
              <dgm:param type="stBulletLvl" val="1"/>
            </dgm:alg>
            <dgm:shape xmlns:r="http://schemas.openxmlformats.org/officeDocument/2006/relationships" type="roundRect" r:blip="" hideGeom="1">
              <dgm:adjLst>
                <dgm:adj idx="1" val="0.1"/>
              </dgm:adjLst>
            </dgm:shape>
            <dgm:presOf axis="des" ptType="node"/>
            <dgm:constrLst>
              <dgm:constr type="secFontSz" val="65"/>
              <dgm:constr type="primFontSz" refType="secFontSz"/>
              <dgm:constr type="tMarg" refType="secFontSz" fact="0.15"/>
              <dgm:constr type="bMarg" refType="secFontSz" fact="0.15"/>
              <dgm:constr type="lMarg" refType="secFontSz" fact="0.15"/>
              <dgm:constr type="rMarg" refType="secFontSz" fact="0.15"/>
            </dgm:constrLst>
            <dgm:ruleLst>
              <dgm:rule type="secFontSz" val="5" fact="NaN" max="NaN"/>
            </dgm:ruleLst>
          </dgm:layoutNode>
          <dgm:layoutNode name="parentNode1" styleLbl="node1">
            <dgm:varLst>
              <dgm:chMax val="1"/>
              <dgm:bulletEnabled val="1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1"/>
              <dgm:constr type="bMarg" refType="primFontSz" fact="0.1"/>
              <dgm:constr type="lMarg" refType="primFontSz" fact="0.15"/>
              <dgm:constr type="rMarg" refType="primFontSz" fact="0.15"/>
            </dgm:constrLst>
            <dgm:ruleLst>
              <dgm:rule type="primFontSz" val="5" fact="NaN" max="NaN"/>
            </dgm:ruleLst>
          </dgm:layoutNode>
          <dgm:layoutNode name="connSite1" moveWith="childNode1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layoutNode>
        <dgm:forEach name="Name8" axis="followSib" ptType="sibTrans" cnt="1">
          <dgm:layoutNode name="Name9">
            <dgm:alg type="conn">
              <dgm:param type="srcNode" val="parentNode1"/>
              <dgm:param type="dstNode" val="connSite2"/>
              <dgm:param type="connRout" val="curve"/>
              <dgm:param type="begPts" val="bCtr"/>
              <dgm:param type="endPts" val="bCtr"/>
            </dgm:alg>
            <dgm:shape xmlns:r="http://schemas.openxmlformats.org/officeDocument/2006/relationships" type="conn" r:blip="" zOrderOff="-2">
              <dgm:adjLst/>
            </dgm:shape>
            <dgm:presOf axis="self"/>
            <dgm:choose name="Name10">
              <dgm:if name="Name11" func="var" arg="dir" op="equ" val="norm">
                <dgm:constrLst>
                  <dgm:constr type="h" refType="w" fact="0.35"/>
                  <dgm:constr type="wArH" refType="h"/>
                  <dgm:constr type="hArH" refType="h"/>
                  <dgm:constr type="connDist"/>
                  <dgm:constr type="diam" refType="connDist" fact="-1.15"/>
                  <dgm:constr type="begPad"/>
                  <dgm:constr type="endPad"/>
                </dgm:constrLst>
              </dgm:if>
              <dgm:else name="Name12">
                <dgm:constrLst>
                  <dgm:constr type="h" refType="w" fact="0.35"/>
                  <dgm:constr type="wArH" refType="h"/>
                  <dgm:constr type="hArH" refType="h"/>
                  <dgm:constr type="connDist"/>
                  <dgm:constr type="diam" refType="connDist" fact="1.15"/>
                  <dgm:constr type="begPad"/>
                  <dgm:constr type="endPad"/>
                </dgm:constrLst>
              </dgm:else>
            </dgm:choose>
            <dgm:ruleLst/>
          </dgm:layoutNode>
        </dgm:forEach>
        <dgm:forEach name="Name13" axis="followSib" ptType="node" cnt="1">
          <dgm:layoutNode name="composite2">
            <dgm:alg type="composite">
              <dgm:param type="ar" val="0.943"/>
            </dgm:alg>
            <dgm:shape xmlns:r="http://schemas.openxmlformats.org/officeDocument/2006/relationships" r:blip="">
              <dgm:adjLst/>
            </dgm:shape>
            <dgm:presOf/>
            <dgm:choose name="Name14">
              <dgm:if name="Name15" func="var" arg="dir" op="equ" val="norm">
                <dgm:constrLst>
                  <dgm:constr type="h" refType="w" fact="1.06"/>
                  <dgm:constr type="w" for="ch" forName="dummyNode2" refType="w"/>
                  <dgm:constr type="h" for="ch" forName="dummyNode2" refType="h"/>
                  <dgm:constr type="t" for="ch" forName="dummyNode2"/>
                  <dgm:constr type="l" for="ch" forName="dummyNode2"/>
                  <dgm:constr type="w" for="ch" forName="childNode2" refType="w" fact="0.9"/>
                  <dgm:constr type="h" for="ch" forName="childNode2" refType="h" fact="0.7"/>
                  <dgm:constr type="t" for="ch" forName="childNode2" refType="h" fact="0.15"/>
                  <dgm:constr type="l" for="ch" forName="childNode2"/>
                  <dgm:constr type="w" for="ch" forName="childNode2tx" refType="w" fact="0.9"/>
                  <dgm:constr type="h" for="ch" forName="childNode2tx" refType="h" fact="0.55"/>
                  <dgm:constr type="t" for="ch" forName="childNode2tx" refType="h" fact="0.3"/>
                  <dgm:constr type="l" for="ch" forName="childNode2tx"/>
                  <dgm:constr type="w" for="ch" forName="parentNode2" refType="w" fact="0.8"/>
                  <dgm:constr type="h" for="ch" forName="parentNode2" refType="h" fact="0.3"/>
                  <dgm:constr type="t" for="ch" forName="parentNode2"/>
                  <dgm:constr type="l" for="ch" forName="parentNode2" refType="w" fact="0.2"/>
                  <dgm:constr type="w" for="ch" forName="connSite2" refType="w" fact="0.01"/>
                  <dgm:constr type="h" for="ch" forName="connSite2" refType="h" fact="0.01"/>
                  <dgm:constr type="t" for="ch" forName="connSite2" refType="h" fact="0.99"/>
                  <dgm:constr type="l" for="ch" forName="connSite2" refType="w" fact="0.25"/>
                </dgm:constrLst>
              </dgm:if>
              <dgm:else name="Name16">
                <dgm:constrLst>
                  <dgm:constr type="h" refType="w" fact="1.06"/>
                  <dgm:constr type="w" for="ch" forName="dummyNode2" refType="w"/>
                  <dgm:constr type="h" for="ch" forName="dummyNode2" refType="h"/>
                  <dgm:constr type="t" for="ch" forName="dummyNode2"/>
                  <dgm:constr type="l" for="ch" forName="dummyNode2"/>
                  <dgm:constr type="w" for="ch" forName="childNode2" refType="w" fact="0.9"/>
                  <dgm:constr type="h" for="ch" forName="childNode2" refType="h" fact="0.7"/>
                  <dgm:constr type="t" for="ch" forName="childNode2" refType="h" fact="0.15"/>
                  <dgm:constr type="l" for="ch" forName="childNode2" refType="w" fact="0.1"/>
                  <dgm:constr type="w" for="ch" forName="childNode2tx" refType="w" fact="0.9"/>
                  <dgm:constr type="h" for="ch" forName="childNode2tx" refType="h" fact="0.55"/>
                  <dgm:constr type="t" for="ch" forName="childNode2tx" refType="h" fact="0.3"/>
                  <dgm:constr type="l" for="ch" forName="childNode2tx" refType="w" fact="0.1"/>
                  <dgm:constr type="w" for="ch" forName="parentNode2" refType="w" fact="0.8"/>
                  <dgm:constr type="h" for="ch" forName="parentNode2" refType="h" fact="0.3"/>
                  <dgm:constr type="t" for="ch" forName="parentNode2"/>
                  <dgm:constr type="l" for="ch" forName="parentNode2"/>
                  <dgm:constr type="w" for="ch" forName="connSite2" refType="w" fact="0.01"/>
                  <dgm:constr type="h" for="ch" forName="connSite2" refType="h" fact="0.01"/>
                  <dgm:constr type="t" for="ch" forName="connSite2" refType="h" fact="0.99"/>
                  <dgm:constr type="l" for="ch" forName="connSite2" refType="w" fact="0.85"/>
                </dgm:constrLst>
              </dgm:else>
            </dgm:choose>
            <dgm:ruleLst/>
            <dgm:layoutNode name="dummyNode2">
              <dgm:alg type="sp"/>
              <dgm:shape xmlns:r="http://schemas.openxmlformats.org/officeDocument/2006/relationships" type="rect" r:blip="" hideGeom="1">
                <dgm:adjLst/>
              </dgm:shape>
              <dgm:presOf/>
              <dgm:constrLst/>
              <dgm:ruleLst/>
            </dgm:layoutNode>
            <dgm:layoutNode name="childNode2" styleLbl="bgAcc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des" ptType="node"/>
              <dgm:constrLst/>
              <dgm:ruleLst/>
            </dgm:layoutNode>
            <dgm:layoutNode name="childNode2tx" styleLbl="bgAcc1">
              <dgm:varLst>
                <dgm:bulletEnabled val="1"/>
              </dgm:varLst>
              <dgm:alg type="tx">
                <dgm:param type="stBulletLvl" val="1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des" ptType="node"/>
              <dgm:constrLst>
                <dgm:constr type="secFontSz" val="65"/>
                <dgm:constr type="primFontSz" refType="secFontSz"/>
                <dgm:constr type="tMarg" refType="secFontSz" fact="0.15"/>
                <dgm:constr type="bMarg" refType="secFontSz" fact="0.15"/>
                <dgm:constr type="lMarg" refType="secFontSz" fact="0.15"/>
                <dgm:constr type="rMarg" refType="secFontSz" fact="0.15"/>
              </dgm:constrLst>
              <dgm:ruleLst>
                <dgm:rule type="secFontSz" val="5" fact="NaN" max="NaN"/>
              </dgm:ruleLst>
            </dgm:layoutNode>
            <dgm:layoutNode name="parentNode2" styleLbl="node1">
              <dgm:varLst>
                <dgm:chMax val="0"/>
                <dgm:bulletEnabled val="1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connSite2" moveWith="childNode2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layoutNode>
          <dgm:forEach name="Name17" axis="followSib" ptType="sibTrans" cnt="1">
            <dgm:layoutNode name="Name18">
              <dgm:alg type="conn">
                <dgm:param type="srcNode" val="parentNode2"/>
                <dgm:param type="dstNode" val="connSite1"/>
                <dgm:param type="connRout" val="curve"/>
                <dgm:param type="begPts" val="tCtr"/>
                <dgm:param type="endPts" val="tCtr"/>
              </dgm:alg>
              <dgm:shape xmlns:r="http://schemas.openxmlformats.org/officeDocument/2006/relationships" type="conn" r:blip="" zOrderOff="-2">
                <dgm:adjLst/>
              </dgm:shape>
              <dgm:presOf axis="self"/>
              <dgm:choose name="Name19">
                <dgm:if name="Name20" func="var" arg="dir" op="equ" val="norm">
                  <dgm:constrLst>
                    <dgm:constr type="h" refType="w" fact="0.35"/>
                    <dgm:constr type="wArH" refType="h"/>
                    <dgm:constr type="hArH" refType="h"/>
                    <dgm:constr type="connDist"/>
                    <dgm:constr type="diam" refType="connDist" fact="1.15"/>
                    <dgm:constr type="begPad"/>
                    <dgm:constr type="endPad"/>
                  </dgm:constrLst>
                </dgm:if>
                <dgm:else name="Name21">
                  <dgm:constrLst>
                    <dgm:constr type="h" refType="w" fact="0.35"/>
                    <dgm:constr type="wArH" refType="h"/>
                    <dgm:constr type="hArH" refType="h"/>
                    <dgm:constr type="connDist"/>
                    <dgm:constr type="diam" refType="connDist" fact="-1.15"/>
                    <dgm:constr type="begPad"/>
                    <dgm:constr type="endPad"/>
                  </dgm:constrLst>
                </dgm:else>
              </dgm:choose>
              <dgm:ruleLst/>
            </dgm:layoutNode>
          </dgm:forEach>
        </dgm:forEach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9" Type="http://schemas.openxmlformats.org/officeDocument/2006/relationships/tags" Target="../tags/tag7.xml"/><Relationship Id="rId8" Type="http://schemas.openxmlformats.org/officeDocument/2006/relationships/tags" Target="../tags/tag6.xml"/><Relationship Id="rId7" Type="http://schemas.openxmlformats.org/officeDocument/2006/relationships/tags" Target="../tags/tag5.xml"/><Relationship Id="rId6" Type="http://schemas.openxmlformats.org/officeDocument/2006/relationships/tags" Target="../tags/tag4.xml"/><Relationship Id="rId5" Type="http://schemas.openxmlformats.org/officeDocument/2006/relationships/tags" Target="../tags/tag3.xml"/><Relationship Id="rId4" Type="http://schemas.openxmlformats.org/officeDocument/2006/relationships/tags" Target="../tags/tag2.xml"/><Relationship Id="rId3" Type="http://schemas.openxmlformats.org/officeDocument/2006/relationships/image" Target="../media/image1.png"/><Relationship Id="rId2" Type="http://schemas.openxmlformats.org/officeDocument/2006/relationships/tags" Target="../tags/tag1.xml"/><Relationship Id="rId11" Type="http://schemas.openxmlformats.org/officeDocument/2006/relationships/tags" Target="../tags/tag9.xml"/><Relationship Id="rId10" Type="http://schemas.openxmlformats.org/officeDocument/2006/relationships/tags" Target="../tags/tag8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4.xml"/><Relationship Id="rId5" Type="http://schemas.openxmlformats.org/officeDocument/2006/relationships/tags" Target="../tags/tag13.xml"/><Relationship Id="rId4" Type="http://schemas.openxmlformats.org/officeDocument/2006/relationships/tags" Target="../tags/tag12.xml"/><Relationship Id="rId3" Type="http://schemas.openxmlformats.org/officeDocument/2006/relationships/tags" Target="../tags/tag11.xml"/><Relationship Id="rId2" Type="http://schemas.openxmlformats.org/officeDocument/2006/relationships/tags" Target="../tags/tag10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9" Type="http://schemas.openxmlformats.org/officeDocument/2006/relationships/tags" Target="../tags/tag21.xml"/><Relationship Id="rId8" Type="http://schemas.openxmlformats.org/officeDocument/2006/relationships/tags" Target="../tags/tag20.xml"/><Relationship Id="rId7" Type="http://schemas.openxmlformats.org/officeDocument/2006/relationships/tags" Target="../tags/tag19.xml"/><Relationship Id="rId6" Type="http://schemas.openxmlformats.org/officeDocument/2006/relationships/tags" Target="../tags/tag18.xml"/><Relationship Id="rId5" Type="http://schemas.openxmlformats.org/officeDocument/2006/relationships/tags" Target="../tags/tag17.xml"/><Relationship Id="rId4" Type="http://schemas.openxmlformats.org/officeDocument/2006/relationships/image" Target="../media/image2.png"/><Relationship Id="rId3" Type="http://schemas.openxmlformats.org/officeDocument/2006/relationships/tags" Target="../tags/tag16.xml"/><Relationship Id="rId2" Type="http://schemas.openxmlformats.org/officeDocument/2006/relationships/tags" Target="../tags/tag15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35.xml"/><Relationship Id="rId8" Type="http://schemas.openxmlformats.org/officeDocument/2006/relationships/tags" Target="../tags/tag34.xml"/><Relationship Id="rId7" Type="http://schemas.openxmlformats.org/officeDocument/2006/relationships/tags" Target="../tags/tag33.xml"/><Relationship Id="rId6" Type="http://schemas.openxmlformats.org/officeDocument/2006/relationships/tags" Target="../tags/tag32.xml"/><Relationship Id="rId5" Type="http://schemas.openxmlformats.org/officeDocument/2006/relationships/tags" Target="../tags/tag31.xml"/><Relationship Id="rId4" Type="http://schemas.openxmlformats.org/officeDocument/2006/relationships/tags" Target="../tags/tag30.xml"/><Relationship Id="rId3" Type="http://schemas.openxmlformats.org/officeDocument/2006/relationships/tags" Target="../tags/tag29.xml"/><Relationship Id="rId2" Type="http://schemas.openxmlformats.org/officeDocument/2006/relationships/tags" Target="../tags/tag28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9.xml"/><Relationship Id="rId4" Type="http://schemas.openxmlformats.org/officeDocument/2006/relationships/tags" Target="../tags/tag38.xml"/><Relationship Id="rId3" Type="http://schemas.openxmlformats.org/officeDocument/2006/relationships/tags" Target="../tags/tag37.xml"/><Relationship Id="rId2" Type="http://schemas.openxmlformats.org/officeDocument/2006/relationships/tags" Target="../tags/tag36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42.xml"/><Relationship Id="rId3" Type="http://schemas.openxmlformats.org/officeDocument/2006/relationships/tags" Target="../tags/tag41.xml"/><Relationship Id="rId2" Type="http://schemas.openxmlformats.org/officeDocument/2006/relationships/tags" Target="../tags/tag40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8.xml"/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53.xml"/><Relationship Id="rId5" Type="http://schemas.openxmlformats.org/officeDocument/2006/relationships/tags" Target="../tags/tag52.xml"/><Relationship Id="rId4" Type="http://schemas.openxmlformats.org/officeDocument/2006/relationships/tags" Target="../tags/tag51.xml"/><Relationship Id="rId3" Type="http://schemas.openxmlformats.org/officeDocument/2006/relationships/tags" Target="../tags/tag50.xml"/><Relationship Id="rId2" Type="http://schemas.openxmlformats.org/officeDocument/2006/relationships/tags" Target="../tags/tag49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7.xml"/><Relationship Id="rId4" Type="http://schemas.openxmlformats.org/officeDocument/2006/relationships/tags" Target="../tags/tag56.xml"/><Relationship Id="rId3" Type="http://schemas.openxmlformats.org/officeDocument/2006/relationships/tags" Target="../tags/tag55.xml"/><Relationship Id="rId2" Type="http://schemas.openxmlformats.org/officeDocument/2006/relationships/tags" Target="../tags/tag54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9" Type="http://schemas.openxmlformats.org/officeDocument/2006/relationships/tags" Target="../tags/tag64.xml"/><Relationship Id="rId8" Type="http://schemas.openxmlformats.org/officeDocument/2006/relationships/tags" Target="../tags/tag63.xml"/><Relationship Id="rId7" Type="http://schemas.openxmlformats.org/officeDocument/2006/relationships/tags" Target="../tags/tag62.xml"/><Relationship Id="rId6" Type="http://schemas.openxmlformats.org/officeDocument/2006/relationships/tags" Target="../tags/tag61.xml"/><Relationship Id="rId5" Type="http://schemas.openxmlformats.org/officeDocument/2006/relationships/tags" Target="../tags/tag60.xml"/><Relationship Id="rId4" Type="http://schemas.openxmlformats.org/officeDocument/2006/relationships/tags" Target="../tags/tag59.xml"/><Relationship Id="rId3" Type="http://schemas.openxmlformats.org/officeDocument/2006/relationships/image" Target="../media/image1.png"/><Relationship Id="rId2" Type="http://schemas.openxmlformats.org/officeDocument/2006/relationships/tags" Target="../tags/tag58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11"/>
          <p:cNvPicPr>
            <a:picLocks noChangeAspect="1" noChangeArrowheads="1"/>
          </p:cNvPicPr>
          <p:nvPr>
            <p:custDataLst>
              <p:tags r:id="rId2"/>
            </p:custData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938588"/>
            <a:ext cx="9144000" cy="2919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5" name="直接连接符 4"/>
          <p:cNvCxnSpPr/>
          <p:nvPr>
            <p:custDataLst>
              <p:tags r:id="rId4"/>
            </p:custDataLst>
          </p:nvPr>
        </p:nvCxnSpPr>
        <p:spPr>
          <a:xfrm flipH="1">
            <a:off x="0" y="2298700"/>
            <a:ext cx="1940719" cy="0"/>
          </a:xfrm>
          <a:prstGeom prst="line">
            <a:avLst/>
          </a:prstGeom>
          <a:ln w="127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接连接符 5"/>
          <p:cNvCxnSpPr/>
          <p:nvPr>
            <p:custDataLst>
              <p:tags r:id="rId5"/>
            </p:custDataLst>
          </p:nvPr>
        </p:nvCxnSpPr>
        <p:spPr>
          <a:xfrm flipH="1" flipV="1">
            <a:off x="7204472" y="2298700"/>
            <a:ext cx="1940719" cy="0"/>
          </a:xfrm>
          <a:prstGeom prst="line">
            <a:avLst/>
          </a:prstGeom>
          <a:ln w="127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: 圆角 6"/>
          <p:cNvSpPr/>
          <p:nvPr>
            <p:custDataLst>
              <p:tags r:id="rId6"/>
            </p:custDataLst>
          </p:nvPr>
        </p:nvSpPr>
        <p:spPr>
          <a:xfrm>
            <a:off x="3675460" y="752475"/>
            <a:ext cx="1793081" cy="755650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zh-CN" altLang="en-US" sz="1350" noProof="1"/>
          </a:p>
        </p:txBody>
      </p: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7"/>
            </p:custDataLst>
          </p:nvPr>
        </p:nvSpPr>
        <p:spPr>
          <a:xfrm>
            <a:off x="1871700" y="1826578"/>
            <a:ext cx="5400600" cy="949878"/>
          </a:xfrm>
        </p:spPr>
        <p:txBody>
          <a:bodyPr>
            <a:normAutofit/>
          </a:bodyPr>
          <a:lstStyle>
            <a:lvl1pPr algn="ctr">
              <a:defRPr sz="36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noProof="1"/>
              <a:t>单击此处编辑标题</a:t>
            </a:r>
            <a:endParaRPr lang="zh-CN" altLang="en-US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8"/>
            </p:custDataLst>
          </p:nvPr>
        </p:nvSpPr>
        <p:spPr>
          <a:xfrm>
            <a:off x="1871700" y="2826092"/>
            <a:ext cx="5400600" cy="465746"/>
          </a:xfrm>
        </p:spPr>
        <p:txBody>
          <a:bodyPr anchor="t">
            <a:normAutofit/>
          </a:bodyPr>
          <a:lstStyle>
            <a:lvl1pPr marL="0" indent="0" algn="ctr">
              <a:buNone/>
              <a:defRPr sz="1500">
                <a:solidFill>
                  <a:schemeClr val="tx2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noProof="1"/>
              <a:t>单击此处编辑母版副标题样式</a:t>
            </a:r>
            <a:endParaRPr lang="zh-CN" altLang="en-US" noProof="1"/>
          </a:p>
        </p:txBody>
      </p:sp>
      <p:sp>
        <p:nvSpPr>
          <p:cNvPr id="8" name="日期占位符 3"/>
          <p:cNvSpPr>
            <a:spLocks noGrp="1"/>
          </p:cNvSpPr>
          <p:nvPr>
            <p:ph type="dt" sz="half" idx="10"/>
            <p:custDataLst>
              <p:tags r:id="rId9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A147C0C8-6734-419D-B76E-AF1B77E0864A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4"/>
          <p:cNvSpPr>
            <a:spLocks noGrp="1"/>
          </p:cNvSpPr>
          <p:nvPr>
            <p:ph type="ftr" sz="quarter" idx="11"/>
            <p:custDataLst>
              <p:tags r:id="rId10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10" name="灯片编号占位符 5"/>
          <p:cNvSpPr>
            <a:spLocks noGrp="1"/>
          </p:cNvSpPr>
          <p:nvPr>
            <p:ph type="sldNum" sz="quarter" idx="12"/>
            <p:custDataLst>
              <p:tags r:id="rId11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FE777675-8CD4-4F9C-BAE8-A5EDBB6B8AA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dissolve/>
      </p:transition>
    </mc:Choice>
    <mc:Fallback>
      <p:transition spd="slow">
        <p:dissolve/>
      </p:transition>
    </mc:Fallback>
  </mc:AlternateContent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02412" y="443234"/>
            <a:ext cx="8139178" cy="441964"/>
          </a:xfrm>
        </p:spPr>
        <p:txBody>
          <a:bodyPr rtlCol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18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lang="zh-CN" altLang="en-US" noProof="1">
                <a:sym typeface="+mn-ea"/>
              </a:rPr>
              <a:t>单击此处编辑母版标题样式</a:t>
            </a:r>
            <a:endParaRPr noProof="1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502412" y="952508"/>
            <a:ext cx="8139178" cy="5388907"/>
          </a:xfrm>
        </p:spPr>
        <p:txBody>
          <a:bodyPr rtlCol="0">
            <a:noAutofit/>
          </a:bodyPr>
          <a:lstStyle>
            <a:lvl1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1pPr>
            <a:lvl2pPr marL="514350" marR="0" lvl="1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2pPr>
            <a:lvl3pPr marL="857250" marR="0" lvl="2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3pPr>
            <a:lvl4pPr marL="1200150" marR="0" lvl="3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4pPr>
            <a:lvl5pPr marL="1543050" marR="0" lvl="4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lang="zh-CN" altLang="en-US" noProof="1">
                <a:sym typeface="+mn-ea"/>
              </a:rPr>
              <a:t>单击此处编辑母版文本样式</a:t>
            </a:r>
            <a:endParaRPr lang="zh-CN" altLang="en-US" noProof="1">
              <a:sym typeface="+mn-ea"/>
            </a:endParaRPr>
          </a:p>
          <a:p>
            <a:pPr lvl="1"/>
            <a:r>
              <a:rPr lang="zh-CN" altLang="en-US" noProof="1">
                <a:sym typeface="+mn-ea"/>
              </a:rPr>
              <a:t>第二级</a:t>
            </a:r>
            <a:endParaRPr lang="zh-CN" altLang="en-US" noProof="1">
              <a:sym typeface="+mn-ea"/>
            </a:endParaRPr>
          </a:p>
          <a:p>
            <a:pPr lvl="2"/>
            <a:r>
              <a:rPr lang="zh-CN" altLang="en-US" noProof="1">
                <a:sym typeface="+mn-ea"/>
              </a:rPr>
              <a:t>第三级</a:t>
            </a:r>
            <a:endParaRPr lang="zh-CN" altLang="en-US" noProof="1">
              <a:sym typeface="+mn-ea"/>
            </a:endParaRPr>
          </a:p>
          <a:p>
            <a:pPr lvl="3"/>
            <a:r>
              <a:rPr lang="zh-CN" altLang="en-US" noProof="1">
                <a:sym typeface="+mn-ea"/>
              </a:rPr>
              <a:t>第四级</a:t>
            </a:r>
            <a:endParaRPr lang="zh-CN" altLang="en-US" noProof="1">
              <a:sym typeface="+mn-ea"/>
            </a:endParaRPr>
          </a:p>
          <a:p>
            <a:pPr lvl="4"/>
            <a:r>
              <a:rPr lang="zh-CN" altLang="en-US" noProof="1">
                <a:sym typeface="+mn-ea"/>
              </a:rPr>
              <a:t>第五级</a:t>
            </a:r>
            <a:endParaRPr noProof="1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A147C0C8-6734-419D-B76E-AF1B77E0864A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FE777675-8CD4-4F9C-BAE8-A5EDBB6B8AA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dissolve/>
      </p:transition>
    </mc:Choice>
    <mc:Fallback>
      <p:transition spd="slow">
        <p:dissolve/>
      </p:transition>
    </mc:Fallback>
  </mc:AlternateContent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>
            <p:custDataLst>
              <p:tags r:id="rId2"/>
            </p:custDataLst>
          </p:nvPr>
        </p:nvSpPr>
        <p:spPr>
          <a:xfrm>
            <a:off x="2278856" y="2284413"/>
            <a:ext cx="4586288" cy="76676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/>
            <a:endParaRPr lang="zh-CN" altLang="en-US" sz="1350" noProof="1"/>
          </a:p>
        </p:txBody>
      </p:sp>
      <p:pic>
        <p:nvPicPr>
          <p:cNvPr id="5" name="Picture 3" descr="D:\Desktop\素材\素描城市.png"/>
          <p:cNvPicPr>
            <a:picLocks noChangeAspect="1" noChangeArrowheads="1"/>
          </p:cNvPicPr>
          <p:nvPr>
            <p:custDataLst>
              <p:tags r:id="rId3"/>
            </p:custDataLst>
          </p:nvPr>
        </p:nvPicPr>
        <p:blipFill>
          <a:blip r:embed="rId4">
            <a:biLevel thresh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2284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623888" y="3373606"/>
            <a:ext cx="7886700" cy="1061467"/>
          </a:xfrm>
        </p:spPr>
        <p:txBody>
          <a:bodyPr>
            <a:normAutofit/>
          </a:bodyPr>
          <a:lstStyle>
            <a:lvl1pPr algn="ctr">
              <a:defRPr sz="36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noProof="1"/>
              <a:t>单击此处编辑标题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6"/>
            </p:custDataLst>
          </p:nvPr>
        </p:nvSpPr>
        <p:spPr>
          <a:xfrm>
            <a:off x="1655676" y="4527773"/>
            <a:ext cx="5832648" cy="1061467"/>
          </a:xfrm>
        </p:spPr>
        <p:txBody>
          <a:bodyPr>
            <a:normAutofit/>
          </a:bodyPr>
          <a:lstStyle>
            <a:lvl1pPr marL="0" indent="0" algn="ctr">
              <a:buNone/>
              <a:defRPr sz="1500">
                <a:solidFill>
                  <a:schemeClr val="tx2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noProof="1"/>
              <a:t>单击此处编辑文本</a:t>
            </a:r>
            <a:endParaRPr lang="zh-CN" altLang="en-US" noProof="1"/>
          </a:p>
        </p:txBody>
      </p:sp>
      <p:sp>
        <p:nvSpPr>
          <p:cNvPr id="6" name="日期占位符 3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A147C0C8-6734-419D-B76E-AF1B77E0864A}" type="datetimeFigureOut">
              <a:rPr lang="zh-CN" altLang="en-US" smtClean="0"/>
            </a:fld>
            <a:endParaRPr lang="zh-CN" altLang="en-US"/>
          </a:p>
        </p:txBody>
      </p:sp>
      <p:sp>
        <p:nvSpPr>
          <p:cNvPr id="7" name="页脚占位符 4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8" name="灯片编号占位符 5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FE777675-8CD4-4F9C-BAE8-A5EDBB6B8AA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dissolve/>
      </p:transition>
    </mc:Choice>
    <mc:Fallback>
      <p:transition spd="slow">
        <p:dissolve/>
      </p:transition>
    </mc:Fallback>
  </mc:AlternateContent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02412" y="443234"/>
            <a:ext cx="8139178" cy="441964"/>
          </a:xfrm>
        </p:spPr>
        <p:txBody>
          <a:bodyPr rtlCol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18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lang="zh-CN" altLang="en-US" noProof="1">
                <a:sym typeface="+mn-ea"/>
              </a:rPr>
              <a:t>单击此处编辑母版标题样式</a:t>
            </a:r>
            <a:endParaRPr noProof="1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502448" y="952508"/>
            <a:ext cx="3962432" cy="5388907"/>
          </a:xfrm>
        </p:spPr>
        <p:txBody>
          <a:bodyPr rtlCol="0">
            <a:noAutofit/>
          </a:bodyPr>
          <a:lstStyle>
            <a:lvl1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1pPr>
            <a:lvl2pPr marL="514350" marR="0" lvl="1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2pPr>
            <a:lvl3pPr marL="857250" marR="0" lvl="2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3pPr>
            <a:lvl4pPr marL="1200150" marR="0" lvl="3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4pPr>
            <a:lvl5pPr marL="1543050" marR="0" lvl="4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lang="zh-CN" altLang="en-US" noProof="1">
                <a:sym typeface="+mn-ea"/>
              </a:rPr>
              <a:t>单击此处编辑母版文本样式</a:t>
            </a:r>
            <a:endParaRPr lang="zh-CN" altLang="en-US" noProof="1">
              <a:sym typeface="+mn-ea"/>
            </a:endParaRPr>
          </a:p>
          <a:p>
            <a:pPr lvl="1"/>
            <a:r>
              <a:rPr lang="zh-CN" altLang="en-US" noProof="1">
                <a:sym typeface="+mn-ea"/>
              </a:rPr>
              <a:t>第二级</a:t>
            </a:r>
            <a:endParaRPr lang="zh-CN" altLang="en-US" noProof="1">
              <a:sym typeface="+mn-ea"/>
            </a:endParaRPr>
          </a:p>
          <a:p>
            <a:pPr lvl="2"/>
            <a:r>
              <a:rPr lang="zh-CN" altLang="en-US" noProof="1">
                <a:sym typeface="+mn-ea"/>
              </a:rPr>
              <a:t>第三级</a:t>
            </a:r>
            <a:endParaRPr lang="zh-CN" altLang="en-US" noProof="1">
              <a:sym typeface="+mn-ea"/>
            </a:endParaRPr>
          </a:p>
          <a:p>
            <a:pPr lvl="3"/>
            <a:r>
              <a:rPr lang="zh-CN" altLang="en-US" noProof="1">
                <a:sym typeface="+mn-ea"/>
              </a:rPr>
              <a:t>第四级</a:t>
            </a:r>
            <a:endParaRPr lang="zh-CN" altLang="en-US" noProof="1">
              <a:sym typeface="+mn-ea"/>
            </a:endParaRPr>
          </a:p>
          <a:p>
            <a:pPr lvl="4"/>
            <a:r>
              <a:rPr lang="zh-CN" altLang="en-US" noProof="1">
                <a:sym typeface="+mn-ea"/>
              </a:rPr>
              <a:t>第五级</a:t>
            </a:r>
            <a:endParaRPr noProof="1"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4679158" y="952508"/>
            <a:ext cx="3962432" cy="5388907"/>
          </a:xfrm>
        </p:spPr>
        <p:txBody>
          <a:bodyPr>
            <a:noAutofit/>
          </a:bodyPr>
          <a:lstStyle>
            <a:lvl1pPr>
              <a:defRPr sz="1200">
                <a:latin typeface="微软雅黑" panose="020B0503020204020204" charset="-122"/>
                <a:ea typeface="微软雅黑" panose="020B0503020204020204" charset="-122"/>
              </a:defRPr>
            </a:lvl1pPr>
            <a:lvl2pPr>
              <a:defRPr sz="1200">
                <a:latin typeface="微软雅黑" panose="020B0503020204020204" charset="-122"/>
                <a:ea typeface="微软雅黑" panose="020B0503020204020204" charset="-122"/>
              </a:defRPr>
            </a:lvl2pPr>
            <a:lvl3pPr>
              <a:defRPr sz="1200">
                <a:latin typeface="微软雅黑" panose="020B0503020204020204" charset="-122"/>
                <a:ea typeface="微软雅黑" panose="020B0503020204020204" charset="-122"/>
              </a:defRPr>
            </a:lvl3pPr>
            <a:lvl4pPr>
              <a:defRPr sz="1200">
                <a:latin typeface="微软雅黑" panose="020B0503020204020204" charset="-122"/>
                <a:ea typeface="微软雅黑" panose="020B0503020204020204" charset="-122"/>
              </a:defRPr>
            </a:lvl4pPr>
            <a:lvl5pPr>
              <a:defRPr sz="1200"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A147C0C8-6734-419D-B76E-AF1B77E0864A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FE777675-8CD4-4F9C-BAE8-A5EDBB6B8AA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dissolve/>
      </p:transition>
    </mc:Choice>
    <mc:Fallback>
      <p:transition spd="slow">
        <p:dissolve/>
      </p:transition>
    </mc:Fallback>
  </mc:AlternateContent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02412" y="443234"/>
            <a:ext cx="8139178" cy="441964"/>
          </a:xfrm>
        </p:spPr>
        <p:txBody>
          <a:bodyPr rtlCol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18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lang="zh-CN" altLang="en-US" noProof="1">
                <a:sym typeface="+mn-ea"/>
              </a:rPr>
              <a:t>单击此处编辑母版标题样式</a:t>
            </a:r>
            <a:endParaRPr noProof="1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502448" y="952508"/>
            <a:ext cx="3962432" cy="381003"/>
          </a:xfrm>
        </p:spPr>
        <p:txBody>
          <a:bodyPr tIns="38100" rIns="76200" bIns="38100">
            <a:no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1500" b="0" u="none" strike="noStrike" kern="1200" cap="none" spc="200" normalizeH="0" baseline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noProof="1"/>
              <a:t>单击此处编辑文本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502444" y="1406525"/>
            <a:ext cx="3962400" cy="4934752"/>
          </a:xfrm>
        </p:spPr>
        <p:txBody>
          <a:bodyPr rtlCol="0">
            <a:noAutofit/>
          </a:bodyPr>
          <a:lstStyle>
            <a:lvl1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1pPr>
            <a:lvl2pPr marL="514350" marR="0" lvl="1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2pPr>
            <a:lvl3pPr marL="857250" marR="0" lvl="2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3pPr>
            <a:lvl4pPr marL="1200150" marR="0" lvl="3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4pPr>
            <a:lvl5pPr marL="1543050" marR="0" lvl="4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lang="zh-CN" altLang="en-US" noProof="1">
                <a:sym typeface="+mn-ea"/>
              </a:rPr>
              <a:t>单击此处编辑母版文本样式</a:t>
            </a:r>
            <a:endParaRPr lang="zh-CN" altLang="en-US" noProof="1">
              <a:sym typeface="+mn-ea"/>
            </a:endParaRPr>
          </a:p>
          <a:p>
            <a:pPr lvl="1"/>
            <a:r>
              <a:rPr lang="zh-CN" altLang="en-US" noProof="1">
                <a:sym typeface="+mn-ea"/>
              </a:rPr>
              <a:t>第二级</a:t>
            </a:r>
            <a:endParaRPr lang="zh-CN" altLang="en-US" noProof="1">
              <a:sym typeface="+mn-ea"/>
            </a:endParaRPr>
          </a:p>
          <a:p>
            <a:pPr lvl="2"/>
            <a:r>
              <a:rPr lang="zh-CN" altLang="en-US" noProof="1">
                <a:sym typeface="+mn-ea"/>
              </a:rPr>
              <a:t>第三级</a:t>
            </a:r>
            <a:endParaRPr lang="zh-CN" altLang="en-US" noProof="1">
              <a:sym typeface="+mn-ea"/>
            </a:endParaRPr>
          </a:p>
          <a:p>
            <a:pPr lvl="3"/>
            <a:r>
              <a:rPr lang="zh-CN" altLang="en-US" noProof="1">
                <a:sym typeface="+mn-ea"/>
              </a:rPr>
              <a:t>第四级</a:t>
            </a:r>
            <a:endParaRPr lang="zh-CN" altLang="en-US" noProof="1">
              <a:sym typeface="+mn-ea"/>
            </a:endParaRPr>
          </a:p>
          <a:p>
            <a:pPr lvl="4"/>
            <a:r>
              <a:rPr lang="zh-CN" altLang="en-US" noProof="1">
                <a:sym typeface="+mn-ea"/>
              </a:rPr>
              <a:t>第五级</a:t>
            </a:r>
            <a:endParaRPr noProof="1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4676813" y="952508"/>
            <a:ext cx="3962432" cy="381003"/>
          </a:xfrm>
        </p:spPr>
        <p:txBody>
          <a:bodyPr tIns="38100" rIns="76200" bIns="38100" rtlCol="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1500" b="0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noProof="1">
                <a:sym typeface="+mn-ea"/>
              </a:rPr>
              <a:t>单击此处编辑文本</a:t>
            </a:r>
            <a:endParaRPr noProof="1"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4676813" y="1406525"/>
            <a:ext cx="3962432" cy="4934752"/>
          </a:xfrm>
        </p:spPr>
        <p:txBody>
          <a:bodyPr rtlCol="0">
            <a:noAutofit/>
          </a:bodyPr>
          <a:lstStyle>
            <a:lvl1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1pPr>
            <a:lvl2pPr marL="514350" marR="0" lvl="1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2pPr>
            <a:lvl3pPr marL="857250" marR="0" lvl="2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3pPr>
            <a:lvl4pPr marL="1200150" marR="0" lvl="3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4pPr>
            <a:lvl5pPr marL="1543050" marR="0" lvl="4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lang="zh-CN" altLang="en-US" noProof="1">
                <a:sym typeface="+mn-ea"/>
              </a:rPr>
              <a:t>单击此处编辑母版文本样式</a:t>
            </a:r>
            <a:endParaRPr lang="zh-CN" altLang="en-US" noProof="1">
              <a:sym typeface="+mn-ea"/>
            </a:endParaRPr>
          </a:p>
          <a:p>
            <a:pPr lvl="1"/>
            <a:r>
              <a:rPr lang="zh-CN" altLang="en-US" noProof="1">
                <a:sym typeface="+mn-ea"/>
              </a:rPr>
              <a:t>第二级</a:t>
            </a:r>
            <a:endParaRPr lang="zh-CN" altLang="en-US" noProof="1">
              <a:sym typeface="+mn-ea"/>
            </a:endParaRPr>
          </a:p>
          <a:p>
            <a:pPr lvl="2"/>
            <a:r>
              <a:rPr lang="zh-CN" altLang="en-US" noProof="1">
                <a:sym typeface="+mn-ea"/>
              </a:rPr>
              <a:t>第三级</a:t>
            </a:r>
            <a:endParaRPr lang="zh-CN" altLang="en-US" noProof="1">
              <a:sym typeface="+mn-ea"/>
            </a:endParaRPr>
          </a:p>
          <a:p>
            <a:pPr lvl="3"/>
            <a:r>
              <a:rPr lang="zh-CN" altLang="en-US" noProof="1">
                <a:sym typeface="+mn-ea"/>
              </a:rPr>
              <a:t>第四级</a:t>
            </a:r>
            <a:endParaRPr lang="zh-CN" altLang="en-US" noProof="1">
              <a:sym typeface="+mn-ea"/>
            </a:endParaRPr>
          </a:p>
          <a:p>
            <a:pPr lvl="4"/>
            <a:r>
              <a:rPr lang="zh-CN" altLang="en-US" noProof="1">
                <a:sym typeface="+mn-ea"/>
              </a:rPr>
              <a:t>第五级</a:t>
            </a:r>
            <a:endParaRPr noProof="1">
              <a:sym typeface="+mn-ea"/>
            </a:endParaRPr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A147C0C8-6734-419D-B76E-AF1B77E0864A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FE777675-8CD4-4F9C-BAE8-A5EDBB6B8AA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dissolve/>
      </p:transition>
    </mc:Choice>
    <mc:Fallback>
      <p:transition spd="slow">
        <p:dissolve/>
      </p:transition>
    </mc:Fallback>
  </mc:AlternateContent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rtlCol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18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lang="zh-CN" altLang="en-US" noProof="1">
                <a:sym typeface="+mn-ea"/>
              </a:rPr>
              <a:t>单击此处编辑母版标题样式</a:t>
            </a:r>
            <a:endParaRPr noProof="1">
              <a:sym typeface="+mn-ea"/>
            </a:endParaRPr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A147C0C8-6734-419D-B76E-AF1B77E0864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FE777675-8CD4-4F9C-BAE8-A5EDBB6B8AA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dissolve/>
      </p:transition>
    </mc:Choice>
    <mc:Fallback>
      <p:transition spd="slow">
        <p:dissolve/>
      </p:transition>
    </mc:Fallback>
  </mc:AlternateContent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A147C0C8-6734-419D-B76E-AF1B77E0864A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4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FE777675-8CD4-4F9C-BAE8-A5EDBB6B8AA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dissolve/>
      </p:transition>
    </mc:Choice>
    <mc:Fallback>
      <p:transition spd="slow">
        <p:dissolve/>
      </p:transition>
    </mc:Fallback>
  </mc:AlternateContent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02448" y="443234"/>
            <a:ext cx="8139178" cy="441964"/>
          </a:xfrm>
        </p:spPr>
        <p:txBody>
          <a:bodyPr rtlCol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18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lang="zh-CN" altLang="en-US" noProof="1">
                <a:sym typeface="+mn-ea"/>
              </a:rPr>
              <a:t>单击此处编辑母版标题样式</a:t>
            </a:r>
            <a:endParaRPr noProof="1">
              <a:sym typeface="+mn-ea"/>
            </a:endParaRP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3"/>
            </p:custDataLst>
          </p:nvPr>
        </p:nvSpPr>
        <p:spPr>
          <a:xfrm>
            <a:off x="502448" y="952508"/>
            <a:ext cx="3962432" cy="5388907"/>
          </a:xfrm>
        </p:spPr>
        <p:txBody>
          <a:bodyPr rtlCol="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1pPr>
            <a:lvl2pPr marL="514350" marR="0" lvl="1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857250" marR="0" lvl="2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200150" marR="0" lvl="3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1543050" marR="0" lvl="4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lang="zh-CN" altLang="en-US" noProof="1">
                <a:sym typeface="+mn-ea"/>
              </a:rPr>
              <a:t>单击图标添加图片</a:t>
            </a:r>
            <a:endParaRPr noProof="1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4"/>
            </p:custDataLst>
          </p:nvPr>
        </p:nvSpPr>
        <p:spPr>
          <a:xfrm>
            <a:off x="4679194" y="952508"/>
            <a:ext cx="3962432" cy="5388907"/>
          </a:xfrm>
        </p:spPr>
        <p:txBody>
          <a:bodyPr rtlCol="0">
            <a:normAutofit/>
          </a:bodyPr>
          <a:lstStyle>
            <a:lvl1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1pPr>
          </a:lstStyle>
          <a:p>
            <a:pPr lvl="0"/>
            <a:r>
              <a:rPr lang="zh-CN" altLang="en-US" noProof="1">
                <a:sym typeface="+mn-ea"/>
              </a:rPr>
              <a:t>单击此处编辑母版文本样式</a:t>
            </a:r>
            <a:endParaRPr lang="zh-CN" altLang="en-US" noProof="1">
              <a:sym typeface="+mn-ea"/>
            </a:endParaRP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A147C0C8-6734-419D-B76E-AF1B77E0864A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FE777675-8CD4-4F9C-BAE8-A5EDBB6B8AA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dissolve/>
      </p:transition>
    </mc:Choice>
    <mc:Fallback>
      <p:transition spd="slow">
        <p:dissolve/>
      </p:transition>
    </mc:Fallback>
  </mc:AlternateContent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  <p:custDataLst>
              <p:tags r:id="rId2"/>
            </p:custDataLst>
          </p:nvPr>
        </p:nvSpPr>
        <p:spPr>
          <a:xfrm>
            <a:off x="7928351" y="952508"/>
            <a:ext cx="713238" cy="5388907"/>
          </a:xfrm>
        </p:spPr>
        <p:txBody>
          <a:bodyPr vert="eaVert" rtlCol="0" anchor="ctr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18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lang="zh-CN" altLang="en-US" noProof="1">
                <a:sym typeface="+mn-ea"/>
              </a:rPr>
              <a:t>单击此处编辑母版标题样式</a:t>
            </a:r>
            <a:endParaRPr noProof="1"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502444" y="952500"/>
            <a:ext cx="7371076" cy="5388907"/>
          </a:xfrm>
        </p:spPr>
        <p:txBody>
          <a:bodyPr vert="eaVert"/>
          <a:lstStyle>
            <a:lvl1pPr indent="0" eaLnBrk="1" fontAlgn="auto" latinLnBrk="0" hangingPunct="1">
              <a:defRPr>
                <a:latin typeface="微软雅黑" panose="020B0503020204020204" charset="-122"/>
                <a:ea typeface="微软雅黑" panose="020B0503020204020204" charset="-122"/>
              </a:defRPr>
            </a:lvl1pPr>
            <a:lvl2pPr indent="0" eaLnBrk="1" fontAlgn="auto" latinLnBrk="0" hangingPunct="1">
              <a:defRPr>
                <a:latin typeface="微软雅黑" panose="020B0503020204020204" charset="-122"/>
                <a:ea typeface="微软雅黑" panose="020B0503020204020204" charset="-122"/>
              </a:defRPr>
            </a:lvl2pPr>
            <a:lvl3pPr indent="0" eaLnBrk="1" fontAlgn="auto" latinLnBrk="0" hangingPunct="1">
              <a:defRPr>
                <a:latin typeface="微软雅黑" panose="020B0503020204020204" charset="-122"/>
                <a:ea typeface="微软雅黑" panose="020B0503020204020204" charset="-122"/>
              </a:defRPr>
            </a:lvl3pPr>
            <a:lvl4pPr indent="0" eaLnBrk="1" fontAlgn="auto" latinLnBrk="0" hangingPunct="1">
              <a:defRPr>
                <a:latin typeface="微软雅黑" panose="020B0503020204020204" charset="-122"/>
                <a:ea typeface="微软雅黑" panose="020B0503020204020204" charset="-122"/>
              </a:defRPr>
            </a:lvl4pPr>
            <a:lvl5pPr indent="0" eaLnBrk="1" fontAlgn="auto" latinLnBrk="0" hangingPunct="1">
              <a:defRPr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A147C0C8-6734-419D-B76E-AF1B77E0864A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FE777675-8CD4-4F9C-BAE8-A5EDBB6B8AA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dissolve/>
      </p:transition>
    </mc:Choice>
    <mc:Fallback>
      <p:transition spd="slow">
        <p:dissolve/>
      </p:transition>
    </mc:Fallback>
  </mc:AlternateContent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2"/>
            </p:custDataLst>
          </p:nvPr>
        </p:nvSpPr>
        <p:spPr>
          <a:xfrm>
            <a:off x="502448" y="952508"/>
            <a:ext cx="8139178" cy="5388907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4"/>
            <p:custDataLst>
              <p:tags r:id="rId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760FBDFE-C587-4B4C-A407-44438C67B59E}" type="datetimeFigureOut">
              <a:rPr lang="zh-CN" altLang="en-US"/>
            </a:fld>
            <a:endParaRPr lang="zh-CN" altLang="en-US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5"/>
            <p:custDataLst>
              <p:tags r:id="rId4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6"/>
            <p:custDataLst>
              <p:tags r:id="rId5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832D2733-B305-4D60-8089-6493AFCFDE7A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dissolve/>
      </p:transition>
    </mc:Choice>
    <mc:Fallback>
      <p:transition spd="slow">
        <p:dissolve/>
      </p:transition>
    </mc:Fallback>
  </mc:AlternateContent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9"/>
          <p:cNvPicPr>
            <a:picLocks noChangeAspect="1" noChangeArrowheads="1"/>
          </p:cNvPicPr>
          <p:nvPr>
            <p:custDataLst>
              <p:tags r:id="rId2"/>
            </p:custData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938588"/>
            <a:ext cx="9144000" cy="2919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4" name="直接连接符 3"/>
          <p:cNvCxnSpPr/>
          <p:nvPr>
            <p:custDataLst>
              <p:tags r:id="rId4"/>
            </p:custDataLst>
          </p:nvPr>
        </p:nvCxnSpPr>
        <p:spPr>
          <a:xfrm flipH="1">
            <a:off x="0" y="2995613"/>
            <a:ext cx="1940719" cy="0"/>
          </a:xfrm>
          <a:prstGeom prst="line">
            <a:avLst/>
          </a:prstGeom>
          <a:ln w="127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接连接符 4"/>
          <p:cNvCxnSpPr/>
          <p:nvPr>
            <p:custDataLst>
              <p:tags r:id="rId5"/>
            </p:custDataLst>
          </p:nvPr>
        </p:nvCxnSpPr>
        <p:spPr>
          <a:xfrm flipH="1" flipV="1">
            <a:off x="7204472" y="2995613"/>
            <a:ext cx="1940719" cy="0"/>
          </a:xfrm>
          <a:prstGeom prst="line">
            <a:avLst/>
          </a:prstGeom>
          <a:ln w="127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6"/>
            </p:custDataLst>
          </p:nvPr>
        </p:nvSpPr>
        <p:spPr>
          <a:xfrm>
            <a:off x="2045106" y="2313806"/>
            <a:ext cx="5053789" cy="1448117"/>
          </a:xfrm>
        </p:spPr>
        <p:txBody>
          <a:bodyPr rIns="25400" rtlCol="0" anchor="ctr">
            <a:no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4500" b="0" i="0" u="none" strike="noStrike" kern="1200" cap="none" spc="600" normalizeH="0" baseline="0" noProof="1" dirty="0">
                <a:solidFill>
                  <a:schemeClr val="tx2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noProof="1">
                <a:sym typeface="+mn-ea"/>
              </a:rPr>
              <a:t>编辑标题</a:t>
            </a:r>
            <a:endParaRPr noProof="1">
              <a:sym typeface="+mn-ea"/>
            </a:endParaRPr>
          </a:p>
        </p:txBody>
      </p:sp>
      <p:sp>
        <p:nvSpPr>
          <p:cNvPr id="6" name="日期占位符 2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760FBDFE-C587-4B4C-A407-44438C67B59E}" type="datetimeFigureOut">
              <a:rPr lang="zh-CN" altLang="en-US"/>
            </a:fld>
            <a:endParaRPr lang="zh-CN" altLang="en-US"/>
          </a:p>
        </p:txBody>
      </p:sp>
      <p:sp>
        <p:nvSpPr>
          <p:cNvPr id="7" name="页脚占位符 3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8" name="灯片编号占位符 4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1F416EC6-90A0-4FF7-BF22-87F915FB23BB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dissolve/>
      </p:transition>
    </mc:Choice>
    <mc:Fallback>
      <p:transition spd="slow">
        <p:dissolve/>
      </p:transition>
    </mc:Fallback>
  </mc:AlternateContent>
  <p:hf hdr="0" ft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70.xml"/><Relationship Id="rId16" Type="http://schemas.openxmlformats.org/officeDocument/2006/relationships/tags" Target="../tags/tag69.xml"/><Relationship Id="rId15" Type="http://schemas.openxmlformats.org/officeDocument/2006/relationships/tags" Target="../tags/tag68.xml"/><Relationship Id="rId14" Type="http://schemas.openxmlformats.org/officeDocument/2006/relationships/tags" Target="../tags/tag67.xml"/><Relationship Id="rId13" Type="http://schemas.openxmlformats.org/officeDocument/2006/relationships/tags" Target="../tags/tag66.xml"/><Relationship Id="rId12" Type="http://schemas.openxmlformats.org/officeDocument/2006/relationships/tags" Target="../tags/tag65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 noChangeArrowheads="1"/>
          </p:cNvSpPr>
          <p:nvPr>
            <p:ph type="title" idx="4294967295"/>
            <p:custDataLst>
              <p:tags r:id="rId12"/>
            </p:custDataLst>
          </p:nvPr>
        </p:nvSpPr>
        <p:spPr bwMode="auto">
          <a:xfrm>
            <a:off x="502444" y="442913"/>
            <a:ext cx="8139113" cy="442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01600" tIns="38100" rIns="76200" bIns="38100" numCol="1" anchor="t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27" name="文本占位符 2"/>
          <p:cNvSpPr>
            <a:spLocks noGrp="1" noChangeArrowheads="1"/>
          </p:cNvSpPr>
          <p:nvPr>
            <p:ph type="body" idx="9"/>
            <p:custDataLst>
              <p:tags r:id="rId13"/>
            </p:custDataLst>
          </p:nvPr>
        </p:nvSpPr>
        <p:spPr bwMode="auto">
          <a:xfrm>
            <a:off x="502444" y="952500"/>
            <a:ext cx="8139113" cy="5389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01600" tIns="0" rIns="82550" bIns="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59606" y="6350000"/>
            <a:ext cx="2025254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900" noProof="1" smtClean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47C0C8-6734-419D-B76E-AF1B77E0864A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3087291" y="6350000"/>
            <a:ext cx="2969419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900" noProof="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6457950" y="6350000"/>
            <a:ext cx="2025254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900" noProof="1" smtClean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777675-8CD4-4F9C-BAE8-A5EDBB6B8AA6}" type="slidenum">
              <a:rPr lang="zh-CN" altLang="en-US" smtClean="0"/>
            </a:fld>
            <a:endParaRPr lang="zh-CN" altLang="en-US"/>
          </a:p>
        </p:txBody>
      </p:sp>
      <p:sp>
        <p:nvSpPr>
          <p:cNvPr id="2" name="KSO_TEMPLATE" hidden="1"/>
          <p:cNvSpPr/>
          <p:nvPr>
            <p:custDataLst>
              <p:tags r:id="rId17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zh-CN" altLang="en-US" sz="1350" noProof="1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>
    <mc:Choice xmlns:p14="http://schemas.microsoft.com/office/powerpoint/2010/main" Requires="p14">
      <p:transition spd="slow" p14:dur="1200">
        <p:dissolve/>
      </p:transition>
    </mc:Choice>
    <mc:Fallback>
      <p:transition spd="slow">
        <p:dissolve/>
      </p:transition>
    </mc:Fallback>
  </mc:AlternateConten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1800" b="1" kern="1200" spc="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微软雅黑" panose="020B0503020204020204" charset="-122"/>
          <a:ea typeface="微软雅黑" panose="020B0503020204020204" charset="-122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微软雅黑" panose="020B0503020204020204" charset="-122"/>
          <a:ea typeface="微软雅黑" panose="020B0503020204020204" charset="-122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微软雅黑" panose="020B0503020204020204" charset="-122"/>
          <a:ea typeface="微软雅黑" panose="020B0503020204020204" charset="-122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微软雅黑" panose="020B0503020204020204" charset="-122"/>
          <a:ea typeface="微软雅黑" panose="020B0503020204020204" charset="-122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微软雅黑" panose="020B0503020204020204" charset="-122"/>
          <a:ea typeface="微软雅黑" panose="020B0503020204020204" charset="-122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微软雅黑" panose="020B0503020204020204" charset="-122"/>
          <a:ea typeface="微软雅黑" panose="020B0503020204020204" charset="-122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微软雅黑" panose="020B0503020204020204" charset="-122"/>
          <a:ea typeface="微软雅黑" panose="020B0503020204020204" charset="-122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微软雅黑" panose="020B0503020204020204" charset="-122"/>
          <a:ea typeface="微软雅黑" panose="020B0503020204020204" charset="-122"/>
        </a:defRPr>
      </a:lvl9pPr>
    </p:titleStyle>
    <p:bodyStyle>
      <a:lvl1pPr marL="171450" indent="-171450" algn="l" rtl="0" eaLnBrk="1" fontAlgn="base" hangingPunct="1">
        <a:lnSpc>
          <a:spcPct val="130000"/>
        </a:lnSpc>
        <a:spcBef>
          <a:spcPct val="0"/>
        </a:spcBef>
        <a:spcAft>
          <a:spcPts val="1000"/>
        </a:spcAft>
        <a:buFont typeface="Arial" panose="020B0604020202020204" pitchFamily="34" charset="0"/>
        <a:buChar char="•"/>
        <a:defRPr sz="1200" kern="1200" spc="15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1pPr>
      <a:lvl2pPr marL="514350" indent="-171450" algn="l" defTabSz="0" rtl="0" eaLnBrk="1" fontAlgn="base" hangingPunct="1">
        <a:lnSpc>
          <a:spcPct val="130000"/>
        </a:lnSpc>
        <a:spcBef>
          <a:spcPct val="0"/>
        </a:spcBef>
        <a:spcAft>
          <a:spcPts val="1000"/>
        </a:spcAft>
        <a:buFont typeface="Arial" panose="020B0604020202020204" pitchFamily="34" charset="0"/>
        <a:buChar char="•"/>
        <a:tabLst>
          <a:tab pos="1207135" algn="l"/>
        </a:tabLst>
        <a:defRPr sz="1200" kern="1200" spc="15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2pPr>
      <a:lvl3pPr marL="857250" indent="-171450" algn="l" defTabSz="0" rtl="0" eaLnBrk="1" fontAlgn="base" hangingPunct="1">
        <a:lnSpc>
          <a:spcPct val="130000"/>
        </a:lnSpc>
        <a:spcBef>
          <a:spcPct val="0"/>
        </a:spcBef>
        <a:spcAft>
          <a:spcPts val="1000"/>
        </a:spcAft>
        <a:buFont typeface="Arial" panose="020B0604020202020204" pitchFamily="34" charset="0"/>
        <a:buChar char="•"/>
        <a:tabLst>
          <a:tab pos="1207135" algn="l"/>
        </a:tabLst>
        <a:defRPr sz="1200" kern="1200" spc="15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3pPr>
      <a:lvl4pPr marL="1200150" indent="-171450" algn="l" defTabSz="0" rtl="0" eaLnBrk="1" fontAlgn="base" hangingPunct="1">
        <a:lnSpc>
          <a:spcPct val="130000"/>
        </a:lnSpc>
        <a:spcBef>
          <a:spcPct val="0"/>
        </a:spcBef>
        <a:spcAft>
          <a:spcPts val="1000"/>
        </a:spcAft>
        <a:buFont typeface="Arial" panose="020B0604020202020204" pitchFamily="34" charset="0"/>
        <a:buChar char="•"/>
        <a:tabLst>
          <a:tab pos="1207135" algn="l"/>
        </a:tabLst>
        <a:defRPr sz="1200" kern="1200" spc="15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4pPr>
      <a:lvl5pPr marL="1543050" indent="-171450" algn="l" defTabSz="0" rtl="0" eaLnBrk="1" fontAlgn="base" hangingPunct="1">
        <a:lnSpc>
          <a:spcPct val="130000"/>
        </a:lnSpc>
        <a:spcBef>
          <a:spcPct val="0"/>
        </a:spcBef>
        <a:spcAft>
          <a:spcPts val="1000"/>
        </a:spcAft>
        <a:buFont typeface="Arial" panose="020B0604020202020204" pitchFamily="34" charset="0"/>
        <a:buChar char="•"/>
        <a:tabLst>
          <a:tab pos="1207135" algn="l"/>
        </a:tabLst>
        <a:defRPr sz="1200" kern="1200" spc="15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microsoft.com/office/2007/relationships/diagramDrawing" Target="../diagrams/drawing1.xml"/><Relationship Id="rId4" Type="http://schemas.openxmlformats.org/officeDocument/2006/relationships/diagramColors" Target="../diagrams/colors1.xml"/><Relationship Id="rId3" Type="http://schemas.openxmlformats.org/officeDocument/2006/relationships/diagramQuickStyle" Target="../diagrams/quickStyle1.xml"/><Relationship Id="rId2" Type="http://schemas.openxmlformats.org/officeDocument/2006/relationships/diagramLayout" Target="../diagrams/layout1.xml"/><Relationship Id="rId1" Type="http://schemas.openxmlformats.org/officeDocument/2006/relationships/diagramData" Target="../diagrams/data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slide" Target="slide2.xml"/><Relationship Id="rId5" Type="http://schemas.microsoft.com/office/2007/relationships/diagramDrawing" Target="../diagrams/drawing2.xml"/><Relationship Id="rId4" Type="http://schemas.openxmlformats.org/officeDocument/2006/relationships/diagramColors" Target="../diagrams/colors2.xml"/><Relationship Id="rId3" Type="http://schemas.openxmlformats.org/officeDocument/2006/relationships/diagramQuickStyle" Target="../diagrams/quickStyle2.xml"/><Relationship Id="rId2" Type="http://schemas.openxmlformats.org/officeDocument/2006/relationships/diagramLayout" Target="../diagrams/layout2.xml"/><Relationship Id="rId1" Type="http://schemas.openxmlformats.org/officeDocument/2006/relationships/diagramData" Target="../diagrams/data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3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4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5.jpe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jpe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jpe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jpe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诺贝尔奖，你了解多少？</a:t>
            </a:r>
            <a:endParaRPr lang="zh-CN" altLang="en-US" dirty="0"/>
          </a:p>
        </p:txBody>
      </p:sp>
      <p:sp>
        <p:nvSpPr>
          <p:cNvPr id="4" name="副标题 3"/>
          <p:cNvSpPr>
            <a:spLocks noGrp="1"/>
          </p:cNvSpPr>
          <p:nvPr>
            <p:ph type="subTitle" idx="1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dissolve/>
      </p:transition>
    </mc:Choice>
    <mc:Fallback>
      <p:transition spd="slow">
        <p:dissolv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内容提要</a:t>
            </a:r>
            <a:endParaRPr lang="zh-CN" altLang="en-US"/>
          </a:p>
        </p:txBody>
      </p:sp>
      <p:graphicFrame>
        <p:nvGraphicFramePr>
          <p:cNvPr id="6" name="图示 5"/>
          <p:cNvGraphicFramePr/>
          <p:nvPr/>
        </p:nvGraphicFramePr>
        <p:xfrm>
          <a:off x="1763395" y="1628775"/>
          <a:ext cx="5346065" cy="39528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" r:lo="rId2" r:qs="rId3" r:cs="rId4"/>
          </a:graphicData>
        </a:graphic>
      </p:graphicFrame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FE777675-8CD4-4F9C-BAE8-A5EDBB6B8AA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dissolve/>
      </p:transition>
    </mc:Choice>
    <mc:Fallback>
      <p:transition spd="slow">
        <p:dissolv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关于诺贝尔奖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dissolve/>
      </p:transition>
    </mc:Choice>
    <mc:Fallback>
      <p:transition spd="slow">
        <p:dissolv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诺贝尔奖的由来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zh-CN" dirty="0"/>
              <a:t>诺贝尔奖，是以瑞典著名的化学家、硝化甘油炸药的发明人阿尔弗雷德•贝恩哈德•诺贝尔的部分遗产（</a:t>
            </a:r>
            <a:r>
              <a:rPr lang="en-US" altLang="zh-CN" dirty="0"/>
              <a:t>3100</a:t>
            </a:r>
            <a:r>
              <a:rPr lang="zh-CN" altLang="zh-CN" dirty="0"/>
              <a:t>万瑞典克朗）作为基金创立的。</a:t>
            </a:r>
            <a:endParaRPr lang="zh-CN" altLang="zh-CN" dirty="0"/>
          </a:p>
          <a:p>
            <a:r>
              <a:rPr lang="zh-CN" altLang="zh-CN" dirty="0"/>
              <a:t>诺贝尔奖分设物理学、化学、生理学或医学、文学、和平和经济学六个奖项，授予世界上在这些领域对人类做出重大贡献的人。</a:t>
            </a:r>
            <a:endParaRPr lang="zh-CN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FE777675-8CD4-4F9C-BAE8-A5EDBB6B8AA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dissolve/>
      </p:transition>
    </mc:Choice>
    <mc:Fallback>
      <p:transition spd="slow">
        <p:dissolv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6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zh-CN" dirty="0"/>
              <a:t>评选流程</a:t>
            </a:r>
            <a:endParaRPr lang="zh-CN" altLang="en-US" dirty="0"/>
          </a:p>
        </p:txBody>
      </p:sp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rtl="0"/>
            <a:endParaRPr lang="zh-CN" dirty="0"/>
          </a:p>
          <a:p>
            <a:endParaRPr lang="zh-CN" dirty="0"/>
          </a:p>
        </p:txBody>
      </p:sp>
      <p:graphicFrame>
        <p:nvGraphicFramePr>
          <p:cNvPr id="3" name="图示 2"/>
          <p:cNvGraphicFramePr/>
          <p:nvPr/>
        </p:nvGraphicFramePr>
        <p:xfrm>
          <a:off x="454025" y="1412875"/>
          <a:ext cx="8277225" cy="347853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" r:lo="rId2" r:qs="rId3" r:cs="rId4"/>
          </a:graphicData>
        </a:graphic>
      </p:graphicFrame>
      <p:sp>
        <p:nvSpPr>
          <p:cNvPr id="4" name="下弧形箭头 3">
            <a:hlinkClick r:id="rId6" tooltip="" action="ppaction://hlinksldjump"/>
          </p:cNvPr>
          <p:cNvSpPr/>
          <p:nvPr/>
        </p:nvSpPr>
        <p:spPr>
          <a:xfrm>
            <a:off x="467360" y="5877560"/>
            <a:ext cx="504000" cy="360000"/>
          </a:xfrm>
          <a:prstGeom prst="curved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FE777675-8CD4-4F9C-BAE8-A5EDBB6B8AA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dissolve/>
      </p:transition>
    </mc:Choice>
    <mc:Fallback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诺贝尔奖历史上的趣闻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dissolve/>
      </p:transition>
    </mc:Choice>
    <mc:Fallback>
      <p:transition spd="slow">
        <p:dissolv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最“另类”的诺贝尔奖得主</a:t>
            </a:r>
            <a:endParaRPr lang="zh-CN" altLang="en-US" dirty="0"/>
          </a:p>
        </p:txBody>
      </p:sp>
      <p:sp>
        <p:nvSpPr>
          <p:cNvPr id="2" name="内容占位符 1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zh-CN" altLang="en-US" dirty="0"/>
              <a:t>总有那么“另类”的人，面对殊荣不屑一顾。法国当代著名文学家让</a:t>
            </a:r>
            <a:r>
              <a:rPr lang="en-US" altLang="zh-CN" dirty="0"/>
              <a:t>•</a:t>
            </a:r>
            <a:r>
              <a:rPr lang="zh-CN" altLang="en-US" dirty="0"/>
              <a:t>保罗</a:t>
            </a:r>
            <a:r>
              <a:rPr lang="en-US" altLang="zh-CN" dirty="0"/>
              <a:t>•</a:t>
            </a:r>
            <a:r>
              <a:rPr lang="zh-CN" altLang="en-US" dirty="0"/>
              <a:t>萨特就是如此，当他得知自己获得诺贝尔文学奖后即刻对外发表声明，拒绝接受此奖项，理由很简单：谢绝一切来自官方的荣誉。</a:t>
            </a:r>
            <a:endParaRPr lang="zh-CN" altLang="en-US" dirty="0"/>
          </a:p>
          <a:p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8144" y="2991880"/>
            <a:ext cx="2582540" cy="3342545"/>
          </a:xfrm>
          <a:prstGeom prst="rect">
            <a:avLst/>
          </a:prstGeom>
        </p:spPr>
      </p:pic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FE777675-8CD4-4F9C-BAE8-A5EDBB6B8AA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dissolve/>
      </p:transition>
    </mc:Choice>
    <mc:Fallback>
      <p:transition spd="slow">
        <p:dissolv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最“奇葩”的诺贝尔奖得主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zh-CN" altLang="en-US" sz="2000" dirty="0"/>
              <a:t>现代社会，手机无处不在，你能想象没有手机的生活吗？</a:t>
            </a:r>
            <a:r>
              <a:rPr lang="en-US" altLang="zh-CN" sz="2000" dirty="0"/>
              <a:t>2013</a:t>
            </a:r>
            <a:r>
              <a:rPr lang="zh-CN" altLang="en-US" sz="2000" dirty="0"/>
              <a:t>年度诺贝尔物理学奖获得者彼得</a:t>
            </a:r>
            <a:r>
              <a:rPr lang="en-US" altLang="zh-CN" sz="2000" dirty="0"/>
              <a:t>•</a:t>
            </a:r>
            <a:r>
              <a:rPr lang="zh-CN" altLang="en-US" sz="2000" dirty="0"/>
              <a:t>希格斯教授就是这样一个“奇葩”人物，他至今都不用手机，以至于他未能在第一时间获得自己获奖的消息，而是从邻居的祝贺中才得知自己获奖的事情。</a:t>
            </a:r>
            <a:endParaRPr lang="zh-CN" altLang="en-US" sz="2000" dirty="0"/>
          </a:p>
          <a:p>
            <a:pPr marL="0" indent="0">
              <a:buNone/>
            </a:pPr>
            <a:endParaRPr lang="zh-CN" altLang="en-US" dirty="0"/>
          </a:p>
        </p:txBody>
      </p:sp>
      <p:sp>
        <p:nvSpPr>
          <p:cNvPr id="5" name="内容占位符 4"/>
          <p:cNvSpPr>
            <a:spLocks noGrp="1"/>
          </p:cNvSpPr>
          <p:nvPr>
            <p:ph sz="half" idx="2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2240" y="3501008"/>
            <a:ext cx="1980321" cy="2967192"/>
          </a:xfrm>
          <a:prstGeom prst="rect">
            <a:avLst/>
          </a:prstGeom>
        </p:spPr>
      </p:pic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FE777675-8CD4-4F9C-BAE8-A5EDBB6B8AA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dissolve/>
      </p:transition>
    </mc:Choice>
    <mc:Fallback>
      <p:transition spd="slow">
        <p:dissolv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最“省事儿”的诺贝尔奖得主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sz="half" idx="1"/>
          </p:nvPr>
        </p:nvSpPr>
        <p:spPr/>
        <p:txBody>
          <a:bodyPr vert="horz" lIns="91440" tIns="45720" rIns="91440" bIns="45720" rtlCol="0">
            <a:normAutofit/>
          </a:bodyPr>
          <a:lstStyle/>
          <a:p>
            <a:r>
              <a:rPr lang="en-US" altLang="zh-CN" sz="2000" dirty="0"/>
              <a:t>1901</a:t>
            </a:r>
            <a:r>
              <a:rPr lang="zh-CN" altLang="en-US" sz="2000" dirty="0"/>
              <a:t>年，</a:t>
            </a:r>
            <a:r>
              <a:rPr lang="en-US" altLang="zh-CN" sz="2000" dirty="0"/>
              <a:t>X</a:t>
            </a:r>
            <a:r>
              <a:rPr lang="zh-CN" altLang="en-US" sz="2000" dirty="0"/>
              <a:t>射线发明人德国科学家伦琴收到来信，信中邀请他前往斯德哥尔摩领取诺贝尔物理学奖。而这位教授随即回复了一封出人意料的回信，信上说：斯德哥尔摩路途遥远，需向校长请假才行，麻烦得很，将奖牌与奖金寄过来行不行？瑞典的答复是，奖牌不能寄，还是跑一趟吧。伦琴无奈来到了斯德哥尔摩，但他领到奖金和奖牌后就即刻打道回府，连获奖后例行的讲座也取消了。</a:t>
            </a:r>
            <a:endParaRPr lang="zh-CN" altLang="en-US" sz="2000" dirty="0"/>
          </a:p>
        </p:txBody>
      </p:sp>
      <p:sp>
        <p:nvSpPr>
          <p:cNvPr id="5" name="内容占位符 4"/>
          <p:cNvSpPr>
            <a:spLocks noGrp="1"/>
          </p:cNvSpPr>
          <p:nvPr>
            <p:ph sz="half" idx="2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60232" y="4077072"/>
            <a:ext cx="1524000" cy="2139696"/>
          </a:xfrm>
          <a:prstGeom prst="rect">
            <a:avLst/>
          </a:prstGeom>
        </p:spPr>
      </p:pic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FE777675-8CD4-4F9C-BAE8-A5EDBB6B8AA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dissolve/>
      </p:transition>
    </mc:Choice>
    <mc:Fallback>
      <p:transition spd="slow">
        <p:dissolv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zh-CN" dirty="0"/>
              <a:t>诺贝尔奖证书，每张都是一幅画！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dissolve/>
      </p:transition>
    </mc:Choice>
    <mc:Fallback>
      <p:transition spd="slow">
        <p:dissolv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早期：古典朴素的美</a:t>
            </a:r>
            <a:endParaRPr lang="zh-CN" altLang="en-US" dirty="0"/>
          </a:p>
        </p:txBody>
      </p:sp>
      <p:sp>
        <p:nvSpPr>
          <p:cNvPr id="6" name="文本占位符 5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zh-CN" altLang="en-US" dirty="0"/>
              <a:t>是</a:t>
            </a:r>
            <a:r>
              <a:rPr lang="en-US" altLang="zh-CN" dirty="0"/>
              <a:t>1962</a:t>
            </a:r>
            <a:r>
              <a:rPr lang="zh-CN" altLang="en-US" dirty="0"/>
              <a:t>年生理学</a:t>
            </a:r>
            <a:r>
              <a:rPr lang="en-US" altLang="zh-CN" dirty="0"/>
              <a:t>/</a:t>
            </a:r>
            <a:r>
              <a:rPr lang="zh-CN" altLang="en-US" dirty="0"/>
              <a:t>医学奖得住弗朗西斯</a:t>
            </a:r>
            <a:r>
              <a:rPr lang="en-US" altLang="zh-CN" dirty="0"/>
              <a:t>•</a:t>
            </a:r>
            <a:r>
              <a:rPr lang="zh-CN" altLang="en-US" dirty="0"/>
              <a:t>克里克的证书。克里克是发现</a:t>
            </a:r>
            <a:r>
              <a:rPr lang="en-US" altLang="zh-CN" dirty="0"/>
              <a:t>DNA</a:t>
            </a:r>
            <a:r>
              <a:rPr lang="zh-CN" altLang="en-US" dirty="0"/>
              <a:t>结构的二人之一，</a:t>
            </a:r>
            <a:r>
              <a:rPr lang="en-US" altLang="zh-CN" dirty="0"/>
              <a:t>DNA</a:t>
            </a:r>
            <a:r>
              <a:rPr lang="zh-CN" altLang="en-US" dirty="0"/>
              <a:t>是生命的螺旋，画上的这个人，手中也拿着一个发出光亮的好像是螺旋的东西。</a:t>
            </a:r>
            <a:endParaRPr lang="zh-CN" altLang="en-US" dirty="0"/>
          </a:p>
          <a:p>
            <a:pPr>
              <a:lnSpc>
                <a:spcPct val="120000"/>
              </a:lnSpc>
            </a:pPr>
            <a:endParaRPr lang="zh-CN" altLang="en-US" dirty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16016" y="3527170"/>
            <a:ext cx="3665984" cy="2498979"/>
          </a:xfrm>
          <a:prstGeom prst="rect">
            <a:avLst/>
          </a:prstGeom>
          <a:scene3d>
            <a:camera prst="perspectiveFront"/>
            <a:lightRig rig="threePt" dir="t"/>
          </a:scene3d>
        </p:spPr>
      </p:pic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FE777675-8CD4-4F9C-BAE8-A5EDBB6B8AA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dissolve/>
      </p:transition>
    </mc:Choice>
    <mc:Fallback>
      <p:transition spd="slow">
        <p:dissolv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如今的科学奖项</a:t>
            </a:r>
            <a:r>
              <a:rPr lang="zh-CN" altLang="en-US"/>
              <a:t>证书</a:t>
            </a:r>
            <a:r>
              <a:rPr lang="zh-CN" altLang="en-US" smtClean="0"/>
              <a:t>：艺术</a:t>
            </a:r>
            <a:r>
              <a:rPr lang="zh-CN" altLang="en-US" dirty="0"/>
              <a:t>，是种感觉</a:t>
            </a:r>
            <a:r>
              <a:rPr lang="en-US" altLang="zh-CN" dirty="0"/>
              <a:t>……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zh-CN" altLang="en-US" dirty="0"/>
              <a:t>近年来，诺贝尔证书的艺术风格更加多样化，除了传统的版画、装饰画和油画以外，还有富有现代艺术气息的水彩、抽象画、波普风设计的等等。</a:t>
            </a:r>
            <a:endParaRPr lang="zh-CN" altLang="en-US" dirty="0"/>
          </a:p>
          <a:p>
            <a:pPr>
              <a:lnSpc>
                <a:spcPct val="120000"/>
              </a:lnSpc>
            </a:pPr>
            <a:r>
              <a:rPr lang="en-US" altLang="zh-CN" dirty="0"/>
              <a:t>2013</a:t>
            </a:r>
            <a:r>
              <a:rPr lang="zh-CN" altLang="en-US" dirty="0"/>
              <a:t>年物理学奖彼得</a:t>
            </a:r>
            <a:r>
              <a:rPr lang="en-US" altLang="zh-CN" dirty="0"/>
              <a:t>•</a:t>
            </a:r>
            <a:r>
              <a:rPr lang="zh-CN" altLang="en-US" dirty="0"/>
              <a:t>希格斯的证书。证书里面的深邃的蓝色隐喻宇宙，而那颗仿佛有质量的粒子正坠进深空。</a:t>
            </a:r>
            <a:endParaRPr lang="zh-CN" altLang="en-US" dirty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8064" y="3990662"/>
            <a:ext cx="3449960" cy="2621970"/>
          </a:xfrm>
          <a:prstGeom prst="rect">
            <a:avLst/>
          </a:prstGeom>
        </p:spPr>
      </p:pic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FE777675-8CD4-4F9C-BAE8-A5EDBB6B8AA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dissolve/>
      </p:transition>
    </mc:Choice>
    <mc:Fallback>
      <p:transition spd="slow">
        <p:dissolv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文学奖证书：看，艺术的共通之处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zh-CN" altLang="en-US" dirty="0"/>
              <a:t>文学奖的证书是最有艺术气息，也最能传达获奖者主旨的。</a:t>
            </a:r>
            <a:endParaRPr lang="zh-CN" altLang="en-US" dirty="0"/>
          </a:p>
          <a:p>
            <a:pPr>
              <a:lnSpc>
                <a:spcPct val="120000"/>
              </a:lnSpc>
            </a:pPr>
            <a:r>
              <a:rPr lang="zh-CN" altLang="en-US" dirty="0"/>
              <a:t>犹太作家辛格的证书。版画风格的设计，融合了许多元素：中间是犹太人的大卫之星，旁边分别有</a:t>
            </a:r>
            <a:r>
              <a:rPr lang="en-US" altLang="zh-CN" dirty="0"/>
              <a:t>The Magician of Lublin</a:t>
            </a:r>
            <a:r>
              <a:rPr lang="zh-CN" altLang="en-US" dirty="0"/>
              <a:t>、拉比拿着犹太人的</a:t>
            </a:r>
            <a:r>
              <a:rPr lang="en-US" altLang="zh-CN" dirty="0"/>
              <a:t>Torah Roll</a:t>
            </a:r>
            <a:r>
              <a:rPr lang="zh-CN" altLang="en-US" dirty="0"/>
              <a:t>、</a:t>
            </a:r>
            <a:r>
              <a:rPr lang="en-US" altLang="zh-CN" dirty="0"/>
              <a:t>The Slave</a:t>
            </a:r>
            <a:r>
              <a:rPr lang="zh-CN" altLang="en-US" dirty="0"/>
              <a:t>里的</a:t>
            </a:r>
            <a:r>
              <a:rPr lang="en-US" altLang="zh-CN" dirty="0"/>
              <a:t>Jacob</a:t>
            </a:r>
            <a:r>
              <a:rPr lang="zh-CN" altLang="en-US" dirty="0"/>
              <a:t>、</a:t>
            </a:r>
            <a:r>
              <a:rPr lang="en-US" altLang="zh-CN" dirty="0"/>
              <a:t>Satan in </a:t>
            </a:r>
            <a:r>
              <a:rPr lang="en-US" altLang="zh-CN" dirty="0" err="1"/>
              <a:t>Goray</a:t>
            </a:r>
            <a:r>
              <a:rPr lang="zh-CN" altLang="en-US" dirty="0"/>
              <a:t>、弥赛亚，最右边还有纳粹。中间是纽约。</a:t>
            </a:r>
            <a:endParaRPr lang="zh-CN" altLang="en-US" dirty="0"/>
          </a:p>
          <a:p>
            <a:pPr>
              <a:lnSpc>
                <a:spcPct val="120000"/>
              </a:lnSpc>
            </a:pPr>
            <a:endParaRPr lang="zh-CN" altLang="en-US" dirty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52120" y="4242690"/>
            <a:ext cx="2729880" cy="2056510"/>
          </a:xfrm>
          <a:prstGeom prst="rect">
            <a:avLst/>
          </a:prstGeom>
        </p:spPr>
      </p:pic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FE777675-8CD4-4F9C-BAE8-A5EDBB6B8AA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dissolve/>
      </p:transition>
    </mc:Choice>
    <mc:Fallback>
      <p:transition spd="slow">
        <p:dissolv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4932040" y="2636912"/>
            <a:ext cx="338437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mtClean="0"/>
              <a:t>与柏拉图为友</a:t>
            </a:r>
            <a:r>
              <a:rPr lang="en-US" altLang="zh-CN" smtClean="0"/>
              <a:t>,</a:t>
            </a:r>
            <a:endParaRPr lang="en-US" altLang="zh-CN" dirty="0"/>
          </a:p>
          <a:p>
            <a:r>
              <a:rPr lang="zh-CN" altLang="en-US" smtClean="0"/>
              <a:t>与亚里士多德为友</a:t>
            </a:r>
            <a:r>
              <a:rPr lang="en-US" altLang="zh-CN" smtClean="0"/>
              <a:t>,</a:t>
            </a:r>
            <a:endParaRPr lang="en-US" altLang="zh-CN" dirty="0"/>
          </a:p>
          <a:p>
            <a:r>
              <a:rPr lang="zh-CN" altLang="en-US" smtClean="0"/>
              <a:t>更要与真理为友！</a:t>
            </a:r>
            <a:endParaRPr lang="zh-CN" alt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1331640" y="2924944"/>
            <a:ext cx="309634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5400" dirty="0"/>
              <a:t>谢谢聆听</a:t>
            </a:r>
            <a:endParaRPr lang="zh-CN" altLang="en-US" sz="5400" dirty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FE777675-8CD4-4F9C-BAE8-A5EDBB6B8AA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dissolve/>
      </p:transition>
    </mc:Choice>
    <mc:Fallback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5" grpId="1"/>
    </p:bldLst>
  </p:timing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196579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196579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TAG_VERSION" val="1.0"/>
  <p:tag name="KSO_WM_BEAUTIFY_FLAG" val="#wm#"/>
  <p:tag name="KSO_WM_COMBINE_RELATE_SLIDE_ID" val="custom925310_1"/>
  <p:tag name="KSO_WM_TEMPLATE_CATEGORY" val="custom"/>
  <p:tag name="KSO_WM_TEMPLATE_INDEX" val="20196579"/>
  <p:tag name="KSO_WM_TEMPLATE_SUBCATEGORY" val="0"/>
  <p:tag name="KSO_WM_TEMPLATE_THUMBS_INDEX" val="1"/>
</p:tagLst>
</file>

<file path=ppt/tags/tag71.xml><?xml version="1.0" encoding="utf-8"?>
<p:tagLst xmlns:p="http://schemas.openxmlformats.org/presentationml/2006/main">
  <p:tag name="ISPRING_RESOURCE_PATHS_HASH_2" val="32ba1ef23c1f5bdc293c5234722f85bbcd872ece"/>
  <p:tag name="KSO_WPP_MARK_KEY" val="45db7aff-7f0a-4d22-a0f9-c6321b4b3ebe"/>
  <p:tag name="COMMONDATA" val="eyJoZGlkIjoiNjQwNzdkNTI0ZmEyODlhNmVjYjU4ZGU0YTBmMWRhMTcifQ=="/>
</p:tagLst>
</file>

<file path=ppt/theme/theme1.xml><?xml version="1.0" encoding="utf-8"?>
<a:theme xmlns:a="http://schemas.openxmlformats.org/drawingml/2006/main" name="主题五">
  <a:themeElements>
    <a:clrScheme name="自定义 4">
      <a:dk1>
        <a:srgbClr val="000000"/>
      </a:dk1>
      <a:lt1>
        <a:srgbClr val="FFFFFF"/>
      </a:lt1>
      <a:dk2>
        <a:srgbClr val="364048"/>
      </a:dk2>
      <a:lt2>
        <a:srgbClr val="8F7046"/>
      </a:lt2>
      <a:accent1>
        <a:srgbClr val="8F7046"/>
      </a:accent1>
      <a:accent2>
        <a:srgbClr val="C8AF92"/>
      </a:accent2>
      <a:accent3>
        <a:srgbClr val="C6BCB2"/>
      </a:accent3>
      <a:accent4>
        <a:srgbClr val="D7C9BC"/>
      </a:accent4>
      <a:accent5>
        <a:srgbClr val="364148"/>
      </a:accent5>
      <a:accent6>
        <a:srgbClr val="907046"/>
      </a:accent6>
      <a:hlink>
        <a:srgbClr val="D7C9BC"/>
      </a:hlink>
      <a:folHlink>
        <a:srgbClr val="BFBFBF"/>
      </a:folHlink>
    </a:clrScheme>
    <a:fontScheme name="Office Classic">
      <a:majorFont>
        <a:latin typeface="Arial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Times New Roman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Thatch</Template>
  <TotalTime>0</TotalTime>
  <Words>1029</Words>
  <Application>WPS 演示</Application>
  <PresentationFormat>全屏显示(4:3)</PresentationFormat>
  <Paragraphs>75</Paragraphs>
  <Slides>14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3" baseType="lpstr">
      <vt:lpstr>Arial</vt:lpstr>
      <vt:lpstr>宋体</vt:lpstr>
      <vt:lpstr>Wingdings</vt:lpstr>
      <vt:lpstr>Calibri Light</vt:lpstr>
      <vt:lpstr>Calibri</vt:lpstr>
      <vt:lpstr>微软雅黑</vt:lpstr>
      <vt:lpstr>Arial Unicode MS</vt:lpstr>
      <vt:lpstr>Times New Roman</vt:lpstr>
      <vt:lpstr>主题五</vt:lpstr>
      <vt:lpstr>诺贝尔奖，你了解多少？</vt:lpstr>
      <vt:lpstr>内容提要</vt:lpstr>
      <vt:lpstr>关于诺贝尔奖</vt:lpstr>
      <vt:lpstr>诺贝尔奖的由来</vt:lpstr>
      <vt:lpstr>评选流程</vt:lpstr>
      <vt:lpstr>诺贝尔奖历史上的趣闻</vt:lpstr>
      <vt:lpstr>最“另类”的诺贝尔奖得主</vt:lpstr>
      <vt:lpstr>最“奇葩”的诺贝尔奖得主</vt:lpstr>
      <vt:lpstr>最“省事儿”的诺贝尔奖得主</vt:lpstr>
      <vt:lpstr>诺贝尔奖证书，每张都是一幅画！</vt:lpstr>
      <vt:lpstr>早期：古典朴素的美</vt:lpstr>
      <vt:lpstr>如今的科学奖项证书：艺术，是种感觉……</vt:lpstr>
      <vt:lpstr>文学奖证书：看，艺术的共通之处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86133</cp:lastModifiedBy>
  <cp:revision>9</cp:revision>
  <dcterms:created xsi:type="dcterms:W3CDTF">2017-01-07T06:52:00Z</dcterms:created>
  <dcterms:modified xsi:type="dcterms:W3CDTF">2023-12-18T05:24:12Z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1477A66D52104AC7B861380F4127F611_12</vt:lpwstr>
  </property>
  <property fmtid="{D5CDD505-2E9C-101B-9397-08002B2CF9AE}" pid="3" name="KSOProductBuildVer">
    <vt:lpwstr>2052-11.1.0.14227</vt:lpwstr>
  </property>
</Properties>
</file>