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6" r:id="rId4"/>
    <p:sldId id="274" r:id="rId5"/>
    <p:sldId id="27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80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jpe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jpe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image" Target="../media/image5.png"/><Relationship Id="rId5" Type="http://schemas.openxmlformats.org/officeDocument/2006/relationships/tags" Target="../tags/tag72.xml"/><Relationship Id="rId4" Type="http://schemas.openxmlformats.org/officeDocument/2006/relationships/image" Target="../media/image4.png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脸谱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京剧脸谱，是一种具有中国文化特色的特殊化妆方法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脸谱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脸谱最初的作用，只是夸大剧中角色的五官部位和面部的纹理，用夸张的手法表现剧中人的性格、心理和生理上的特征，以此来为整个戏剧的情节服务。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发展到后来，脸谱由简到繁、由粗到细、由表及里、由浅到深，本身就逐渐成为一种具有民族特色的、以人的面部为表现手段的图案艺术了。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3564255" y="3429000"/>
            <a:ext cx="2037080" cy="246824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脸谱的由来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490345"/>
            <a:ext cx="754951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京剧脸谱起源于生活。每个人面部器官的形状、轮廓相似，生理布局也都有一定的规律，面部肌肉的纹理与人物的年龄、生理、经历、生活的自然条件也都有密切关系，所以京剧脸谱的勾绘是以生活为依据，也是生活的概括。</a:t>
            </a:r>
            <a:endParaRPr lang="zh-CN" altLang="en-US"/>
          </a:p>
          <a:p>
            <a:pPr marL="0" indent="0">
              <a:buClr>
                <a:srgbClr val="FF0000"/>
              </a:buClr>
              <a:buSzPct val="120000"/>
              <a:buFont typeface="+mj-lt"/>
              <a:buNone/>
            </a:pPr>
            <a:r>
              <a:rPr lang="zh-CN" altLang="en-US"/>
              <a:t>借鉴生活中血统遗传的原理。</a:t>
            </a:r>
            <a:endParaRPr lang="zh-CN" altLang="en-US"/>
          </a:p>
          <a:p>
            <a:pPr marL="0" indent="0">
              <a:buClr>
                <a:srgbClr val="FF0000"/>
              </a:buClr>
              <a:buSzPct val="120000"/>
              <a:buFont typeface="+mj-lt"/>
              <a:buNone/>
            </a:pPr>
            <a:r>
              <a:rPr lang="zh-CN" altLang="en-US"/>
              <a:t>依据剧中人物姓名，附会色调，确定脸谱。</a:t>
            </a:r>
            <a:endParaRPr lang="zh-CN" altLang="en-US"/>
          </a:p>
          <a:p>
            <a:pPr marL="0" indent="0">
              <a:buClr>
                <a:srgbClr val="FF0000"/>
              </a:buClr>
              <a:buSzPct val="120000"/>
              <a:buFont typeface="+mj-lt"/>
              <a:buNone/>
            </a:pPr>
            <a:r>
              <a:rPr lang="zh-CN" altLang="en-US">
                <a:sym typeface="+mn-ea"/>
              </a:rPr>
              <a:t>以讹传讹；一些剧中人物的脸谱来源于“讹传”（音讹、义讹），加以附舍。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3" name="图片 2" descr="微信截图_20240220094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640" y="3641725"/>
            <a:ext cx="1676400" cy="2105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脸谱的颜色</a:t>
            </a:r>
            <a:endParaRPr lang="zh-CN" altLang="en-US"/>
          </a:p>
        </p:txBody>
      </p:sp>
      <p:pic>
        <p:nvPicPr>
          <p:cNvPr id="4" name="图片 3" descr="脸谱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6385" y="1278255"/>
            <a:ext cx="1830705" cy="1830705"/>
          </a:xfrm>
          <a:prstGeom prst="rect">
            <a:avLst/>
          </a:prstGeom>
        </p:spPr>
      </p:pic>
      <p:pic>
        <p:nvPicPr>
          <p:cNvPr id="5" name="图片 4" descr="白脸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60315" y="1190943"/>
            <a:ext cx="2005330" cy="2005330"/>
          </a:xfrm>
          <a:prstGeom prst="rect">
            <a:avLst/>
          </a:prstGeom>
        </p:spPr>
      </p:pic>
      <p:pic>
        <p:nvPicPr>
          <p:cNvPr id="6" name="图片 5" descr="黑脸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13470" y="1223010"/>
            <a:ext cx="1941195" cy="19411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209486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红色</a:t>
            </a:r>
            <a:endParaRPr lang="zh-CN" altLang="en-US" sz="2400" b="1"/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60514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白色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23861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黑色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944880" y="3969385"/>
            <a:ext cx="33172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600"/>
              <a:t>一般：表现忠贞，英勇的人物性格，多为正面角色。例如关公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其他：有讽刺意义，表示假好人。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特例：老人显示年轻红光犹在；坏人做了点好事。。</a:t>
            </a:r>
            <a:endParaRPr lang="zh-CN" altLang="en-US" sz="1600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183880" y="3969385"/>
            <a:ext cx="31908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一般：表现正直，无私，刚直不阿的人物形象，如：包公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其他：表示阴阳中的阴，用于鬼魂。肤色较黑或面貌丑陋。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612005" y="3969385"/>
            <a:ext cx="296799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600"/>
              <a:t>一般：代表阴险，疑诈，飞扬，肃煞的人物形象.如：曹操。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其他：和尙，太监脸谱；表示老人年迈。</a:t>
            </a:r>
            <a:endParaRPr lang="zh-CN" altLang="en-US" sz="1600"/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COMMONDATA" val="eyJoZGlkIjoiMWUxNjcyN2FkODdkNGM1ZTQyOTUxMTNiN2YzNDUxNDAifQ=="/>
  <p:tag name="KSO_WPP_MARK_KEY" val="8bb572c7-f6ae-44f8-81fa-d4975bb8edc5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WPS 演示</Application>
  <PresentationFormat>宽屏</PresentationFormat>
  <Paragraphs>35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脸谱</vt:lpstr>
      <vt:lpstr>脸谱</vt:lpstr>
      <vt:lpstr>脸谱的由来</vt:lpstr>
      <vt:lpstr>脸谱的颜色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湖北技能高考-陈欢</cp:lastModifiedBy>
  <cp:revision>183</cp:revision>
  <dcterms:created xsi:type="dcterms:W3CDTF">2019-06-19T02:08:00Z</dcterms:created>
  <dcterms:modified xsi:type="dcterms:W3CDTF">2024-02-29T03:30:27Z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9A91854F38B94E0388CD43D66A32399C_11</vt:lpwstr>
  </property>
</Properties>
</file>