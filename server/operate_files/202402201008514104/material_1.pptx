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6" r:id="rId4"/>
    <p:sldId id="274" r:id="rId5"/>
    <p:sldId id="278" r:id="rId6"/>
    <p:sldId id="279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8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2A87B4-205C-42AA-93A2-B27FC303620D}" type="doc">
      <dgm:prSet loTypeId="urn:microsoft.com/office/officeart/2005/8/layout/cycle6" loCatId="cycle" qsTypeId="urn:microsoft.com/office/officeart/2005/8/quickstyle/simple1" qsCatId="simple" csTypeId="urn:microsoft.com/office/officeart/2005/8/colors/colorful1" csCatId="accent1" phldr="0"/>
      <dgm:spPr/>
      <dgm:t>
        <a:bodyPr/>
        <a:p>
          <a:endParaRPr lang="zh-CN" altLang="en-US"/>
        </a:p>
      </dgm:t>
    </dgm:pt>
    <dgm:pt modelId="{660A22A7-37CA-4B7E-87AA-E35BA5B82556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生</a:t>
          </a:r>
          <a:r>
            <a:rPr lang="zh-CN" altLang="en-US"/>
            <a:t/>
          </a:r>
          <a:endParaRPr lang="zh-CN" altLang="en-US"/>
        </a:p>
      </dgm:t>
    </dgm:pt>
    <dgm:pt modelId="{AEDCC0F0-F7D6-45D4-984A-B50E110C9D1F}" cxnId="{AB98C482-E2BD-43FF-B3CE-F0D35E7A4C5B}" type="parTrans">
      <dgm:prSet/>
      <dgm:spPr/>
      <dgm:t>
        <a:bodyPr/>
        <a:p>
          <a:endParaRPr lang="zh-CN" altLang="en-US"/>
        </a:p>
      </dgm:t>
    </dgm:pt>
    <dgm:pt modelId="{CF218E85-BB5C-4FD9-8936-583B930F1946}" cxnId="{AB98C482-E2BD-43FF-B3CE-F0D35E7A4C5B}" type="sibTrans">
      <dgm:prSet/>
      <dgm:spPr/>
      <dgm:t>
        <a:bodyPr/>
        <a:p>
          <a:endParaRPr lang="zh-CN" altLang="en-US"/>
        </a:p>
      </dgm:t>
    </dgm:pt>
    <dgm:pt modelId="{2747EF35-EB19-40B2-B72B-1D28E27677E0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旦</a:t>
          </a:r>
          <a:r>
            <a:rPr lang="zh-CN" altLang="en-US"/>
            <a:t/>
          </a:r>
          <a:endParaRPr lang="zh-CN" altLang="en-US"/>
        </a:p>
      </dgm:t>
    </dgm:pt>
    <dgm:pt modelId="{E8C0C942-F96C-429E-AD44-E4BA5D9680C7}" cxnId="{939BAA06-1B93-48CA-8F24-2AE2B89BD682}" type="parTrans">
      <dgm:prSet/>
      <dgm:spPr/>
      <dgm:t>
        <a:bodyPr/>
        <a:p>
          <a:endParaRPr lang="zh-CN" altLang="en-US"/>
        </a:p>
      </dgm:t>
    </dgm:pt>
    <dgm:pt modelId="{BFFDCB46-D59E-46B2-9C53-DB1ADB0299CC}" cxnId="{939BAA06-1B93-48CA-8F24-2AE2B89BD682}" type="sibTrans">
      <dgm:prSet/>
      <dgm:spPr/>
      <dgm:t>
        <a:bodyPr/>
        <a:p>
          <a:endParaRPr lang="zh-CN" altLang="en-US"/>
        </a:p>
      </dgm:t>
    </dgm:pt>
    <dgm:pt modelId="{B95FB8A5-B612-47B6-989C-9D7BD89F6E18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净</a:t>
          </a:r>
          <a:r>
            <a:rPr lang="zh-CN" altLang="en-US"/>
            <a:t/>
          </a:r>
          <a:endParaRPr lang="zh-CN" altLang="en-US"/>
        </a:p>
      </dgm:t>
    </dgm:pt>
    <dgm:pt modelId="{1784B15E-8B7A-426B-89B2-02867972B4B8}" cxnId="{320C92C1-15CA-47ED-9D55-F7C8BA4DCD38}" type="parTrans">
      <dgm:prSet/>
      <dgm:spPr/>
      <dgm:t>
        <a:bodyPr/>
        <a:p>
          <a:endParaRPr lang="zh-CN" altLang="en-US"/>
        </a:p>
      </dgm:t>
    </dgm:pt>
    <dgm:pt modelId="{16734FCF-6F10-445A-B6BC-27E3ED457274}" cxnId="{320C92C1-15CA-47ED-9D55-F7C8BA4DCD38}" type="sibTrans">
      <dgm:prSet/>
      <dgm:spPr/>
      <dgm:t>
        <a:bodyPr/>
        <a:p>
          <a:endParaRPr lang="zh-CN" altLang="en-US"/>
        </a:p>
      </dgm:t>
    </dgm:pt>
    <dgm:pt modelId="{2B78A2B5-DCEA-4AFC-B14F-1F24A1DED97A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末</a:t>
          </a:r>
          <a:r>
            <a:rPr lang="zh-CN" altLang="en-US"/>
            <a:t/>
          </a:r>
          <a:endParaRPr lang="zh-CN" altLang="en-US"/>
        </a:p>
      </dgm:t>
    </dgm:pt>
    <dgm:pt modelId="{3E7F7A29-9086-4454-9597-B1A82629FFC8}" cxnId="{5B982A01-F54F-461D-9540-3A5DBDF82889}" type="parTrans">
      <dgm:prSet/>
      <dgm:spPr/>
      <dgm:t>
        <a:bodyPr/>
        <a:p>
          <a:endParaRPr lang="zh-CN" altLang="en-US"/>
        </a:p>
      </dgm:t>
    </dgm:pt>
    <dgm:pt modelId="{70BDE6F6-3261-4753-9D1B-53909242F67D}" cxnId="{5B982A01-F54F-461D-9540-3A5DBDF82889}" type="sibTrans">
      <dgm:prSet/>
      <dgm:spPr/>
      <dgm:t>
        <a:bodyPr/>
        <a:p>
          <a:endParaRPr lang="zh-CN" altLang="en-US"/>
        </a:p>
      </dgm:t>
    </dgm:pt>
    <dgm:pt modelId="{40AFDA9D-288C-4D29-8AFA-37C0C30C8FF6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丑</a:t>
          </a:r>
          <a:r>
            <a:rPr lang="zh-CN" altLang="en-US"/>
            <a:t/>
          </a:r>
          <a:endParaRPr lang="zh-CN" altLang="en-US"/>
        </a:p>
      </dgm:t>
    </dgm:pt>
    <dgm:pt modelId="{4C1C0800-F64C-44F0-9787-17FB1271D0FC}" cxnId="{78B2EA9C-8E72-461A-9530-760C844EB9F2}" type="parTrans">
      <dgm:prSet/>
      <dgm:spPr/>
      <dgm:t>
        <a:bodyPr/>
        <a:p>
          <a:endParaRPr lang="zh-CN" altLang="en-US"/>
        </a:p>
      </dgm:t>
    </dgm:pt>
    <dgm:pt modelId="{7FCDBF79-0B4F-4621-8364-C0B41DDF9713}" cxnId="{78B2EA9C-8E72-461A-9530-760C844EB9F2}" type="sibTrans">
      <dgm:prSet/>
      <dgm:spPr/>
      <dgm:t>
        <a:bodyPr/>
        <a:p>
          <a:endParaRPr lang="zh-CN" altLang="en-US"/>
        </a:p>
      </dgm:t>
    </dgm:pt>
    <dgm:pt modelId="{2984A8B6-85E9-40AE-8B81-BA8B58477DF2}" type="pres">
      <dgm:prSet presAssocID="{CC2A87B4-205C-42AA-93A2-B27FC303620D}" presName="cycle" presStyleCnt="0">
        <dgm:presLayoutVars>
          <dgm:dir/>
          <dgm:resizeHandles val="exact"/>
        </dgm:presLayoutVars>
      </dgm:prSet>
      <dgm:spPr/>
    </dgm:pt>
    <dgm:pt modelId="{70BF45C1-8091-454A-8203-C06A7B7590F9}" type="pres">
      <dgm:prSet presAssocID="{660A22A7-37CA-4B7E-87AA-E35BA5B82556}" presName="node" presStyleLbl="node1" presStyleIdx="0" presStyleCnt="5">
        <dgm:presLayoutVars>
          <dgm:bulletEnabled val="1"/>
        </dgm:presLayoutVars>
      </dgm:prSet>
      <dgm:spPr/>
    </dgm:pt>
    <dgm:pt modelId="{E9AD9DBB-BD76-47E5-B3B5-DCAABDF708B4}" type="pres">
      <dgm:prSet presAssocID="{660A22A7-37CA-4B7E-87AA-E35BA5B82556}" presName="spNode" presStyleCnt="0"/>
      <dgm:spPr/>
    </dgm:pt>
    <dgm:pt modelId="{FACB0322-C0E5-47B2-A30E-4E65DACE54AB}" type="pres">
      <dgm:prSet presAssocID="{CF218E85-BB5C-4FD9-8936-583B930F1946}" presName="sibTrans" presStyleLbl="sibTrans1D1" presStyleIdx="0" presStyleCnt="5"/>
      <dgm:spPr/>
    </dgm:pt>
    <dgm:pt modelId="{5B56F173-CF60-49FA-B101-E6B505C28F2C}" type="pres">
      <dgm:prSet presAssocID="{2747EF35-EB19-40B2-B72B-1D28E27677E0}" presName="node" presStyleLbl="node1" presStyleIdx="1" presStyleCnt="5">
        <dgm:presLayoutVars>
          <dgm:bulletEnabled val="1"/>
        </dgm:presLayoutVars>
      </dgm:prSet>
      <dgm:spPr/>
    </dgm:pt>
    <dgm:pt modelId="{FA1B1F1F-4290-44F6-B614-7DA04C6968EA}" type="pres">
      <dgm:prSet presAssocID="{2747EF35-EB19-40B2-B72B-1D28E27677E0}" presName="spNode" presStyleCnt="0"/>
      <dgm:spPr/>
    </dgm:pt>
    <dgm:pt modelId="{890F09E1-A5FD-4242-968C-AD8148ADBA80}" type="pres">
      <dgm:prSet presAssocID="{BFFDCB46-D59E-46B2-9C53-DB1ADB0299CC}" presName="sibTrans" presStyleLbl="sibTrans1D1" presStyleIdx="1" presStyleCnt="5"/>
      <dgm:spPr/>
    </dgm:pt>
    <dgm:pt modelId="{F4F0857E-A2A2-4C44-8D9E-738F53CA34B0}" type="pres">
      <dgm:prSet presAssocID="{B95FB8A5-B612-47B6-989C-9D7BD89F6E18}" presName="node" presStyleLbl="node1" presStyleIdx="2" presStyleCnt="5">
        <dgm:presLayoutVars>
          <dgm:bulletEnabled val="1"/>
        </dgm:presLayoutVars>
      </dgm:prSet>
      <dgm:spPr/>
    </dgm:pt>
    <dgm:pt modelId="{B43530C4-5C4D-4873-9C40-D1060ACD455B}" type="pres">
      <dgm:prSet presAssocID="{B95FB8A5-B612-47B6-989C-9D7BD89F6E18}" presName="spNode" presStyleCnt="0"/>
      <dgm:spPr/>
    </dgm:pt>
    <dgm:pt modelId="{947E10C1-872E-48ED-A8EA-CDF548C9E170}" type="pres">
      <dgm:prSet presAssocID="{16734FCF-6F10-445A-B6BC-27E3ED457274}" presName="sibTrans" presStyleLbl="sibTrans1D1" presStyleIdx="2" presStyleCnt="5"/>
      <dgm:spPr/>
    </dgm:pt>
    <dgm:pt modelId="{9B1E3B87-CFEF-48C3-B3ED-22B7722DA4B2}" type="pres">
      <dgm:prSet presAssocID="{2B78A2B5-DCEA-4AFC-B14F-1F24A1DED97A}" presName="node" presStyleLbl="node1" presStyleIdx="3" presStyleCnt="5">
        <dgm:presLayoutVars>
          <dgm:bulletEnabled val="1"/>
        </dgm:presLayoutVars>
      </dgm:prSet>
      <dgm:spPr/>
    </dgm:pt>
    <dgm:pt modelId="{5DA43FA6-2782-48E4-882C-5BEA84898403}" type="pres">
      <dgm:prSet presAssocID="{2B78A2B5-DCEA-4AFC-B14F-1F24A1DED97A}" presName="spNode" presStyleCnt="0"/>
      <dgm:spPr/>
    </dgm:pt>
    <dgm:pt modelId="{D354920F-3C18-4773-98FE-F5105B0C4655}" type="pres">
      <dgm:prSet presAssocID="{70BDE6F6-3261-4753-9D1B-53909242F67D}" presName="sibTrans" presStyleLbl="sibTrans1D1" presStyleIdx="3" presStyleCnt="5"/>
      <dgm:spPr/>
    </dgm:pt>
    <dgm:pt modelId="{4A533BBB-6BEA-429E-8541-03477BCE8622}" type="pres">
      <dgm:prSet presAssocID="{40AFDA9D-288C-4D29-8AFA-37C0C30C8FF6}" presName="node" presStyleLbl="node1" presStyleIdx="4" presStyleCnt="5">
        <dgm:presLayoutVars>
          <dgm:bulletEnabled val="1"/>
        </dgm:presLayoutVars>
      </dgm:prSet>
      <dgm:spPr/>
    </dgm:pt>
    <dgm:pt modelId="{E2DD3598-5153-4C35-949B-5E7B3A92DCE7}" type="pres">
      <dgm:prSet presAssocID="{40AFDA9D-288C-4D29-8AFA-37C0C30C8FF6}" presName="spNode" presStyleCnt="0"/>
      <dgm:spPr/>
    </dgm:pt>
    <dgm:pt modelId="{80375E59-737B-41DF-B3C9-E8361D136FF9}" type="pres">
      <dgm:prSet presAssocID="{7FCDBF79-0B4F-4621-8364-C0B41DDF9713}" presName="sibTrans" presStyleLbl="sibTrans1D1" presStyleIdx="4" presStyleCnt="5"/>
      <dgm:spPr/>
    </dgm:pt>
  </dgm:ptLst>
  <dgm:cxnLst>
    <dgm:cxn modelId="{AB98C482-E2BD-43FF-B3CE-F0D35E7A4C5B}" srcId="{CC2A87B4-205C-42AA-93A2-B27FC303620D}" destId="{660A22A7-37CA-4B7E-87AA-E35BA5B82556}" srcOrd="0" destOrd="0" parTransId="{AEDCC0F0-F7D6-45D4-984A-B50E110C9D1F}" sibTransId="{CF218E85-BB5C-4FD9-8936-583B930F1946}"/>
    <dgm:cxn modelId="{939BAA06-1B93-48CA-8F24-2AE2B89BD682}" srcId="{CC2A87B4-205C-42AA-93A2-B27FC303620D}" destId="{2747EF35-EB19-40B2-B72B-1D28E27677E0}" srcOrd="1" destOrd="0" parTransId="{E8C0C942-F96C-429E-AD44-E4BA5D9680C7}" sibTransId="{BFFDCB46-D59E-46B2-9C53-DB1ADB0299CC}"/>
    <dgm:cxn modelId="{320C92C1-15CA-47ED-9D55-F7C8BA4DCD38}" srcId="{CC2A87B4-205C-42AA-93A2-B27FC303620D}" destId="{B95FB8A5-B612-47B6-989C-9D7BD89F6E18}" srcOrd="2" destOrd="0" parTransId="{1784B15E-8B7A-426B-89B2-02867972B4B8}" sibTransId="{16734FCF-6F10-445A-B6BC-27E3ED457274}"/>
    <dgm:cxn modelId="{5B982A01-F54F-461D-9540-3A5DBDF82889}" srcId="{CC2A87B4-205C-42AA-93A2-B27FC303620D}" destId="{2B78A2B5-DCEA-4AFC-B14F-1F24A1DED97A}" srcOrd="3" destOrd="0" parTransId="{3E7F7A29-9086-4454-9597-B1A82629FFC8}" sibTransId="{70BDE6F6-3261-4753-9D1B-53909242F67D}"/>
    <dgm:cxn modelId="{78B2EA9C-8E72-461A-9530-760C844EB9F2}" srcId="{CC2A87B4-205C-42AA-93A2-B27FC303620D}" destId="{40AFDA9D-288C-4D29-8AFA-37C0C30C8FF6}" srcOrd="4" destOrd="0" parTransId="{4C1C0800-F64C-44F0-9787-17FB1271D0FC}" sibTransId="{7FCDBF79-0B4F-4621-8364-C0B41DDF9713}"/>
    <dgm:cxn modelId="{E8C8534E-1318-480D-896B-39ECE83FE919}" type="presOf" srcId="{CC2A87B4-205C-42AA-93A2-B27FC303620D}" destId="{2984A8B6-85E9-40AE-8B81-BA8B58477DF2}" srcOrd="0" destOrd="0" presId="urn:microsoft.com/office/officeart/2005/8/layout/cycle6"/>
    <dgm:cxn modelId="{DF05EAF1-5E88-4999-B319-6E15F5F6645A}" type="presParOf" srcId="{2984A8B6-85E9-40AE-8B81-BA8B58477DF2}" destId="{70BF45C1-8091-454A-8203-C06A7B7590F9}" srcOrd="0" destOrd="0" presId="urn:microsoft.com/office/officeart/2005/8/layout/cycle6"/>
    <dgm:cxn modelId="{985C7239-DA99-4651-9C9A-33748DE00C44}" type="presOf" srcId="{660A22A7-37CA-4B7E-87AA-E35BA5B82556}" destId="{70BF45C1-8091-454A-8203-C06A7B7590F9}" srcOrd="0" destOrd="0" presId="urn:microsoft.com/office/officeart/2005/8/layout/cycle6"/>
    <dgm:cxn modelId="{15ED6597-1921-47EF-AAD2-6F0920DFB570}" type="presParOf" srcId="{2984A8B6-85E9-40AE-8B81-BA8B58477DF2}" destId="{E9AD9DBB-BD76-47E5-B3B5-DCAABDF708B4}" srcOrd="1" destOrd="0" presId="urn:microsoft.com/office/officeart/2005/8/layout/cycle6"/>
    <dgm:cxn modelId="{3F427ACC-154D-4BC2-9476-5B0159C1EDA1}" type="presParOf" srcId="{2984A8B6-85E9-40AE-8B81-BA8B58477DF2}" destId="{FACB0322-C0E5-47B2-A30E-4E65DACE54AB}" srcOrd="2" destOrd="0" presId="urn:microsoft.com/office/officeart/2005/8/layout/cycle6"/>
    <dgm:cxn modelId="{11A45BE9-1EBD-4F3C-97E9-B6A0BE8A5CDF}" type="presOf" srcId="{CF218E85-BB5C-4FD9-8936-583B930F1946}" destId="{FACB0322-C0E5-47B2-A30E-4E65DACE54AB}" srcOrd="0" destOrd="0" presId="urn:microsoft.com/office/officeart/2005/8/layout/cycle6"/>
    <dgm:cxn modelId="{81A5B7C1-72AD-434F-8EA4-360418C1AF35}" type="presParOf" srcId="{2984A8B6-85E9-40AE-8B81-BA8B58477DF2}" destId="{5B56F173-CF60-49FA-B101-E6B505C28F2C}" srcOrd="3" destOrd="0" presId="urn:microsoft.com/office/officeart/2005/8/layout/cycle6"/>
    <dgm:cxn modelId="{AE924FC3-CFE2-4E90-9681-43E9EB35E1DB}" type="presOf" srcId="{2747EF35-EB19-40B2-B72B-1D28E27677E0}" destId="{5B56F173-CF60-49FA-B101-E6B505C28F2C}" srcOrd="0" destOrd="0" presId="urn:microsoft.com/office/officeart/2005/8/layout/cycle6"/>
    <dgm:cxn modelId="{3B790EDB-4E64-418B-AED7-669421D8F27D}" type="presParOf" srcId="{2984A8B6-85E9-40AE-8B81-BA8B58477DF2}" destId="{FA1B1F1F-4290-44F6-B614-7DA04C6968EA}" srcOrd="4" destOrd="0" presId="urn:microsoft.com/office/officeart/2005/8/layout/cycle6"/>
    <dgm:cxn modelId="{80920F26-7492-4287-853C-54A46A5D4EB5}" type="presParOf" srcId="{2984A8B6-85E9-40AE-8B81-BA8B58477DF2}" destId="{890F09E1-A5FD-4242-968C-AD8148ADBA80}" srcOrd="5" destOrd="0" presId="urn:microsoft.com/office/officeart/2005/8/layout/cycle6"/>
    <dgm:cxn modelId="{29B7C35B-C7AA-499F-A036-92392E5A8441}" type="presOf" srcId="{BFFDCB46-D59E-46B2-9C53-DB1ADB0299CC}" destId="{890F09E1-A5FD-4242-968C-AD8148ADBA80}" srcOrd="0" destOrd="0" presId="urn:microsoft.com/office/officeart/2005/8/layout/cycle6"/>
    <dgm:cxn modelId="{7F03435D-DB9D-4EA0-B977-30D401278059}" type="presParOf" srcId="{2984A8B6-85E9-40AE-8B81-BA8B58477DF2}" destId="{F4F0857E-A2A2-4C44-8D9E-738F53CA34B0}" srcOrd="6" destOrd="0" presId="urn:microsoft.com/office/officeart/2005/8/layout/cycle6"/>
    <dgm:cxn modelId="{0DB87E53-3805-4D08-A213-9E6FB1E5D050}" type="presOf" srcId="{B95FB8A5-B612-47B6-989C-9D7BD89F6E18}" destId="{F4F0857E-A2A2-4C44-8D9E-738F53CA34B0}" srcOrd="0" destOrd="0" presId="urn:microsoft.com/office/officeart/2005/8/layout/cycle6"/>
    <dgm:cxn modelId="{43BAF583-FF24-4816-B2A4-0CCD55BCFD25}" type="presParOf" srcId="{2984A8B6-85E9-40AE-8B81-BA8B58477DF2}" destId="{B43530C4-5C4D-4873-9C40-D1060ACD455B}" srcOrd="7" destOrd="0" presId="urn:microsoft.com/office/officeart/2005/8/layout/cycle6"/>
    <dgm:cxn modelId="{45AE8D81-C203-4728-854B-A9C171AB6D9D}" type="presParOf" srcId="{2984A8B6-85E9-40AE-8B81-BA8B58477DF2}" destId="{947E10C1-872E-48ED-A8EA-CDF548C9E170}" srcOrd="8" destOrd="0" presId="urn:microsoft.com/office/officeart/2005/8/layout/cycle6"/>
    <dgm:cxn modelId="{A0B05D70-E2F5-45AF-8ADE-2377C98FAC6D}" type="presOf" srcId="{16734FCF-6F10-445A-B6BC-27E3ED457274}" destId="{947E10C1-872E-48ED-A8EA-CDF548C9E170}" srcOrd="0" destOrd="0" presId="urn:microsoft.com/office/officeart/2005/8/layout/cycle6"/>
    <dgm:cxn modelId="{25CED0C7-9EC9-4809-8624-F07257DFB0FD}" type="presParOf" srcId="{2984A8B6-85E9-40AE-8B81-BA8B58477DF2}" destId="{9B1E3B87-CFEF-48C3-B3ED-22B7722DA4B2}" srcOrd="9" destOrd="0" presId="urn:microsoft.com/office/officeart/2005/8/layout/cycle6"/>
    <dgm:cxn modelId="{32E887CE-12FE-4991-BE9F-5A6B874C047D}" type="presOf" srcId="{2B78A2B5-DCEA-4AFC-B14F-1F24A1DED97A}" destId="{9B1E3B87-CFEF-48C3-B3ED-22B7722DA4B2}" srcOrd="0" destOrd="0" presId="urn:microsoft.com/office/officeart/2005/8/layout/cycle6"/>
    <dgm:cxn modelId="{99137FC4-02B9-4697-955F-C0A44E49B7CC}" type="presParOf" srcId="{2984A8B6-85E9-40AE-8B81-BA8B58477DF2}" destId="{5DA43FA6-2782-48E4-882C-5BEA84898403}" srcOrd="10" destOrd="0" presId="urn:microsoft.com/office/officeart/2005/8/layout/cycle6"/>
    <dgm:cxn modelId="{0C0E9AEF-2ADD-4E26-BFF3-19DA89972333}" type="presParOf" srcId="{2984A8B6-85E9-40AE-8B81-BA8B58477DF2}" destId="{D354920F-3C18-4773-98FE-F5105B0C4655}" srcOrd="11" destOrd="0" presId="urn:microsoft.com/office/officeart/2005/8/layout/cycle6"/>
    <dgm:cxn modelId="{C765EEF5-A303-4769-879C-8C81D2D444E5}" type="presOf" srcId="{70BDE6F6-3261-4753-9D1B-53909242F67D}" destId="{D354920F-3C18-4773-98FE-F5105B0C4655}" srcOrd="0" destOrd="0" presId="urn:microsoft.com/office/officeart/2005/8/layout/cycle6"/>
    <dgm:cxn modelId="{82A3A05A-B662-4896-85EF-DEAB714CCF57}" type="presParOf" srcId="{2984A8B6-85E9-40AE-8B81-BA8B58477DF2}" destId="{4A533BBB-6BEA-429E-8541-03477BCE8622}" srcOrd="12" destOrd="0" presId="urn:microsoft.com/office/officeart/2005/8/layout/cycle6"/>
    <dgm:cxn modelId="{C8665F7D-FEEC-467E-90E6-720BE9DDD3E6}" type="presOf" srcId="{40AFDA9D-288C-4D29-8AFA-37C0C30C8FF6}" destId="{4A533BBB-6BEA-429E-8541-03477BCE8622}" srcOrd="0" destOrd="0" presId="urn:microsoft.com/office/officeart/2005/8/layout/cycle6"/>
    <dgm:cxn modelId="{6F728E5F-036A-498D-ABED-9C3EA3289F70}" type="presParOf" srcId="{2984A8B6-85E9-40AE-8B81-BA8B58477DF2}" destId="{E2DD3598-5153-4C35-949B-5E7B3A92DCE7}" srcOrd="13" destOrd="0" presId="urn:microsoft.com/office/officeart/2005/8/layout/cycle6"/>
    <dgm:cxn modelId="{3140D24B-992D-4FA1-B9EF-91D3DE66F4BA}" type="presParOf" srcId="{2984A8B6-85E9-40AE-8B81-BA8B58477DF2}" destId="{80375E59-737B-41DF-B3C9-E8361D136FF9}" srcOrd="14" destOrd="0" presId="urn:microsoft.com/office/officeart/2005/8/layout/cycle6"/>
    <dgm:cxn modelId="{24D03C82-47C4-4C4E-8DF0-EF1D78827813}" type="presOf" srcId="{7FCDBF79-0B4F-4621-8364-C0B41DDF9713}" destId="{80375E59-737B-41DF-B3C9-E8361D136FF9}" srcOrd="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70BF45C1-8091-454A-8203-C06A7B7590F9}">
      <dsp:nvSpPr>
        <dsp:cNvPr id="3" name="圆角矩形 2"/>
        <dsp:cNvSpPr/>
      </dsp:nvSpPr>
      <dsp:spPr bwMode="white">
        <a:xfrm>
          <a:off x="3172814" y="0"/>
          <a:ext cx="1782372" cy="115854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830" tIns="163830" rIns="163830" bIns="163830" anchor="ctr"/>
        <a:lstStyle>
          <a:lvl1pPr algn="ctr">
            <a:defRPr sz="4300"/>
          </a:lvl1pPr>
          <a:lvl2pPr marL="285750" indent="-285750" algn="ctr">
            <a:defRPr sz="3300"/>
          </a:lvl2pPr>
          <a:lvl3pPr marL="571500" indent="-285750" algn="ctr">
            <a:defRPr sz="3300"/>
          </a:lvl3pPr>
          <a:lvl4pPr marL="857250" indent="-285750" algn="ctr">
            <a:defRPr sz="3300"/>
          </a:lvl4pPr>
          <a:lvl5pPr marL="1143000" indent="-285750" algn="ctr">
            <a:defRPr sz="3300"/>
          </a:lvl5pPr>
          <a:lvl6pPr marL="1428750" indent="-285750" algn="ctr">
            <a:defRPr sz="3300"/>
          </a:lvl6pPr>
          <a:lvl7pPr marL="1714500" indent="-285750" algn="ctr">
            <a:defRPr sz="3300"/>
          </a:lvl7pPr>
          <a:lvl8pPr marL="2000250" indent="-285750" algn="ctr">
            <a:defRPr sz="3300"/>
          </a:lvl8pPr>
          <a:lvl9pPr marL="2286000" indent="-285750" algn="ctr">
            <a:defRPr sz="3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生</a:t>
          </a:r>
          <a:endParaRPr lang="zh-CN" altLang="en-US"/>
        </a:p>
      </dsp:txBody>
      <dsp:txXfrm>
        <a:off x="3172814" y="0"/>
        <a:ext cx="1782372" cy="1158542"/>
      </dsp:txXfrm>
    </dsp:sp>
    <dsp:sp modelId="{FACB0322-C0E5-47B2-A30E-4E65DACE54AB}">
      <dsp:nvSpPr>
        <dsp:cNvPr id="4" name="弧形 3"/>
        <dsp:cNvSpPr/>
      </dsp:nvSpPr>
      <dsp:spPr bwMode="white">
        <a:xfrm>
          <a:off x="1751350" y="579271"/>
          <a:ext cx="4625299" cy="4625299"/>
        </a:xfrm>
        <a:prstGeom prst="arc">
          <a:avLst>
            <a:gd name="adj1" fmla="val 17579926"/>
            <a:gd name="adj2" fmla="val 19538753"/>
          </a:avLst>
        </a:prstGeom>
      </dsp:spPr>
      <dsp:style>
        <a:lnRef idx="1">
          <a:schemeClr val="accent2"/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1751350" y="579271"/>
        <a:ext cx="4625299" cy="4625299"/>
      </dsp:txXfrm>
    </dsp:sp>
    <dsp:sp modelId="{5B56F173-CF60-49FA-B101-E6B505C28F2C}">
      <dsp:nvSpPr>
        <dsp:cNvPr id="5" name="圆角矩形 4"/>
        <dsp:cNvSpPr/>
      </dsp:nvSpPr>
      <dsp:spPr bwMode="white">
        <a:xfrm>
          <a:off x="5372274" y="1598002"/>
          <a:ext cx="1782372" cy="115854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830" tIns="163830" rIns="163830" bIns="163830" anchor="ctr"/>
        <a:lstStyle>
          <a:lvl1pPr algn="ctr">
            <a:defRPr sz="4300"/>
          </a:lvl1pPr>
          <a:lvl2pPr marL="285750" indent="-285750" algn="ctr">
            <a:defRPr sz="3300"/>
          </a:lvl2pPr>
          <a:lvl3pPr marL="571500" indent="-285750" algn="ctr">
            <a:defRPr sz="3300"/>
          </a:lvl3pPr>
          <a:lvl4pPr marL="857250" indent="-285750" algn="ctr">
            <a:defRPr sz="3300"/>
          </a:lvl4pPr>
          <a:lvl5pPr marL="1143000" indent="-285750" algn="ctr">
            <a:defRPr sz="3300"/>
          </a:lvl5pPr>
          <a:lvl6pPr marL="1428750" indent="-285750" algn="ctr">
            <a:defRPr sz="3300"/>
          </a:lvl6pPr>
          <a:lvl7pPr marL="1714500" indent="-285750" algn="ctr">
            <a:defRPr sz="3300"/>
          </a:lvl7pPr>
          <a:lvl8pPr marL="2000250" indent="-285750" algn="ctr">
            <a:defRPr sz="3300"/>
          </a:lvl8pPr>
          <a:lvl9pPr marL="2286000" indent="-285750" algn="ctr">
            <a:defRPr sz="3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旦</a:t>
          </a:r>
          <a:endParaRPr lang="zh-CN" altLang="en-US"/>
        </a:p>
      </dsp:txBody>
      <dsp:txXfrm>
        <a:off x="5372274" y="1598002"/>
        <a:ext cx="1782372" cy="1158542"/>
      </dsp:txXfrm>
    </dsp:sp>
    <dsp:sp modelId="{890F09E1-A5FD-4242-968C-AD8148ADBA80}">
      <dsp:nvSpPr>
        <dsp:cNvPr id="6" name="弧形 5"/>
        <dsp:cNvSpPr/>
      </dsp:nvSpPr>
      <dsp:spPr bwMode="white">
        <a:xfrm>
          <a:off x="1751350" y="579271"/>
          <a:ext cx="4625299" cy="4625299"/>
        </a:xfrm>
        <a:prstGeom prst="arc">
          <a:avLst>
            <a:gd name="adj1" fmla="val 21421033"/>
            <a:gd name="adj2" fmla="val 2014897"/>
          </a:avLst>
        </a:prstGeom>
      </dsp:spPr>
      <dsp:style>
        <a:lnRef idx="1">
          <a:schemeClr val="accent3"/>
        </a:lnRef>
        <a:fillRef idx="0">
          <a:schemeClr val="accent3"/>
        </a:fillRef>
        <a:effectRef idx="0">
          <a:scrgbClr r="0" g="0" b="0"/>
        </a:effectRef>
        <a:fontRef idx="minor"/>
      </dsp:style>
      <dsp:txXfrm>
        <a:off x="1751350" y="579271"/>
        <a:ext cx="4625299" cy="4625299"/>
      </dsp:txXfrm>
    </dsp:sp>
    <dsp:sp modelId="{F4F0857E-A2A2-4C44-8D9E-738F53CA34B0}">
      <dsp:nvSpPr>
        <dsp:cNvPr id="7" name="圆角矩形 6"/>
        <dsp:cNvSpPr/>
      </dsp:nvSpPr>
      <dsp:spPr bwMode="white">
        <a:xfrm>
          <a:off x="4532155" y="4183623"/>
          <a:ext cx="1782372" cy="115854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830" tIns="163830" rIns="163830" bIns="163830" anchor="ctr"/>
        <a:lstStyle>
          <a:lvl1pPr algn="ctr">
            <a:defRPr sz="4300"/>
          </a:lvl1pPr>
          <a:lvl2pPr marL="285750" indent="-285750" algn="ctr">
            <a:defRPr sz="3300"/>
          </a:lvl2pPr>
          <a:lvl3pPr marL="571500" indent="-285750" algn="ctr">
            <a:defRPr sz="3300"/>
          </a:lvl3pPr>
          <a:lvl4pPr marL="857250" indent="-285750" algn="ctr">
            <a:defRPr sz="3300"/>
          </a:lvl4pPr>
          <a:lvl5pPr marL="1143000" indent="-285750" algn="ctr">
            <a:defRPr sz="3300"/>
          </a:lvl5pPr>
          <a:lvl6pPr marL="1428750" indent="-285750" algn="ctr">
            <a:defRPr sz="3300"/>
          </a:lvl6pPr>
          <a:lvl7pPr marL="1714500" indent="-285750" algn="ctr">
            <a:defRPr sz="3300"/>
          </a:lvl7pPr>
          <a:lvl8pPr marL="2000250" indent="-285750" algn="ctr">
            <a:defRPr sz="3300"/>
          </a:lvl8pPr>
          <a:lvl9pPr marL="2286000" indent="-285750" algn="ctr">
            <a:defRPr sz="3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净</a:t>
          </a:r>
          <a:endParaRPr lang="zh-CN" altLang="en-US"/>
        </a:p>
      </dsp:txBody>
      <dsp:txXfrm>
        <a:off x="4532155" y="4183623"/>
        <a:ext cx="1782372" cy="1158542"/>
      </dsp:txXfrm>
    </dsp:sp>
    <dsp:sp modelId="{947E10C1-872E-48ED-A8EA-CDF548C9E170}">
      <dsp:nvSpPr>
        <dsp:cNvPr id="8" name="弧形 7"/>
        <dsp:cNvSpPr/>
      </dsp:nvSpPr>
      <dsp:spPr bwMode="white">
        <a:xfrm>
          <a:off x="1751350" y="579271"/>
          <a:ext cx="4625299" cy="4625299"/>
        </a:xfrm>
        <a:prstGeom prst="arc">
          <a:avLst>
            <a:gd name="adj1" fmla="val 4713260"/>
            <a:gd name="adj2" fmla="val 6086739"/>
          </a:avLst>
        </a:prstGeom>
      </dsp:spPr>
      <dsp:style>
        <a:lnRef idx="1">
          <a:schemeClr val="accent4"/>
        </a:lnRef>
        <a:fillRef idx="0">
          <a:schemeClr val="accent4"/>
        </a:fillRef>
        <a:effectRef idx="0">
          <a:scrgbClr r="0" g="0" b="0"/>
        </a:effectRef>
        <a:fontRef idx="minor"/>
      </dsp:style>
      <dsp:txXfrm>
        <a:off x="1751350" y="579271"/>
        <a:ext cx="4625299" cy="4625299"/>
      </dsp:txXfrm>
    </dsp:sp>
    <dsp:sp modelId="{9B1E3B87-CFEF-48C3-B3ED-22B7722DA4B2}">
      <dsp:nvSpPr>
        <dsp:cNvPr id="9" name="圆角矩形 8"/>
        <dsp:cNvSpPr/>
      </dsp:nvSpPr>
      <dsp:spPr bwMode="white">
        <a:xfrm>
          <a:off x="1813472" y="4183623"/>
          <a:ext cx="1782372" cy="115854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830" tIns="163830" rIns="163830" bIns="163830" anchor="ctr"/>
        <a:lstStyle>
          <a:lvl1pPr algn="ctr">
            <a:defRPr sz="4300"/>
          </a:lvl1pPr>
          <a:lvl2pPr marL="285750" indent="-285750" algn="ctr">
            <a:defRPr sz="3300"/>
          </a:lvl2pPr>
          <a:lvl3pPr marL="571500" indent="-285750" algn="ctr">
            <a:defRPr sz="3300"/>
          </a:lvl3pPr>
          <a:lvl4pPr marL="857250" indent="-285750" algn="ctr">
            <a:defRPr sz="3300"/>
          </a:lvl4pPr>
          <a:lvl5pPr marL="1143000" indent="-285750" algn="ctr">
            <a:defRPr sz="3300"/>
          </a:lvl5pPr>
          <a:lvl6pPr marL="1428750" indent="-285750" algn="ctr">
            <a:defRPr sz="3300"/>
          </a:lvl6pPr>
          <a:lvl7pPr marL="1714500" indent="-285750" algn="ctr">
            <a:defRPr sz="3300"/>
          </a:lvl7pPr>
          <a:lvl8pPr marL="2000250" indent="-285750" algn="ctr">
            <a:defRPr sz="3300"/>
          </a:lvl8pPr>
          <a:lvl9pPr marL="2286000" indent="-285750" algn="ctr">
            <a:defRPr sz="3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末</a:t>
          </a:r>
          <a:endParaRPr lang="zh-CN" altLang="en-US"/>
        </a:p>
      </dsp:txBody>
      <dsp:txXfrm>
        <a:off x="1813472" y="4183623"/>
        <a:ext cx="1782372" cy="1158542"/>
      </dsp:txXfrm>
    </dsp:sp>
    <dsp:sp modelId="{D354920F-3C18-4773-98FE-F5105B0C4655}">
      <dsp:nvSpPr>
        <dsp:cNvPr id="10" name="弧形 9"/>
        <dsp:cNvSpPr/>
      </dsp:nvSpPr>
      <dsp:spPr bwMode="white">
        <a:xfrm>
          <a:off x="1751350" y="579271"/>
          <a:ext cx="4625299" cy="4625299"/>
        </a:xfrm>
        <a:prstGeom prst="arc">
          <a:avLst>
            <a:gd name="adj1" fmla="val 8785102"/>
            <a:gd name="adj2" fmla="val 10978966"/>
          </a:avLst>
        </a:prstGeom>
      </dsp:spPr>
      <dsp:style>
        <a:lnRef idx="1">
          <a:schemeClr val="accent5"/>
        </a:lnRef>
        <a:fillRef idx="0">
          <a:schemeClr val="accent5"/>
        </a:fillRef>
        <a:effectRef idx="0">
          <a:scrgbClr r="0" g="0" b="0"/>
        </a:effectRef>
        <a:fontRef idx="minor"/>
      </dsp:style>
      <dsp:txXfrm>
        <a:off x="1751350" y="579271"/>
        <a:ext cx="4625299" cy="4625299"/>
      </dsp:txXfrm>
    </dsp:sp>
    <dsp:sp modelId="{4A533BBB-6BEA-429E-8541-03477BCE8622}">
      <dsp:nvSpPr>
        <dsp:cNvPr id="11" name="圆角矩形 10"/>
        <dsp:cNvSpPr/>
      </dsp:nvSpPr>
      <dsp:spPr bwMode="white">
        <a:xfrm>
          <a:off x="973353" y="1598002"/>
          <a:ext cx="1782372" cy="115854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830" tIns="163830" rIns="163830" bIns="163830" anchor="ctr"/>
        <a:lstStyle>
          <a:lvl1pPr algn="ctr">
            <a:defRPr sz="4300"/>
          </a:lvl1pPr>
          <a:lvl2pPr marL="285750" indent="-285750" algn="ctr">
            <a:defRPr sz="3300"/>
          </a:lvl2pPr>
          <a:lvl3pPr marL="571500" indent="-285750" algn="ctr">
            <a:defRPr sz="3300"/>
          </a:lvl3pPr>
          <a:lvl4pPr marL="857250" indent="-285750" algn="ctr">
            <a:defRPr sz="3300"/>
          </a:lvl4pPr>
          <a:lvl5pPr marL="1143000" indent="-285750" algn="ctr">
            <a:defRPr sz="3300"/>
          </a:lvl5pPr>
          <a:lvl6pPr marL="1428750" indent="-285750" algn="ctr">
            <a:defRPr sz="3300"/>
          </a:lvl6pPr>
          <a:lvl7pPr marL="1714500" indent="-285750" algn="ctr">
            <a:defRPr sz="3300"/>
          </a:lvl7pPr>
          <a:lvl8pPr marL="2000250" indent="-285750" algn="ctr">
            <a:defRPr sz="3300"/>
          </a:lvl8pPr>
          <a:lvl9pPr marL="2286000" indent="-285750" algn="ctr">
            <a:defRPr sz="3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丑</a:t>
          </a:r>
          <a:endParaRPr lang="zh-CN" altLang="en-US"/>
        </a:p>
      </dsp:txBody>
      <dsp:txXfrm>
        <a:off x="973353" y="1598002"/>
        <a:ext cx="1782372" cy="1158542"/>
      </dsp:txXfrm>
    </dsp:sp>
    <dsp:sp modelId="{80375E59-737B-41DF-B3C9-E8361D136FF9}">
      <dsp:nvSpPr>
        <dsp:cNvPr id="12" name="弧形 11"/>
        <dsp:cNvSpPr/>
      </dsp:nvSpPr>
      <dsp:spPr bwMode="white">
        <a:xfrm>
          <a:off x="1751350" y="579271"/>
          <a:ext cx="4625299" cy="4625299"/>
        </a:xfrm>
        <a:prstGeom prst="arc">
          <a:avLst>
            <a:gd name="adj1" fmla="val 12861246"/>
            <a:gd name="adj2" fmla="val 14820073"/>
          </a:avLst>
        </a:prstGeom>
      </dsp:spPr>
      <dsp:style>
        <a:lnRef idx="1">
          <a:schemeClr val="accent6"/>
        </a:lnRef>
        <a:fillRef idx="0">
          <a:schemeClr val="accent6"/>
        </a:fillRef>
        <a:effectRef idx="0">
          <a:scrgbClr r="0" g="0" b="0"/>
        </a:effectRef>
        <a:fontRef idx="minor"/>
      </dsp:style>
      <dsp:txXfrm>
        <a:off x="1751350" y="579271"/>
        <a:ext cx="4625299" cy="4625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endSty" val="noArr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7" name="type.wav"/>
          </p:stSnd>
        </p:sndAc>
      </p:transition>
    </mc:Choice>
    <mc:Fallback>
      <p:transition spd="slow">
        <p:checker/>
        <p:sndAc>
          <p:stSnd>
            <p:snd r:embed="rId7" name="typ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7" name="type.wav"/>
          </p:stSnd>
        </p:sndAc>
      </p:transition>
    </mc:Choice>
    <mc:Fallback>
      <p:transition spd="slow">
        <p:checker/>
        <p:sndAc>
          <p:stSnd>
            <p:snd r:embed="rId7" name="typ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7" name="type.wav"/>
          </p:stSnd>
        </p:sndAc>
      </p:transition>
    </mc:Choice>
    <mc:Fallback>
      <p:transition spd="slow">
        <p:checker/>
        <p:sndAc>
          <p:stSnd>
            <p:snd r:embed="rId7" name="typ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8" name="type.wav"/>
          </p:stSnd>
        </p:sndAc>
      </p:transition>
    </mc:Choice>
    <mc:Fallback>
      <p:transition spd="slow">
        <p:checker/>
        <p:sndAc>
          <p:stSnd>
            <p:snd r:embed="rId8" name="typ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10" name="type.wav"/>
          </p:stSnd>
        </p:sndAc>
      </p:transition>
    </mc:Choice>
    <mc:Fallback>
      <p:transition spd="slow">
        <p:checker/>
        <p:sndAc>
          <p:stSnd>
            <p:snd r:embed="rId10" name="typ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6" name="type.wav"/>
          </p:stSnd>
        </p:sndAc>
      </p:transition>
    </mc:Choice>
    <mc:Fallback>
      <p:transition spd="slow">
        <p:checker/>
        <p:sndAc>
          <p:stSnd>
            <p:snd r:embed="rId6" name="typ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5" name="type.wav"/>
          </p:stSnd>
        </p:sndAc>
      </p:transition>
    </mc:Choice>
    <mc:Fallback>
      <p:transition spd="slow">
        <p:checker/>
        <p:sndAc>
          <p:stSnd>
            <p:snd r:embed="rId5" name="typ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8" name="type.wav"/>
          </p:stSnd>
        </p:sndAc>
      </p:transition>
    </mc:Choice>
    <mc:Fallback>
      <p:transition spd="slow">
        <p:checker/>
        <p:sndAc>
          <p:stSnd>
            <p:snd r:embed="rId8" name="typ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7" name="type.wav"/>
          </p:stSnd>
        </p:sndAc>
      </p:transition>
    </mc:Choice>
    <mc:Fallback>
      <p:transition spd="slow">
        <p:checker/>
        <p:sndAc>
          <p:stSnd>
            <p:snd r:embed="rId7" name="typ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6" name="type.wav"/>
          </p:stSnd>
        </p:sndAc>
      </p:transition>
    </mc:Choice>
    <mc:Fallback>
      <p:transition spd="slow">
        <p:checker/>
        <p:sndAc>
          <p:stSnd>
            <p:snd r:embed="rId6" name="typ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7" name="type.wav"/>
          </p:stSnd>
        </p:sndAc>
      </p:transition>
    </mc:Choice>
    <mc:Fallback>
      <p:transition spd="slow">
        <p:checker/>
        <p:sndAc>
          <p:stSnd>
            <p:snd r:embed="rId7" name="typ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18" name="type.wav"/>
          </p:stSnd>
        </p:sndAc>
      </p:transition>
    </mc:Choice>
    <mc:Fallback>
      <p:transition spd="slow">
        <p:checker/>
        <p:sndAc>
          <p:stSnd>
            <p:snd r:embed="rId18" name="type.wav"/>
          </p:stSnd>
        </p:sndAc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tags" Target="../tags/tag67.xml"/><Relationship Id="rId2" Type="http://schemas.openxmlformats.org/officeDocument/2006/relationships/image" Target="../media/image2.jpe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tags" Target="../tags/tag69.xml"/><Relationship Id="rId2" Type="http://schemas.openxmlformats.org/officeDocument/2006/relationships/image" Target="../media/image3.jpe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2" Type="http://schemas.openxmlformats.org/officeDocument/2006/relationships/slideLayout" Target="../slideLayouts/slideLayout2.xml"/><Relationship Id="rId11" Type="http://schemas.openxmlformats.org/officeDocument/2006/relationships/audio" Target="../media/audio1.wav"/><Relationship Id="rId10" Type="http://schemas.openxmlformats.org/officeDocument/2006/relationships/tags" Target="../tags/tag7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1.wav"/><Relationship Id="rId6" Type="http://schemas.openxmlformats.org/officeDocument/2006/relationships/tags" Target="../tags/tag7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 anchor="ctr" anchorCtr="0">
            <a:prstTxWarp prst="textTriangle">
              <a:avLst/>
            </a:prstTxWarp>
          </a:bodyPr>
          <a:p>
            <a:r>
              <a:rPr lang="zh-CN" altLang="zh-CN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脸谱</a:t>
            </a:r>
            <a:endParaRPr lang="zh-CN" altLang="zh-CN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京剧脸谱，是一种具有中国文化特色的特殊化妆方法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5" name="type.wav"/>
          </p:stSnd>
        </p:sndAc>
      </p:transition>
    </mc:Choice>
    <mc:Fallback>
      <p:transition spd="slow">
        <p:checker/>
        <p:sndAc>
          <p:stSnd>
            <p:snd r:embed="rId5" name="typ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脸谱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ym typeface="+mn-ea"/>
              </a:rPr>
              <a:t>脸谱最初的作用，只是夸大剧中角色的五官部位和面部的纹理，用夸张的手法表现剧中人的性格、心理和生理上的特征，以此来为整个戏剧的情节服务。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发展到后来，脸谱由简到繁、由粗到细、由表及里、由浅到深，本身就逐渐成为一种具有民族特色的、以人的面部为表现手段的图案艺术了。</a:t>
            </a:r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3564255" y="3429000"/>
            <a:ext cx="2037080" cy="246824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4" name="type.wav"/>
          </p:stSnd>
        </p:sndAc>
      </p:transition>
    </mc:Choice>
    <mc:Fallback>
      <p:transition spd="slow">
        <p:checker/>
        <p:sndAc>
          <p:stSnd>
            <p:snd r:embed="rId4" name="typ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脸谱的由来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330" y="1490345"/>
            <a:ext cx="7549515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FF0000"/>
              </a:buClr>
              <a:buSzPct val="120000"/>
              <a:buFont typeface="+mj-lt"/>
              <a:buAutoNum type="arabicPeriod"/>
            </a:pPr>
            <a:r>
              <a:rPr lang="zh-CN" altLang="en-US"/>
              <a:t>京剧脸谱起源于生活。每个人面部器官的形状、轮廓相似，生理布局也都有一定的规律，面部肌肉的纹理与人物的年龄、生理、经历、生活的自然条件也都有密切关系，所以京剧脸谱的勾绘是以生活为依据，也是生活的概括。</a:t>
            </a:r>
            <a:endParaRPr lang="zh-CN" altLang="en-US"/>
          </a:p>
          <a:p>
            <a:pPr marL="342900" indent="-342900">
              <a:buClr>
                <a:srgbClr val="FF0000"/>
              </a:buClr>
              <a:buSzPct val="120000"/>
              <a:buFont typeface="+mj-lt"/>
              <a:buAutoNum type="arabicPeriod"/>
            </a:pPr>
            <a:r>
              <a:rPr lang="zh-CN" altLang="en-US"/>
              <a:t>借鉴生活中血统遗传的原理。</a:t>
            </a:r>
            <a:endParaRPr lang="zh-CN" altLang="en-US"/>
          </a:p>
          <a:p>
            <a:pPr marL="342900" indent="-342900">
              <a:buClr>
                <a:srgbClr val="FF0000"/>
              </a:buClr>
              <a:buSzPct val="120000"/>
              <a:buFont typeface="+mj-lt"/>
              <a:buAutoNum type="arabicPeriod"/>
            </a:pPr>
            <a:r>
              <a:rPr lang="zh-CN" altLang="en-US"/>
              <a:t>依据剧中人物姓名，附会色调，确定脸谱。</a:t>
            </a:r>
            <a:endParaRPr lang="zh-CN" altLang="en-US"/>
          </a:p>
          <a:p>
            <a:pPr marL="342900" indent="-342900">
              <a:buClr>
                <a:srgbClr val="FF0000"/>
              </a:buClr>
              <a:buSzPct val="120000"/>
              <a:buFont typeface="+mj-lt"/>
              <a:buAutoNum type="arabicPeriod"/>
            </a:pPr>
            <a:r>
              <a:rPr lang="zh-CN" altLang="en-US">
                <a:sym typeface="+mn-ea"/>
              </a:rPr>
              <a:t>以讹传讹；一些剧中人物的脸谱来源于“讹传”（音讹、义讹），加以附舍。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3" name="图片 2" descr="微信截图_20240220094338"/>
          <p:cNvPicPr/>
          <p:nvPr/>
        </p:nvPicPr>
        <p:blipFill>
          <a:blip r:embed="rId2"/>
          <a:stretch>
            <a:fillRect/>
          </a:stretch>
        </p:blipFill>
        <p:spPr>
          <a:xfrm>
            <a:off x="8280000" y="1440000"/>
            <a:ext cx="3060000" cy="360000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4" name="type.wav"/>
          </p:stSnd>
        </p:sndAc>
      </p:transition>
    </mc:Choice>
    <mc:Fallback>
      <p:transition spd="slow">
        <p:checker/>
        <p:sndAc>
          <p:stSnd>
            <p:snd r:embed="rId4" name="typ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脸谱的颜色</a:t>
            </a:r>
            <a:endParaRPr lang="zh-CN" altLang="en-US"/>
          </a:p>
        </p:txBody>
      </p:sp>
      <p:pic>
        <p:nvPicPr>
          <p:cNvPr id="4" name="图片 3" descr="脸谱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385" y="1278255"/>
            <a:ext cx="1830705" cy="1830705"/>
          </a:xfrm>
          <a:prstGeom prst="rect">
            <a:avLst/>
          </a:prstGeom>
        </p:spPr>
      </p:pic>
      <p:pic>
        <p:nvPicPr>
          <p:cNvPr id="5" name="图片 4" descr="白脸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315" y="1190943"/>
            <a:ext cx="2005330" cy="2005330"/>
          </a:xfrm>
          <a:prstGeom prst="rect">
            <a:avLst/>
          </a:prstGeom>
        </p:spPr>
      </p:pic>
      <p:pic>
        <p:nvPicPr>
          <p:cNvPr id="6" name="图片 5" descr="黑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470" y="1223010"/>
            <a:ext cx="1941195" cy="19411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094865" y="3286125"/>
            <a:ext cx="890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 b="1"/>
              <a:t>红色</a:t>
            </a:r>
            <a:endParaRPr lang="zh-CN" altLang="en-US" sz="2400" b="1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605145" y="3286125"/>
            <a:ext cx="890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 b="1"/>
              <a:t>白色</a:t>
            </a:r>
            <a:endParaRPr lang="zh-CN" altLang="en-US" sz="2400" b="1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9238615" y="3286125"/>
            <a:ext cx="890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 b="1"/>
              <a:t>黑色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944880" y="3969385"/>
            <a:ext cx="331724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600"/>
              <a:t>一般：表现忠贞，英勇的人物性格，多为正面角色。例如关公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其他：有讽刺意义，表示假好人。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特例：老人显示年轻红光犹在；坏人做了点好事。。</a:t>
            </a:r>
            <a:endParaRPr lang="zh-CN" altLang="en-US" sz="1600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8183880" y="3969385"/>
            <a:ext cx="31908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一般：表现正直，无私，刚直不阿的人物形象，如：包公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其他：表示阴阳中的阴，用于鬼魂。肤色较黑或面貌丑陋。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4612005" y="3969385"/>
            <a:ext cx="296799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600"/>
              <a:t>一般：代表阴险，疑诈，飞扬，肃煞的人物形象.如：曹操。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其他：和尙，太监脸谱；表示老人年迈。</a:t>
            </a:r>
            <a:endParaRPr lang="zh-CN" altLang="en-US" sz="1600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11" name="type.wav"/>
          </p:stSnd>
        </p:sndAc>
      </p:transition>
    </mc:Choice>
    <mc:Fallback>
      <p:transition spd="slow">
        <p:checker/>
        <p:sndAc>
          <p:stSnd>
            <p:snd r:embed="rId11" name="typ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图示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checker/>
        <p:sndAc>
          <p:stSnd>
            <p:snd r:embed="rId7" name="type.wav"/>
          </p:stSnd>
        </p:sndAc>
      </p:transition>
    </mc:Choice>
    <mc:Fallback>
      <p:transition spd="slow">
        <p:checker/>
        <p:sndAc>
          <p:stSnd>
            <p:snd r:embed="rId7" name="type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COMMONDATA" val="eyJoZGlkIjoiMWUxNjcyN2FkODdkNGM1ZTQyOTUxMTNiN2YzNDUxNDAifQ=="/>
  <p:tag name="KSO_WPP_MARK_KEY" val="8bb572c7-f6ae-44f8-81fa-d4975bb8edc5"/>
  <p:tag name="commondata" val="eyJoZGlkIjoiNjQwNzdkNTI0ZmEyODlhNmVjYjU4ZGU0YTBmMWRhMTc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WPS 演示</Application>
  <PresentationFormat>宽屏</PresentationFormat>
  <Paragraphs>35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Office 主题​​</vt:lpstr>
      <vt:lpstr>脸谱</vt:lpstr>
      <vt:lpstr>脸谱</vt:lpstr>
      <vt:lpstr>脸谱的由来</vt:lpstr>
      <vt:lpstr>脸谱的颜色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湖北技能高考-陈欢</cp:lastModifiedBy>
  <cp:revision>186</cp:revision>
  <dcterms:created xsi:type="dcterms:W3CDTF">2019-06-19T02:08:00Z</dcterms:created>
  <dcterms:modified xsi:type="dcterms:W3CDTF">2024-02-29T03:32:57Z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9A91854F38B94E0388CD43D66A32399C_11</vt:lpwstr>
  </property>
</Properties>
</file>