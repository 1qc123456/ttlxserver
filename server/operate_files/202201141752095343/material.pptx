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亲爱的篮球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193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《</a:t>
            </a:r>
            <a:r>
              <a:rPr lang="zh-CN" altLang="en-US" dirty="0"/>
              <a:t>亲爱的篮球</a:t>
            </a:r>
            <a:r>
              <a:rPr lang="en-US" altLang="zh-CN" dirty="0"/>
              <a:t>》</a:t>
            </a:r>
            <a:r>
              <a:rPr lang="zh-CN" altLang="en-US" dirty="0"/>
              <a:t>是格兰</a:t>
            </a:r>
            <a:r>
              <a:rPr lang="en-US" altLang="zh-CN" dirty="0"/>
              <a:t>·</a:t>
            </a:r>
            <a:r>
              <a:rPr lang="zh-CN" altLang="en-US" dirty="0"/>
              <a:t>基恩执导的动画短片，由科比</a:t>
            </a:r>
            <a:r>
              <a:rPr lang="en-US" altLang="zh-CN" dirty="0"/>
              <a:t>·</a:t>
            </a:r>
            <a:r>
              <a:rPr lang="zh-CN" altLang="en-US" dirty="0"/>
              <a:t>布莱恩特配音。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日，获得第</a:t>
            </a:r>
            <a:r>
              <a:rPr lang="en-US" altLang="zh-CN" dirty="0"/>
              <a:t>90</a:t>
            </a:r>
            <a:r>
              <a:rPr lang="zh-CN" altLang="en-US" dirty="0"/>
              <a:t>届奥斯卡“最佳动画短片奖”。动画短片</a:t>
            </a:r>
            <a:r>
              <a:rPr lang="en-US" altLang="zh-CN" dirty="0"/>
              <a:t>《</a:t>
            </a:r>
            <a:r>
              <a:rPr lang="zh-CN" altLang="en-US" dirty="0"/>
              <a:t>亲爱的篮球</a:t>
            </a:r>
            <a:r>
              <a:rPr lang="en-US" altLang="zh-CN" dirty="0"/>
              <a:t>》</a:t>
            </a:r>
            <a:r>
              <a:rPr lang="zh-CN" altLang="en-US" dirty="0"/>
              <a:t>是一部以粗粝素描画为风格的动画短片，时长</a:t>
            </a:r>
            <a:r>
              <a:rPr lang="en-US" altLang="zh-CN" dirty="0"/>
              <a:t>5</a:t>
            </a:r>
            <a:r>
              <a:rPr lang="zh-CN" altLang="en-US" dirty="0"/>
              <a:t>分多钟，从</a:t>
            </a:r>
            <a:r>
              <a:rPr lang="en-US" altLang="zh-CN" dirty="0"/>
              <a:t>2016</a:t>
            </a:r>
            <a:r>
              <a:rPr lang="zh-CN" altLang="en-US" dirty="0"/>
              <a:t>年春天开始进入制作周期，历时</a:t>
            </a:r>
            <a:r>
              <a:rPr lang="en-US" altLang="zh-CN" dirty="0"/>
              <a:t>8</a:t>
            </a:r>
            <a:r>
              <a:rPr lang="zh-CN" altLang="en-US" dirty="0"/>
              <a:t>个月，是科比与好莱坞大师级动画导演格伦</a:t>
            </a:r>
            <a:r>
              <a:rPr lang="en-US" altLang="zh-CN" dirty="0"/>
              <a:t>·</a:t>
            </a:r>
            <a:r>
              <a:rPr lang="zh-CN" altLang="en-US" dirty="0"/>
              <a:t>基恩合作的一个小项目，一开始，双方都没想过这部作品能获得奥斯卡奖，制作它的主要目的，是为了能在去年年底，举行科比球衣退役仪式的湖人队主场进行播放。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16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全屏显示(4:3)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亲爱的篮球</vt:lpstr>
      <vt:lpstr>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战狼</dc:title>
  <dc:creator>Administrator</dc:creator>
  <cp:lastModifiedBy>SD</cp:lastModifiedBy>
  <cp:revision>5</cp:revision>
  <dcterms:created xsi:type="dcterms:W3CDTF">2017-03-10T01:54:18Z</dcterms:created>
  <dcterms:modified xsi:type="dcterms:W3CDTF">2018-03-21T03:09:34Z</dcterms:modified>
</cp:coreProperties>
</file>