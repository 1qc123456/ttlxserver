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86315-0B84-4822-9211-AF0C2C31D607}" type="datetimeFigureOut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30651-2258-459E-BFD5-946DB1988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113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CB38622-1651-4AF6-A9B1-7CC8B5A54431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017F6B4-A275-4C94-A1A0-E5D974A35E1F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D437BE7-C781-44C2-A985-3D5C0D6F74C3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688BD98-FA6E-43BF-B848-07AFE33EF510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D77933-F725-45C3-BA24-A17925D7B84F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AFCD872-70FE-435F-8B08-0B7B53622B53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74306A-DBCA-48EB-9AA5-8B63937A6AA5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F6651-8F4C-49C8-AB40-89FC745EB4EF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8D96A8F4-4832-489E-B32C-42E4A9EFAD84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2C6C76-9C14-4C7D-8222-F7DFD6ED19B0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D46126-FC36-47A5-894A-2D87449786AE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94B359AF-1F06-41DF-B66E-8C7545015A6F}" type="datetime1">
              <a:rPr lang="zh-CN" altLang="en-US" smtClean="0"/>
              <a:t>2022-01-14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hf sldNum="0" hdr="0" ftr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dirty="0">
                <a:latin typeface="微软雅黑" pitchFamily="34" charset="-122"/>
                <a:ea typeface="微软雅黑" pitchFamily="34" charset="-122"/>
              </a:rPr>
              <a:t>亲爱的篮球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奥斯卡最佳动画短片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F72A-5DAD-4599-96B5-156F1609448B}" type="datetime1">
              <a:rPr lang="zh-CN" altLang="en-US" smtClean="0"/>
              <a:t>2022-01-14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193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dirty="0"/>
              <a:t>《</a:t>
            </a:r>
            <a:r>
              <a:rPr lang="zh-CN" altLang="en-US" dirty="0"/>
              <a:t>亲爱的篮球</a:t>
            </a:r>
            <a:r>
              <a:rPr lang="en-US" altLang="zh-CN" dirty="0"/>
              <a:t>》</a:t>
            </a:r>
            <a:r>
              <a:rPr lang="zh-CN" altLang="en-US" dirty="0"/>
              <a:t>是格兰</a:t>
            </a:r>
            <a:r>
              <a:rPr lang="en-US" altLang="zh-CN" dirty="0"/>
              <a:t>·</a:t>
            </a:r>
            <a:r>
              <a:rPr lang="zh-CN" altLang="en-US" dirty="0"/>
              <a:t>基恩执导的动画短片，由科比</a:t>
            </a:r>
            <a:r>
              <a:rPr lang="en-US" altLang="zh-CN" dirty="0"/>
              <a:t>·</a:t>
            </a:r>
            <a:r>
              <a:rPr lang="zh-CN" altLang="en-US" dirty="0"/>
              <a:t>布莱恩特配音。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日，获得第</a:t>
            </a:r>
            <a:r>
              <a:rPr lang="en-US" altLang="zh-CN" dirty="0"/>
              <a:t>90</a:t>
            </a:r>
            <a:r>
              <a:rPr lang="zh-CN" altLang="en-US" dirty="0"/>
              <a:t>届奥斯卡“最佳动画短片奖”。动画短片</a:t>
            </a:r>
            <a:r>
              <a:rPr lang="en-US" altLang="zh-CN" dirty="0"/>
              <a:t>《</a:t>
            </a:r>
            <a:r>
              <a:rPr lang="zh-CN" altLang="en-US" dirty="0"/>
              <a:t>亲爱的篮球</a:t>
            </a:r>
            <a:r>
              <a:rPr lang="en-US" altLang="zh-CN" dirty="0"/>
              <a:t>》</a:t>
            </a:r>
            <a:r>
              <a:rPr lang="zh-CN" altLang="en-US" dirty="0"/>
              <a:t>是一部以粗粝素描画为风格的动画短片，时长</a:t>
            </a:r>
            <a:r>
              <a:rPr lang="en-US" altLang="zh-CN" dirty="0"/>
              <a:t>5</a:t>
            </a:r>
            <a:r>
              <a:rPr lang="zh-CN" altLang="en-US" dirty="0"/>
              <a:t>分多钟，从</a:t>
            </a:r>
            <a:r>
              <a:rPr lang="en-US" altLang="zh-CN" dirty="0"/>
              <a:t>2016</a:t>
            </a:r>
            <a:r>
              <a:rPr lang="zh-CN" altLang="en-US" dirty="0"/>
              <a:t>年春天开始进入制作周期，历时</a:t>
            </a:r>
            <a:r>
              <a:rPr lang="en-US" altLang="zh-CN" dirty="0"/>
              <a:t>8</a:t>
            </a:r>
            <a:r>
              <a:rPr lang="zh-CN" altLang="en-US" dirty="0"/>
              <a:t>个月，是科比与好莱坞大师级动画导演格伦</a:t>
            </a:r>
            <a:r>
              <a:rPr lang="en-US" altLang="zh-CN" dirty="0"/>
              <a:t>·</a:t>
            </a:r>
            <a:r>
              <a:rPr lang="zh-CN" altLang="en-US" dirty="0"/>
              <a:t>基恩合作的一个小项目，一开始，双方都没想过这部作品能获得奥斯卡奖，制作它的主要目的，是为了能在去年年底，举行科比球衣退役仪式的湖人队主场进行播放。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6597F-1F3C-43DD-ADA1-2B2F70EE0D54}" type="datetime1">
              <a:rPr lang="zh-CN" altLang="en-US" smtClean="0"/>
              <a:t>2022-01-14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166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858" y="1268760"/>
            <a:ext cx="3790141" cy="4553689"/>
          </a:xfrm>
          <a:prstGeom prst="rect">
            <a:avLst/>
          </a:prstGeom>
          <a:ln>
            <a:noFill/>
          </a:ln>
          <a:effectLst>
            <a:softEdge rad="635000"/>
          </a:effectLst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1ED5-9F00-4877-898A-4CF4D55EC57D}" type="datetime1">
              <a:rPr lang="zh-CN" altLang="en-US" smtClean="0"/>
              <a:t>2022-01-14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007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MESSAGE" val="{&quot;State&quot;:1,&quot;KejianId&quot;:null,&quot;KejianName&quot;:null,&quot;PeriodId&quot;:null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13</TotalTime>
  <Words>150</Words>
  <Application>Microsoft Office PowerPoint</Application>
  <PresentationFormat>全屏显示(4:3)</PresentationFormat>
  <Paragraphs>7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穿越</vt:lpstr>
      <vt:lpstr>亲爱的篮球</vt:lpstr>
      <vt:lpstr>介绍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战狼</dc:title>
  <dc:creator>Administrator</dc:creator>
  <cp:lastModifiedBy>lipp</cp:lastModifiedBy>
  <cp:revision>24</cp:revision>
  <dcterms:created xsi:type="dcterms:W3CDTF">2017-03-10T01:54:18Z</dcterms:created>
  <dcterms:modified xsi:type="dcterms:W3CDTF">2022-01-14T09:51:15Z</dcterms:modified>
</cp:coreProperties>
</file>