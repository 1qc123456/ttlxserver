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kiosk/>
    <p:sldRg st="1" end="3"/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69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7.xml"/><Relationship Id="rId2" Type="http://schemas.openxmlformats.org/officeDocument/2006/relationships/image" Target="../media/image2.png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471200" y="205200"/>
            <a:ext cx="2340000" cy="4230000"/>
          </a:xfrm>
        </p:spPr>
        <p:txBody>
          <a:bodyPr/>
          <a:p>
            <a:r>
              <a:rPr lang="zh-CN" altLang="zh-CN"/>
              <a:t>芒种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6674400" y="1792800"/>
            <a:ext cx="878400" cy="3020400"/>
          </a:xfrm>
        </p:spPr>
        <p:txBody>
          <a:bodyPr vert="eaVert"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648000" y="1476000"/>
            <a:ext cx="5580000" cy="4500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芒种时节，气温升高，降水增多，空气变得潮湿闷热。这样的气候条件，既有利于农作物的生长，也给人们的生活带来了一些不便。但芒种的忙碌与艰辛，孕育着丰收的希望。在芒种的田野里，农民们挥汗如雨，他们用辛勤的劳动诠释着对土地的热爱和对生活的执着追求。</a:t>
            </a:r>
            <a:endParaRPr lang="zh-CN" altLang="en-US"/>
          </a:p>
        </p:txBody>
      </p:sp>
      <p:pic>
        <p:nvPicPr>
          <p:cNvPr id="10" name="图片 9" descr="图片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487160" y="1090295"/>
            <a:ext cx="5090160" cy="509016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6120000" y="1368000"/>
            <a:ext cx="5796000" cy="4608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公元前104年，《太初历》由邓平等制定，首次将二十四节气正式纳入历法体系中，明确了它们的天文位置。芒种作为二十四节气之一，由此被正式确定下来。</a:t>
            </a:r>
            <a:endParaRPr lang="zh-CN" altLang="en-US"/>
          </a:p>
          <a:p>
            <a:r>
              <a:rPr lang="zh-CN" altLang="en-US"/>
              <a:t>芒种是二十四节气中的第九个节气，通常在每年的6月5日至7日之间，标志着仲夏的开始。此时，太阳黄经达75度，它位于“节气”与“中气”交替的位置。芒种的到来意味着农事活动进入了一年中最繁忙的时期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COMMONDATA" val="eyJoZGlkIjoiNzFlMGY3OGRmZGU1YjQ0MmVmN2U4Yjg3M2ZkYWM1ZjI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</Words>
  <Application>WPS 演示</Application>
  <PresentationFormat>宽屏</PresentationFormat>
  <Paragraphs>7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等线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Y</cp:lastModifiedBy>
  <cp:revision>155</cp:revision>
  <dcterms:created xsi:type="dcterms:W3CDTF">2019-06-19T02:08:00Z</dcterms:created>
  <dcterms:modified xsi:type="dcterms:W3CDTF">2025-05-26T03:20:21Z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07D6BA4D418A45F395AD04307511ED76_11</vt:lpwstr>
  </property>
</Properties>
</file>