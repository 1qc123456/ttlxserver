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61" r:id="rId2"/>
    <p:sldId id="257" r:id="rId3"/>
    <p:sldId id="260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CBF9877-60DA-411E-ADA9-8322F6788FC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32" name="矩形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矩形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矩形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矩形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56" name="矩形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矩形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矩形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矩形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CEFCAFC-9924-4E96-8895-86B3EBD527C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任意多边形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任意多边形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任意多边形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任意多边形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任意多边形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任意多边形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任意多边形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任意多边形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任意多边形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任意多边形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任意多边形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任意多边形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任意多边形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任意多边形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C0D75BF-BD47-40E5-AF20-A3D3EA9C349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矩形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矩形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7EA10BF-BBB1-408C-A42D-5B4DDEE3FA3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9709943-4811-4D4E-BEDE-9A1DAB19A1BF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矩形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矩形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矩形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矩形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矩形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矩形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2BF833B-EDC2-494A-A1D3-A5C6F77C39D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D9623CD-2907-44B4-ACD6-670A40CCD96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7E82F74-F7BD-464F-9452-AD1B529A1FA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直接连接符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grpSp>
        <p:nvGrpSpPr>
          <p:cNvPr id="14" name="组合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直接连接符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直接连接符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A6CD9F4C-C389-41EC-AE37-A7003968725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8C91C69-8D4C-40DC-9CBC-3A660F921E9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DEF6ECF-C046-4970-B4F7-6B13E33B841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矩形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矩形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矩形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A734CF2C-61AA-46CF-A5B5-B50E030DDE7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300" dirty="0" smtClean="0">
                <a:solidFill>
                  <a:srgbClr val="C10000"/>
                </a:solidFill>
                <a:latin typeface="黑体" pitchFamily="49" charset="-122"/>
                <a:ea typeface="黑体" pitchFamily="49" charset="-122"/>
              </a:rPr>
              <a:t>公共交通工具逃生指南</a:t>
            </a:r>
            <a:endParaRPr lang="zh-CN" altLang="en-US" sz="4300" dirty="0">
              <a:solidFill>
                <a:srgbClr val="C1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700" dirty="0" smtClean="0">
                <a:latin typeface="楷体" pitchFamily="49" charset="-122"/>
                <a:ea typeface="楷体" pitchFamily="49" charset="-122"/>
              </a:rPr>
              <a:t>专家建议</a:t>
            </a:r>
            <a:endParaRPr lang="zh-CN" altLang="en-US" sz="2700" dirty="0"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2170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缺乏安全出行基本常识</a:t>
            </a:r>
            <a:endParaRPr lang="zh-CN" altLang="en-US" dirty="0"/>
          </a:p>
        </p:txBody>
      </p:sp>
      <p:sp>
        <p:nvSpPr>
          <p:cNvPr id="13312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/>
              <a:t>成都公交车自燃事件后，不管出门是坐公交车还是地铁，很多人安全意识有了很大提高。但在日前健康时报联合新浪网健康频道进行的有</a:t>
            </a:r>
            <a:r>
              <a:rPr lang="en-US" altLang="zh-CN"/>
              <a:t>7540</a:t>
            </a:r>
            <a:r>
              <a:rPr lang="zh-CN" altLang="en-US"/>
              <a:t>人参与的调查中，发现还是有不少人对安全出行缺乏基本的常识</a:t>
            </a:r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091" y="2521105"/>
            <a:ext cx="2822693" cy="3023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公共交通工具逃生指南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4843464"/>
              </p:ext>
            </p:extLst>
          </p:nvPr>
        </p:nvGraphicFramePr>
        <p:xfrm>
          <a:off x="914400" y="1784350"/>
          <a:ext cx="7772400" cy="4449064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886200"/>
                <a:gridCol w="388620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交通工具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逃生方法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地铁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zh-CN" altLang="en-US" sz="1800" dirty="0" smtClean="0"/>
                        <a:t>地铁发生火灾只有</a:t>
                      </a:r>
                      <a:r>
                        <a:rPr lang="en-US" altLang="zh-CN" sz="1800" dirty="0" smtClean="0"/>
                        <a:t>5</a:t>
                      </a:r>
                      <a:r>
                        <a:rPr lang="zh-CN" altLang="en-US" sz="1800" dirty="0" smtClean="0"/>
                        <a:t>分钟逃生时间。遇车厢起火等异常情况，立即按动车厢两端报警器报警司机，同时立即拨打</a:t>
                      </a:r>
                      <a:r>
                        <a:rPr lang="en-US" altLang="zh-CN" sz="1800" dirty="0" smtClean="0"/>
                        <a:t>119</a:t>
                      </a:r>
                      <a:r>
                        <a:rPr lang="zh-CN" altLang="en-US" sz="1800" dirty="0" smtClean="0"/>
                        <a:t>，并用车厢内灭火器，将小火消灭在萌芽之中。</a:t>
                      </a:r>
                    </a:p>
                    <a:p>
                      <a:pPr>
                        <a:lnSpc>
                          <a:spcPct val="90000"/>
                        </a:lnSpc>
                      </a:pPr>
                      <a:r>
                        <a:rPr lang="zh-CN" altLang="en-US" sz="1800" dirty="0" smtClean="0"/>
                        <a:t>一定要等到车停稳车门打开再逃离，逃离时应该贴近地面逃离，用湿衣或毛巾捂住口鼻，避免吸入烟尘等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公交车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itchFamily="34" charset="0"/>
                        <a:buChar char="•"/>
                      </a:pPr>
                      <a:r>
                        <a:rPr lang="zh-CN" altLang="en-US" sz="1800" dirty="0" smtClean="0"/>
                        <a:t>如有异响或异味，乘客应提醒司机熄火停车。查找起火点，并用灭火器灭火。</a:t>
                      </a:r>
                    </a:p>
                    <a:p>
                      <a:pPr marL="457200" indent="-457200">
                        <a:buFont typeface="Arial" pitchFamily="34" charset="0"/>
                        <a:buChar char="•"/>
                      </a:pPr>
                      <a:r>
                        <a:rPr lang="zh-CN" altLang="en-US" sz="1800" dirty="0" smtClean="0"/>
                        <a:t>发生事故时，要等车停稳后从车门处迅速逃到车外。如果车门打不开，要使用逃生锤打碎玻璃从窗户逃生。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034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穿越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穿越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穿越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48</TotalTime>
  <Words>202</Words>
  <Application>Microsoft Office PowerPoint</Application>
  <PresentationFormat>全屏显示(4:3)</PresentationFormat>
  <Paragraphs>13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穿越</vt:lpstr>
      <vt:lpstr>公共交通工具逃生指南</vt:lpstr>
      <vt:lpstr>缺乏安全出行基本常识</vt:lpstr>
      <vt:lpstr>公共交通工具逃生指南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86133</cp:lastModifiedBy>
  <cp:revision>9</cp:revision>
  <cp:lastPrinted>1601-01-01T00:00:00Z</cp:lastPrinted>
  <dcterms:created xsi:type="dcterms:W3CDTF">2009-07-23T08:37:14Z</dcterms:created>
  <dcterms:modified xsi:type="dcterms:W3CDTF">2021-05-21T06:29:56Z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