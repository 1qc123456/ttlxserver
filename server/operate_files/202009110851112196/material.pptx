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-1740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618" name="Group 2"/>
          <p:cNvGrpSpPr>
            <a:grpSpLocks/>
          </p:cNvGrpSpPr>
          <p:nvPr/>
        </p:nvGrpSpPr>
        <p:grpSpPr bwMode="auto">
          <a:xfrm>
            <a:off x="0" y="6350"/>
            <a:ext cx="9140825" cy="6851650"/>
            <a:chOff x="0" y="4"/>
            <a:chExt cx="5758" cy="4316"/>
          </a:xfrm>
        </p:grpSpPr>
        <p:grpSp>
          <p:nvGrpSpPr>
            <p:cNvPr id="111619" name="Group 3"/>
            <p:cNvGrpSpPr>
              <a:grpSpLocks/>
            </p:cNvGrpSpPr>
            <p:nvPr/>
          </p:nvGrpSpPr>
          <p:grpSpPr bwMode="auto">
            <a:xfrm>
              <a:off x="0" y="1161"/>
              <a:ext cx="5758" cy="3159"/>
              <a:chOff x="0" y="1161"/>
              <a:chExt cx="5758" cy="3159"/>
            </a:xfrm>
          </p:grpSpPr>
          <p:sp>
            <p:nvSpPr>
              <p:cNvPr id="111620" name="Freeform 4"/>
              <p:cNvSpPr>
                <a:spLocks/>
              </p:cNvSpPr>
              <p:nvPr/>
            </p:nvSpPr>
            <p:spPr bwMode="hidden">
              <a:xfrm>
                <a:off x="558" y="1161"/>
                <a:ext cx="5200" cy="3159"/>
              </a:xfrm>
              <a:custGeom>
                <a:avLst/>
                <a:gdLst>
                  <a:gd name="T0" fmla="*/ 0 w 5184"/>
                  <a:gd name="T1" fmla="*/ 3159 h 3159"/>
                  <a:gd name="T2" fmla="*/ 5184 w 5184"/>
                  <a:gd name="T3" fmla="*/ 3159 h 3159"/>
                  <a:gd name="T4" fmla="*/ 5184 w 5184"/>
                  <a:gd name="T5" fmla="*/ 0 h 3159"/>
                  <a:gd name="T6" fmla="*/ 0 w 5184"/>
                  <a:gd name="T7" fmla="*/ 0 h 3159"/>
                  <a:gd name="T8" fmla="*/ 0 w 5184"/>
                  <a:gd name="T9" fmla="*/ 3159 h 3159"/>
                  <a:gd name="T10" fmla="*/ 0 w 5184"/>
                  <a:gd name="T11" fmla="*/ 3159 h 3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184" h="3159">
                    <a:moveTo>
                      <a:pt x="0" y="3159"/>
                    </a:moveTo>
                    <a:lnTo>
                      <a:pt x="5184" y="3159"/>
                    </a:lnTo>
                    <a:lnTo>
                      <a:pt x="5184" y="0"/>
                    </a:lnTo>
                    <a:lnTo>
                      <a:pt x="0" y="0"/>
                    </a:lnTo>
                    <a:lnTo>
                      <a:pt x="0" y="3159"/>
                    </a:lnTo>
                    <a:lnTo>
                      <a:pt x="0" y="3159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621" name="Freeform 5"/>
              <p:cNvSpPr>
                <a:spLocks/>
              </p:cNvSpPr>
              <p:nvPr/>
            </p:nvSpPr>
            <p:spPr bwMode="hidden">
              <a:xfrm>
                <a:off x="0" y="1161"/>
                <a:ext cx="558" cy="3159"/>
              </a:xfrm>
              <a:custGeom>
                <a:avLst/>
                <a:gdLst>
                  <a:gd name="T0" fmla="*/ 0 w 556"/>
                  <a:gd name="T1" fmla="*/ 0 h 3159"/>
                  <a:gd name="T2" fmla="*/ 0 w 556"/>
                  <a:gd name="T3" fmla="*/ 3159 h 3159"/>
                  <a:gd name="T4" fmla="*/ 556 w 556"/>
                  <a:gd name="T5" fmla="*/ 3159 h 3159"/>
                  <a:gd name="T6" fmla="*/ 556 w 556"/>
                  <a:gd name="T7" fmla="*/ 0 h 3159"/>
                  <a:gd name="T8" fmla="*/ 0 w 556"/>
                  <a:gd name="T9" fmla="*/ 0 h 3159"/>
                  <a:gd name="T10" fmla="*/ 0 w 556"/>
                  <a:gd name="T11" fmla="*/ 0 h 3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56" h="3159">
                    <a:moveTo>
                      <a:pt x="0" y="0"/>
                    </a:moveTo>
                    <a:lnTo>
                      <a:pt x="0" y="3159"/>
                    </a:lnTo>
                    <a:lnTo>
                      <a:pt x="556" y="3159"/>
                    </a:lnTo>
                    <a:lnTo>
                      <a:pt x="556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11622" name="Freeform 6"/>
            <p:cNvSpPr>
              <a:spLocks/>
            </p:cNvSpPr>
            <p:nvPr/>
          </p:nvSpPr>
          <p:spPr bwMode="ltGray">
            <a:xfrm>
              <a:off x="552" y="951"/>
              <a:ext cx="12" cy="420"/>
            </a:xfrm>
            <a:custGeom>
              <a:avLst/>
              <a:gdLst>
                <a:gd name="T0" fmla="*/ 0 w 12"/>
                <a:gd name="T1" fmla="*/ 0 h 420"/>
                <a:gd name="T2" fmla="*/ 0 w 12"/>
                <a:gd name="T3" fmla="*/ 420 h 420"/>
                <a:gd name="T4" fmla="*/ 12 w 12"/>
                <a:gd name="T5" fmla="*/ 420 h 420"/>
                <a:gd name="T6" fmla="*/ 12 w 12"/>
                <a:gd name="T7" fmla="*/ 0 h 420"/>
                <a:gd name="T8" fmla="*/ 0 w 12"/>
                <a:gd name="T9" fmla="*/ 0 h 420"/>
                <a:gd name="T10" fmla="*/ 0 w 12"/>
                <a:gd name="T11" fmla="*/ 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" h="420">
                  <a:moveTo>
                    <a:pt x="0" y="0"/>
                  </a:moveTo>
                  <a:lnTo>
                    <a:pt x="0" y="420"/>
                  </a:lnTo>
                  <a:lnTo>
                    <a:pt x="12" y="42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50000">
                  <a:schemeClr val="hlink"/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623" name="Freeform 7"/>
            <p:cNvSpPr>
              <a:spLocks/>
            </p:cNvSpPr>
            <p:nvPr/>
          </p:nvSpPr>
          <p:spPr bwMode="ltGray">
            <a:xfrm>
              <a:off x="767" y="1155"/>
              <a:ext cx="252" cy="12"/>
            </a:xfrm>
            <a:custGeom>
              <a:avLst/>
              <a:gdLst>
                <a:gd name="T0" fmla="*/ 251 w 251"/>
                <a:gd name="T1" fmla="*/ 0 h 12"/>
                <a:gd name="T2" fmla="*/ 0 w 251"/>
                <a:gd name="T3" fmla="*/ 0 h 12"/>
                <a:gd name="T4" fmla="*/ 0 w 251"/>
                <a:gd name="T5" fmla="*/ 12 h 12"/>
                <a:gd name="T6" fmla="*/ 251 w 251"/>
                <a:gd name="T7" fmla="*/ 12 h 12"/>
                <a:gd name="T8" fmla="*/ 251 w 251"/>
                <a:gd name="T9" fmla="*/ 0 h 12"/>
                <a:gd name="T10" fmla="*/ 251 w 251"/>
                <a:gd name="T1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" h="12">
                  <a:moveTo>
                    <a:pt x="251" y="0"/>
                  </a:moveTo>
                  <a:lnTo>
                    <a:pt x="0" y="0"/>
                  </a:lnTo>
                  <a:lnTo>
                    <a:pt x="0" y="12"/>
                  </a:lnTo>
                  <a:lnTo>
                    <a:pt x="251" y="12"/>
                  </a:lnTo>
                  <a:lnTo>
                    <a:pt x="251" y="0"/>
                  </a:lnTo>
                  <a:lnTo>
                    <a:pt x="251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624" name="Freeform 8"/>
            <p:cNvSpPr>
              <a:spLocks/>
            </p:cNvSpPr>
            <p:nvPr/>
          </p:nvSpPr>
          <p:spPr bwMode="ltGray">
            <a:xfrm>
              <a:off x="0" y="1155"/>
              <a:ext cx="351" cy="12"/>
            </a:xfrm>
            <a:custGeom>
              <a:avLst/>
              <a:gdLst>
                <a:gd name="T0" fmla="*/ 0 w 251"/>
                <a:gd name="T1" fmla="*/ 0 h 12"/>
                <a:gd name="T2" fmla="*/ 0 w 251"/>
                <a:gd name="T3" fmla="*/ 12 h 12"/>
                <a:gd name="T4" fmla="*/ 251 w 251"/>
                <a:gd name="T5" fmla="*/ 12 h 12"/>
                <a:gd name="T6" fmla="*/ 251 w 251"/>
                <a:gd name="T7" fmla="*/ 0 h 12"/>
                <a:gd name="T8" fmla="*/ 0 w 251"/>
                <a:gd name="T9" fmla="*/ 0 h 12"/>
                <a:gd name="T10" fmla="*/ 0 w 251"/>
                <a:gd name="T1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" h="12">
                  <a:moveTo>
                    <a:pt x="0" y="0"/>
                  </a:moveTo>
                  <a:lnTo>
                    <a:pt x="0" y="12"/>
                  </a:lnTo>
                  <a:lnTo>
                    <a:pt x="251" y="12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11625" name="Group 9"/>
            <p:cNvGrpSpPr>
              <a:grpSpLocks/>
            </p:cNvGrpSpPr>
            <p:nvPr/>
          </p:nvGrpSpPr>
          <p:grpSpPr bwMode="auto">
            <a:xfrm>
              <a:off x="348" y="4"/>
              <a:ext cx="5410" cy="4316"/>
              <a:chOff x="348" y="4"/>
              <a:chExt cx="5410" cy="4316"/>
            </a:xfrm>
          </p:grpSpPr>
          <p:sp>
            <p:nvSpPr>
              <p:cNvPr id="111626" name="Freeform 10"/>
              <p:cNvSpPr>
                <a:spLocks/>
              </p:cNvSpPr>
              <p:nvPr/>
            </p:nvSpPr>
            <p:spPr bwMode="ltGray">
              <a:xfrm>
                <a:off x="552" y="4"/>
                <a:ext cx="12" cy="695"/>
              </a:xfrm>
              <a:custGeom>
                <a:avLst/>
                <a:gdLst>
                  <a:gd name="T0" fmla="*/ 12 w 12"/>
                  <a:gd name="T1" fmla="*/ 0 h 695"/>
                  <a:gd name="T2" fmla="*/ 0 w 12"/>
                  <a:gd name="T3" fmla="*/ 0 h 695"/>
                  <a:gd name="T4" fmla="*/ 0 w 12"/>
                  <a:gd name="T5" fmla="*/ 695 h 695"/>
                  <a:gd name="T6" fmla="*/ 12 w 12"/>
                  <a:gd name="T7" fmla="*/ 695 h 695"/>
                  <a:gd name="T8" fmla="*/ 12 w 12"/>
                  <a:gd name="T9" fmla="*/ 0 h 695"/>
                  <a:gd name="T10" fmla="*/ 12 w 12"/>
                  <a:gd name="T11" fmla="*/ 0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695">
                    <a:moveTo>
                      <a:pt x="12" y="0"/>
                    </a:moveTo>
                    <a:lnTo>
                      <a:pt x="0" y="0"/>
                    </a:lnTo>
                    <a:lnTo>
                      <a:pt x="0" y="695"/>
                    </a:lnTo>
                    <a:lnTo>
                      <a:pt x="12" y="695"/>
                    </a:lnTo>
                    <a:lnTo>
                      <a:pt x="12" y="0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627" name="Freeform 11"/>
              <p:cNvSpPr>
                <a:spLocks/>
              </p:cNvSpPr>
              <p:nvPr/>
            </p:nvSpPr>
            <p:spPr bwMode="ltGray">
              <a:xfrm>
                <a:off x="552" y="1623"/>
                <a:ext cx="12" cy="2697"/>
              </a:xfrm>
              <a:custGeom>
                <a:avLst/>
                <a:gdLst>
                  <a:gd name="T0" fmla="*/ 0 w 12"/>
                  <a:gd name="T1" fmla="*/ 2697 h 2697"/>
                  <a:gd name="T2" fmla="*/ 12 w 12"/>
                  <a:gd name="T3" fmla="*/ 2697 h 2697"/>
                  <a:gd name="T4" fmla="*/ 12 w 12"/>
                  <a:gd name="T5" fmla="*/ 0 h 2697"/>
                  <a:gd name="T6" fmla="*/ 0 w 12"/>
                  <a:gd name="T7" fmla="*/ 0 h 2697"/>
                  <a:gd name="T8" fmla="*/ 0 w 12"/>
                  <a:gd name="T9" fmla="*/ 2697 h 2697"/>
                  <a:gd name="T10" fmla="*/ 0 w 12"/>
                  <a:gd name="T11" fmla="*/ 2697 h 26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697">
                    <a:moveTo>
                      <a:pt x="0" y="2697"/>
                    </a:moveTo>
                    <a:lnTo>
                      <a:pt x="12" y="2697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697"/>
                    </a:lnTo>
                    <a:lnTo>
                      <a:pt x="0" y="269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628" name="Freeform 12"/>
              <p:cNvSpPr>
                <a:spLocks/>
              </p:cNvSpPr>
              <p:nvPr/>
            </p:nvSpPr>
            <p:spPr bwMode="ltGray">
              <a:xfrm>
                <a:off x="1019" y="1155"/>
                <a:ext cx="4739" cy="12"/>
              </a:xfrm>
              <a:custGeom>
                <a:avLst/>
                <a:gdLst>
                  <a:gd name="T0" fmla="*/ 4724 w 4724"/>
                  <a:gd name="T1" fmla="*/ 0 h 12"/>
                  <a:gd name="T2" fmla="*/ 0 w 4724"/>
                  <a:gd name="T3" fmla="*/ 0 h 12"/>
                  <a:gd name="T4" fmla="*/ 0 w 4724"/>
                  <a:gd name="T5" fmla="*/ 12 h 12"/>
                  <a:gd name="T6" fmla="*/ 4724 w 4724"/>
                  <a:gd name="T7" fmla="*/ 12 h 12"/>
                  <a:gd name="T8" fmla="*/ 4724 w 4724"/>
                  <a:gd name="T9" fmla="*/ 0 h 12"/>
                  <a:gd name="T10" fmla="*/ 4724 w 4724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724" h="12">
                    <a:moveTo>
                      <a:pt x="4724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4724" y="12"/>
                    </a:lnTo>
                    <a:lnTo>
                      <a:pt x="4724" y="0"/>
                    </a:lnTo>
                    <a:lnTo>
                      <a:pt x="47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629" name="Freeform 13"/>
              <p:cNvSpPr>
                <a:spLocks/>
              </p:cNvSpPr>
              <p:nvPr/>
            </p:nvSpPr>
            <p:spPr bwMode="ltGray">
              <a:xfrm>
                <a:off x="552" y="1371"/>
                <a:ext cx="12" cy="252"/>
              </a:xfrm>
              <a:custGeom>
                <a:avLst/>
                <a:gdLst>
                  <a:gd name="T0" fmla="*/ 0 w 12"/>
                  <a:gd name="T1" fmla="*/ 252 h 252"/>
                  <a:gd name="T2" fmla="*/ 12 w 12"/>
                  <a:gd name="T3" fmla="*/ 252 h 252"/>
                  <a:gd name="T4" fmla="*/ 12 w 12"/>
                  <a:gd name="T5" fmla="*/ 0 h 252"/>
                  <a:gd name="T6" fmla="*/ 0 w 12"/>
                  <a:gd name="T7" fmla="*/ 0 h 252"/>
                  <a:gd name="T8" fmla="*/ 0 w 12"/>
                  <a:gd name="T9" fmla="*/ 252 h 252"/>
                  <a:gd name="T10" fmla="*/ 0 w 12"/>
                  <a:gd name="T11" fmla="*/ 252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0" y="252"/>
                    </a:moveTo>
                    <a:lnTo>
                      <a:pt x="12" y="252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52"/>
                    </a:lnTo>
                    <a:lnTo>
                      <a:pt x="0" y="25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630" name="Freeform 14"/>
              <p:cNvSpPr>
                <a:spLocks/>
              </p:cNvSpPr>
              <p:nvPr/>
            </p:nvSpPr>
            <p:spPr bwMode="ltGray">
              <a:xfrm>
                <a:off x="552" y="699"/>
                <a:ext cx="12" cy="252"/>
              </a:xfrm>
              <a:custGeom>
                <a:avLst/>
                <a:gdLst>
                  <a:gd name="T0" fmla="*/ 12 w 12"/>
                  <a:gd name="T1" fmla="*/ 0 h 252"/>
                  <a:gd name="T2" fmla="*/ 0 w 12"/>
                  <a:gd name="T3" fmla="*/ 0 h 252"/>
                  <a:gd name="T4" fmla="*/ 0 w 12"/>
                  <a:gd name="T5" fmla="*/ 252 h 252"/>
                  <a:gd name="T6" fmla="*/ 12 w 12"/>
                  <a:gd name="T7" fmla="*/ 252 h 252"/>
                  <a:gd name="T8" fmla="*/ 12 w 12"/>
                  <a:gd name="T9" fmla="*/ 0 h 252"/>
                  <a:gd name="T10" fmla="*/ 12 w 12"/>
                  <a:gd name="T11" fmla="*/ 0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12" y="0"/>
                    </a:moveTo>
                    <a:lnTo>
                      <a:pt x="0" y="0"/>
                    </a:lnTo>
                    <a:lnTo>
                      <a:pt x="0" y="252"/>
                    </a:lnTo>
                    <a:lnTo>
                      <a:pt x="12" y="252"/>
                    </a:lnTo>
                    <a:lnTo>
                      <a:pt x="12" y="0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631" name="Freeform 15"/>
              <p:cNvSpPr>
                <a:spLocks/>
              </p:cNvSpPr>
              <p:nvPr/>
            </p:nvSpPr>
            <p:spPr bwMode="ltGray">
              <a:xfrm>
                <a:off x="348" y="1155"/>
                <a:ext cx="419" cy="12"/>
              </a:xfrm>
              <a:custGeom>
                <a:avLst/>
                <a:gdLst>
                  <a:gd name="T0" fmla="*/ 0 w 418"/>
                  <a:gd name="T1" fmla="*/ 0 h 12"/>
                  <a:gd name="T2" fmla="*/ 0 w 418"/>
                  <a:gd name="T3" fmla="*/ 12 h 12"/>
                  <a:gd name="T4" fmla="*/ 418 w 418"/>
                  <a:gd name="T5" fmla="*/ 12 h 12"/>
                  <a:gd name="T6" fmla="*/ 418 w 418"/>
                  <a:gd name="T7" fmla="*/ 0 h 12"/>
                  <a:gd name="T8" fmla="*/ 0 w 418"/>
                  <a:gd name="T9" fmla="*/ 0 h 12"/>
                  <a:gd name="T10" fmla="*/ 0 w 418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8" h="12">
                    <a:moveTo>
                      <a:pt x="0" y="0"/>
                    </a:moveTo>
                    <a:lnTo>
                      <a:pt x="0" y="12"/>
                    </a:lnTo>
                    <a:lnTo>
                      <a:pt x="418" y="12"/>
                    </a:lnTo>
                    <a:lnTo>
                      <a:pt x="418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11632" name="Rectangle 16"/>
          <p:cNvSpPr>
            <a:spLocks noGrp="1" noChangeArrowheads="1"/>
          </p:cNvSpPr>
          <p:nvPr>
            <p:ph type="ctrTitle" sz="quarter"/>
          </p:nvPr>
        </p:nvSpPr>
        <p:spPr>
          <a:xfrm>
            <a:off x="1066800" y="1997075"/>
            <a:ext cx="7086600" cy="1431925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</a:p>
        </p:txBody>
      </p:sp>
      <p:sp>
        <p:nvSpPr>
          <p:cNvPr id="111633" name="Rectangle 1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066800" y="3886200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</a:p>
        </p:txBody>
      </p:sp>
      <p:sp>
        <p:nvSpPr>
          <p:cNvPr id="111634" name="Rectangle 18"/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111635" name="Rectangle 19"/>
          <p:cNvSpPr>
            <a:spLocks noGrp="1" noChangeArrowheads="1"/>
          </p:cNvSpPr>
          <p:nvPr>
            <p:ph type="ftr" sz="quarter" idx="3"/>
          </p:nvPr>
        </p:nvSpPr>
        <p:spPr>
          <a:xfrm>
            <a:off x="33528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111636" name="Rectangle 20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FCBF9877-60DA-411E-ADA9-8322F6788FCB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EFCAFC-9924-4E96-8895-86B3EBD527C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2169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0D75BF-BD47-40E5-AF20-A3D3EA9C349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22387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066800" y="1981200"/>
            <a:ext cx="36957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14900" y="1981200"/>
            <a:ext cx="36957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EA10BF-BBB1-408C-A42D-5B4DDEE3FA3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4451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709943-4811-4D4E-BEDE-9A1DAB19A1B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8330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BF833B-EDC2-494A-A1D3-A5C6F77C39D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0780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9623CD-2907-44B4-ACD6-670A40CCD96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30287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E82F74-F7BD-464F-9452-AD1B529A1FA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50190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CD9F4C-C389-41EC-AE37-A7003968725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13488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C91C69-8D4C-40DC-9CBC-3A660F921E9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38933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24650" y="304800"/>
            <a:ext cx="1885950" cy="57912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066800" y="304800"/>
            <a:ext cx="5505450" cy="57912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EF6ECF-C046-4970-B4F7-6B13E33B841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79687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594" name="Group 2"/>
          <p:cNvGrpSpPr>
            <a:grpSpLocks/>
          </p:cNvGrpSpPr>
          <p:nvPr/>
        </p:nvGrpSpPr>
        <p:grpSpPr bwMode="auto">
          <a:xfrm>
            <a:off x="0" y="6350"/>
            <a:ext cx="9140825" cy="6851650"/>
            <a:chOff x="0" y="4"/>
            <a:chExt cx="5758" cy="4316"/>
          </a:xfrm>
        </p:grpSpPr>
        <p:sp>
          <p:nvSpPr>
            <p:cNvPr id="110595" name="Freeform 3"/>
            <p:cNvSpPr>
              <a:spLocks/>
            </p:cNvSpPr>
            <p:nvPr/>
          </p:nvSpPr>
          <p:spPr bwMode="hidden">
            <a:xfrm>
              <a:off x="558" y="1161"/>
              <a:ext cx="5200" cy="3159"/>
            </a:xfrm>
            <a:custGeom>
              <a:avLst/>
              <a:gdLst>
                <a:gd name="T0" fmla="*/ 0 w 5184"/>
                <a:gd name="T1" fmla="*/ 3159 h 3159"/>
                <a:gd name="T2" fmla="*/ 5184 w 5184"/>
                <a:gd name="T3" fmla="*/ 3159 h 3159"/>
                <a:gd name="T4" fmla="*/ 5184 w 5184"/>
                <a:gd name="T5" fmla="*/ 0 h 3159"/>
                <a:gd name="T6" fmla="*/ 0 w 5184"/>
                <a:gd name="T7" fmla="*/ 0 h 3159"/>
                <a:gd name="T8" fmla="*/ 0 w 5184"/>
                <a:gd name="T9" fmla="*/ 3159 h 3159"/>
                <a:gd name="T10" fmla="*/ 0 w 5184"/>
                <a:gd name="T11" fmla="*/ 3159 h 3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84" h="3159">
                  <a:moveTo>
                    <a:pt x="0" y="3159"/>
                  </a:moveTo>
                  <a:lnTo>
                    <a:pt x="5184" y="3159"/>
                  </a:lnTo>
                  <a:lnTo>
                    <a:pt x="5184" y="0"/>
                  </a:lnTo>
                  <a:lnTo>
                    <a:pt x="0" y="0"/>
                  </a:lnTo>
                  <a:lnTo>
                    <a:pt x="0" y="3159"/>
                  </a:lnTo>
                  <a:lnTo>
                    <a:pt x="0" y="315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596" name="Freeform 4"/>
            <p:cNvSpPr>
              <a:spLocks/>
            </p:cNvSpPr>
            <p:nvPr/>
          </p:nvSpPr>
          <p:spPr bwMode="hidden">
            <a:xfrm>
              <a:off x="0" y="1161"/>
              <a:ext cx="558" cy="3159"/>
            </a:xfrm>
            <a:custGeom>
              <a:avLst/>
              <a:gdLst>
                <a:gd name="T0" fmla="*/ 0 w 556"/>
                <a:gd name="T1" fmla="*/ 0 h 3159"/>
                <a:gd name="T2" fmla="*/ 0 w 556"/>
                <a:gd name="T3" fmla="*/ 3159 h 3159"/>
                <a:gd name="T4" fmla="*/ 556 w 556"/>
                <a:gd name="T5" fmla="*/ 3159 h 3159"/>
                <a:gd name="T6" fmla="*/ 556 w 556"/>
                <a:gd name="T7" fmla="*/ 0 h 3159"/>
                <a:gd name="T8" fmla="*/ 0 w 556"/>
                <a:gd name="T9" fmla="*/ 0 h 3159"/>
                <a:gd name="T10" fmla="*/ 0 w 556"/>
                <a:gd name="T11" fmla="*/ 0 h 3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56" h="3159">
                  <a:moveTo>
                    <a:pt x="0" y="0"/>
                  </a:moveTo>
                  <a:lnTo>
                    <a:pt x="0" y="3159"/>
                  </a:lnTo>
                  <a:lnTo>
                    <a:pt x="556" y="3159"/>
                  </a:lnTo>
                  <a:lnTo>
                    <a:pt x="55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10597" name="Group 5"/>
            <p:cNvGrpSpPr>
              <a:grpSpLocks/>
            </p:cNvGrpSpPr>
            <p:nvPr userDrawn="1"/>
          </p:nvGrpSpPr>
          <p:grpSpPr bwMode="auto">
            <a:xfrm>
              <a:off x="0" y="4"/>
              <a:ext cx="5758" cy="4316"/>
              <a:chOff x="0" y="4"/>
              <a:chExt cx="5758" cy="4316"/>
            </a:xfrm>
          </p:grpSpPr>
          <p:sp>
            <p:nvSpPr>
              <p:cNvPr id="110598" name="Freeform 6"/>
              <p:cNvSpPr>
                <a:spLocks/>
              </p:cNvSpPr>
              <p:nvPr/>
            </p:nvSpPr>
            <p:spPr bwMode="ltGray">
              <a:xfrm>
                <a:off x="552" y="4"/>
                <a:ext cx="12" cy="695"/>
              </a:xfrm>
              <a:custGeom>
                <a:avLst/>
                <a:gdLst>
                  <a:gd name="T0" fmla="*/ 12 w 12"/>
                  <a:gd name="T1" fmla="*/ 0 h 695"/>
                  <a:gd name="T2" fmla="*/ 0 w 12"/>
                  <a:gd name="T3" fmla="*/ 0 h 695"/>
                  <a:gd name="T4" fmla="*/ 0 w 12"/>
                  <a:gd name="T5" fmla="*/ 695 h 695"/>
                  <a:gd name="T6" fmla="*/ 12 w 12"/>
                  <a:gd name="T7" fmla="*/ 695 h 695"/>
                  <a:gd name="T8" fmla="*/ 12 w 12"/>
                  <a:gd name="T9" fmla="*/ 0 h 695"/>
                  <a:gd name="T10" fmla="*/ 12 w 12"/>
                  <a:gd name="T11" fmla="*/ 0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695">
                    <a:moveTo>
                      <a:pt x="12" y="0"/>
                    </a:moveTo>
                    <a:lnTo>
                      <a:pt x="0" y="0"/>
                    </a:lnTo>
                    <a:lnTo>
                      <a:pt x="0" y="695"/>
                    </a:lnTo>
                    <a:lnTo>
                      <a:pt x="12" y="695"/>
                    </a:lnTo>
                    <a:lnTo>
                      <a:pt x="12" y="0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599" name="Freeform 7"/>
              <p:cNvSpPr>
                <a:spLocks/>
              </p:cNvSpPr>
              <p:nvPr/>
            </p:nvSpPr>
            <p:spPr bwMode="ltGray">
              <a:xfrm>
                <a:off x="552" y="1623"/>
                <a:ext cx="12" cy="2697"/>
              </a:xfrm>
              <a:custGeom>
                <a:avLst/>
                <a:gdLst>
                  <a:gd name="T0" fmla="*/ 0 w 12"/>
                  <a:gd name="T1" fmla="*/ 2697 h 2697"/>
                  <a:gd name="T2" fmla="*/ 12 w 12"/>
                  <a:gd name="T3" fmla="*/ 2697 h 2697"/>
                  <a:gd name="T4" fmla="*/ 12 w 12"/>
                  <a:gd name="T5" fmla="*/ 0 h 2697"/>
                  <a:gd name="T6" fmla="*/ 0 w 12"/>
                  <a:gd name="T7" fmla="*/ 0 h 2697"/>
                  <a:gd name="T8" fmla="*/ 0 w 12"/>
                  <a:gd name="T9" fmla="*/ 2697 h 2697"/>
                  <a:gd name="T10" fmla="*/ 0 w 12"/>
                  <a:gd name="T11" fmla="*/ 2697 h 26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697">
                    <a:moveTo>
                      <a:pt x="0" y="2697"/>
                    </a:moveTo>
                    <a:lnTo>
                      <a:pt x="12" y="2697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697"/>
                    </a:lnTo>
                    <a:lnTo>
                      <a:pt x="0" y="269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0" name="Freeform 8"/>
              <p:cNvSpPr>
                <a:spLocks/>
              </p:cNvSpPr>
              <p:nvPr/>
            </p:nvSpPr>
            <p:spPr bwMode="ltGray">
              <a:xfrm>
                <a:off x="1019" y="1155"/>
                <a:ext cx="4739" cy="12"/>
              </a:xfrm>
              <a:custGeom>
                <a:avLst/>
                <a:gdLst>
                  <a:gd name="T0" fmla="*/ 4724 w 4724"/>
                  <a:gd name="T1" fmla="*/ 0 h 12"/>
                  <a:gd name="T2" fmla="*/ 0 w 4724"/>
                  <a:gd name="T3" fmla="*/ 0 h 12"/>
                  <a:gd name="T4" fmla="*/ 0 w 4724"/>
                  <a:gd name="T5" fmla="*/ 12 h 12"/>
                  <a:gd name="T6" fmla="*/ 4724 w 4724"/>
                  <a:gd name="T7" fmla="*/ 12 h 12"/>
                  <a:gd name="T8" fmla="*/ 4724 w 4724"/>
                  <a:gd name="T9" fmla="*/ 0 h 12"/>
                  <a:gd name="T10" fmla="*/ 4724 w 4724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724" h="12">
                    <a:moveTo>
                      <a:pt x="4724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4724" y="12"/>
                    </a:lnTo>
                    <a:lnTo>
                      <a:pt x="4724" y="0"/>
                    </a:lnTo>
                    <a:lnTo>
                      <a:pt x="47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1" name="Freeform 9"/>
              <p:cNvSpPr>
                <a:spLocks/>
              </p:cNvSpPr>
              <p:nvPr/>
            </p:nvSpPr>
            <p:spPr bwMode="ltGray">
              <a:xfrm>
                <a:off x="552" y="1371"/>
                <a:ext cx="12" cy="252"/>
              </a:xfrm>
              <a:custGeom>
                <a:avLst/>
                <a:gdLst>
                  <a:gd name="T0" fmla="*/ 0 w 12"/>
                  <a:gd name="T1" fmla="*/ 252 h 252"/>
                  <a:gd name="T2" fmla="*/ 12 w 12"/>
                  <a:gd name="T3" fmla="*/ 252 h 252"/>
                  <a:gd name="T4" fmla="*/ 12 w 12"/>
                  <a:gd name="T5" fmla="*/ 0 h 252"/>
                  <a:gd name="T6" fmla="*/ 0 w 12"/>
                  <a:gd name="T7" fmla="*/ 0 h 252"/>
                  <a:gd name="T8" fmla="*/ 0 w 12"/>
                  <a:gd name="T9" fmla="*/ 252 h 252"/>
                  <a:gd name="T10" fmla="*/ 0 w 12"/>
                  <a:gd name="T11" fmla="*/ 252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0" y="252"/>
                    </a:moveTo>
                    <a:lnTo>
                      <a:pt x="12" y="252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52"/>
                    </a:lnTo>
                    <a:lnTo>
                      <a:pt x="0" y="25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2" name="Freeform 10"/>
              <p:cNvSpPr>
                <a:spLocks/>
              </p:cNvSpPr>
              <p:nvPr/>
            </p:nvSpPr>
            <p:spPr bwMode="ltGray">
              <a:xfrm>
                <a:off x="552" y="699"/>
                <a:ext cx="12" cy="252"/>
              </a:xfrm>
              <a:custGeom>
                <a:avLst/>
                <a:gdLst>
                  <a:gd name="T0" fmla="*/ 12 w 12"/>
                  <a:gd name="T1" fmla="*/ 0 h 252"/>
                  <a:gd name="T2" fmla="*/ 0 w 12"/>
                  <a:gd name="T3" fmla="*/ 0 h 252"/>
                  <a:gd name="T4" fmla="*/ 0 w 12"/>
                  <a:gd name="T5" fmla="*/ 252 h 252"/>
                  <a:gd name="T6" fmla="*/ 12 w 12"/>
                  <a:gd name="T7" fmla="*/ 252 h 252"/>
                  <a:gd name="T8" fmla="*/ 12 w 12"/>
                  <a:gd name="T9" fmla="*/ 0 h 252"/>
                  <a:gd name="T10" fmla="*/ 12 w 12"/>
                  <a:gd name="T11" fmla="*/ 0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12" y="0"/>
                    </a:moveTo>
                    <a:lnTo>
                      <a:pt x="0" y="0"/>
                    </a:lnTo>
                    <a:lnTo>
                      <a:pt x="0" y="252"/>
                    </a:lnTo>
                    <a:lnTo>
                      <a:pt x="12" y="252"/>
                    </a:lnTo>
                    <a:lnTo>
                      <a:pt x="12" y="0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3" name="Freeform 11"/>
              <p:cNvSpPr>
                <a:spLocks/>
              </p:cNvSpPr>
              <p:nvPr/>
            </p:nvSpPr>
            <p:spPr bwMode="ltGray">
              <a:xfrm>
                <a:off x="552" y="951"/>
                <a:ext cx="12" cy="420"/>
              </a:xfrm>
              <a:custGeom>
                <a:avLst/>
                <a:gdLst>
                  <a:gd name="T0" fmla="*/ 0 w 12"/>
                  <a:gd name="T1" fmla="*/ 0 h 420"/>
                  <a:gd name="T2" fmla="*/ 0 w 12"/>
                  <a:gd name="T3" fmla="*/ 420 h 420"/>
                  <a:gd name="T4" fmla="*/ 12 w 12"/>
                  <a:gd name="T5" fmla="*/ 420 h 420"/>
                  <a:gd name="T6" fmla="*/ 12 w 12"/>
                  <a:gd name="T7" fmla="*/ 0 h 420"/>
                  <a:gd name="T8" fmla="*/ 0 w 12"/>
                  <a:gd name="T9" fmla="*/ 0 h 420"/>
                  <a:gd name="T10" fmla="*/ 0 w 12"/>
                  <a:gd name="T11" fmla="*/ 0 h 4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420">
                    <a:moveTo>
                      <a:pt x="0" y="0"/>
                    </a:moveTo>
                    <a:lnTo>
                      <a:pt x="0" y="420"/>
                    </a:lnTo>
                    <a:lnTo>
                      <a:pt x="12" y="42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4" name="Freeform 12"/>
              <p:cNvSpPr>
                <a:spLocks/>
              </p:cNvSpPr>
              <p:nvPr/>
            </p:nvSpPr>
            <p:spPr bwMode="ltGray">
              <a:xfrm>
                <a:off x="0" y="1155"/>
                <a:ext cx="351" cy="12"/>
              </a:xfrm>
              <a:custGeom>
                <a:avLst/>
                <a:gdLst>
                  <a:gd name="T0" fmla="*/ 0 w 251"/>
                  <a:gd name="T1" fmla="*/ 0 h 12"/>
                  <a:gd name="T2" fmla="*/ 0 w 251"/>
                  <a:gd name="T3" fmla="*/ 12 h 12"/>
                  <a:gd name="T4" fmla="*/ 251 w 251"/>
                  <a:gd name="T5" fmla="*/ 12 h 12"/>
                  <a:gd name="T6" fmla="*/ 251 w 251"/>
                  <a:gd name="T7" fmla="*/ 0 h 12"/>
                  <a:gd name="T8" fmla="*/ 0 w 251"/>
                  <a:gd name="T9" fmla="*/ 0 h 12"/>
                  <a:gd name="T10" fmla="*/ 0 w 251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51" h="12">
                    <a:moveTo>
                      <a:pt x="0" y="0"/>
                    </a:moveTo>
                    <a:lnTo>
                      <a:pt x="0" y="12"/>
                    </a:lnTo>
                    <a:lnTo>
                      <a:pt x="251" y="12"/>
                    </a:lnTo>
                    <a:lnTo>
                      <a:pt x="251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5" name="Freeform 13"/>
              <p:cNvSpPr>
                <a:spLocks/>
              </p:cNvSpPr>
              <p:nvPr/>
            </p:nvSpPr>
            <p:spPr bwMode="ltGray">
              <a:xfrm>
                <a:off x="767" y="1155"/>
                <a:ext cx="252" cy="12"/>
              </a:xfrm>
              <a:custGeom>
                <a:avLst/>
                <a:gdLst>
                  <a:gd name="T0" fmla="*/ 251 w 251"/>
                  <a:gd name="T1" fmla="*/ 0 h 12"/>
                  <a:gd name="T2" fmla="*/ 0 w 251"/>
                  <a:gd name="T3" fmla="*/ 0 h 12"/>
                  <a:gd name="T4" fmla="*/ 0 w 251"/>
                  <a:gd name="T5" fmla="*/ 12 h 12"/>
                  <a:gd name="T6" fmla="*/ 251 w 251"/>
                  <a:gd name="T7" fmla="*/ 12 h 12"/>
                  <a:gd name="T8" fmla="*/ 251 w 251"/>
                  <a:gd name="T9" fmla="*/ 0 h 12"/>
                  <a:gd name="T10" fmla="*/ 251 w 251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51" h="12">
                    <a:moveTo>
                      <a:pt x="251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251" y="12"/>
                    </a:lnTo>
                    <a:lnTo>
                      <a:pt x="251" y="0"/>
                    </a:lnTo>
                    <a:lnTo>
                      <a:pt x="25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6" name="Freeform 14"/>
              <p:cNvSpPr>
                <a:spLocks/>
              </p:cNvSpPr>
              <p:nvPr/>
            </p:nvSpPr>
            <p:spPr bwMode="ltGray">
              <a:xfrm>
                <a:off x="348" y="1155"/>
                <a:ext cx="419" cy="12"/>
              </a:xfrm>
              <a:custGeom>
                <a:avLst/>
                <a:gdLst>
                  <a:gd name="T0" fmla="*/ 0 w 418"/>
                  <a:gd name="T1" fmla="*/ 0 h 12"/>
                  <a:gd name="T2" fmla="*/ 0 w 418"/>
                  <a:gd name="T3" fmla="*/ 12 h 12"/>
                  <a:gd name="T4" fmla="*/ 418 w 418"/>
                  <a:gd name="T5" fmla="*/ 12 h 12"/>
                  <a:gd name="T6" fmla="*/ 418 w 418"/>
                  <a:gd name="T7" fmla="*/ 0 h 12"/>
                  <a:gd name="T8" fmla="*/ 0 w 418"/>
                  <a:gd name="T9" fmla="*/ 0 h 12"/>
                  <a:gd name="T10" fmla="*/ 0 w 418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8" h="12">
                    <a:moveTo>
                      <a:pt x="0" y="0"/>
                    </a:moveTo>
                    <a:lnTo>
                      <a:pt x="0" y="12"/>
                    </a:lnTo>
                    <a:lnTo>
                      <a:pt x="418" y="12"/>
                    </a:lnTo>
                    <a:lnTo>
                      <a:pt x="418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10607" name="Rectangle 15"/>
          <p:cNvSpPr>
            <a:spLocks noGrp="1" noChangeArrowheads="1"/>
          </p:cNvSpPr>
          <p:nvPr>
            <p:ph type="title"/>
          </p:nvPr>
        </p:nvSpPr>
        <p:spPr bwMode="auto">
          <a:xfrm>
            <a:off x="1066800" y="304800"/>
            <a:ext cx="7543800" cy="1431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10608" name="Rectangle 1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66800" y="1981200"/>
            <a:ext cx="75438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10609" name="Rectangle 1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66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zh-CN"/>
          </a:p>
        </p:txBody>
      </p:sp>
      <p:sp>
        <p:nvSpPr>
          <p:cNvPr id="110610" name="Rectangle 1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zh-CN"/>
          </a:p>
        </p:txBody>
      </p:sp>
      <p:sp>
        <p:nvSpPr>
          <p:cNvPr id="110611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fld id="{A734CF2C-61AA-46CF-A5B5-B50E030DDE74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宋体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宋体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宋体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4091" y="2521105"/>
            <a:ext cx="2822693" cy="3023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133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成都公交车自燃事件后，不管出门是坐公交车还是地铁，很多人安全意识有了很大提高。但在日前健康时报联合新浪网健康频道进行的有</a:t>
            </a:r>
            <a:r>
              <a:rPr lang="en-US" altLang="zh-CN"/>
              <a:t>7540</a:t>
            </a:r>
            <a:r>
              <a:rPr lang="zh-CN" altLang="en-US"/>
              <a:t>人参与的调查中，发现还是有不少人对安全出行缺乏基本的常识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1187624" y="620689"/>
            <a:ext cx="7086600" cy="1008112"/>
          </a:xfrm>
        </p:spPr>
        <p:txBody>
          <a:bodyPr/>
          <a:lstStyle/>
          <a:p>
            <a:r>
              <a:rPr lang="zh-CN" altLang="en-US" b="0" dirty="0"/>
              <a:t>公交车逃生</a:t>
            </a:r>
          </a:p>
        </p:txBody>
      </p:sp>
      <p:sp>
        <p:nvSpPr>
          <p:cNvPr id="134147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115616" y="2564904"/>
            <a:ext cx="6400800" cy="2664296"/>
          </a:xfrm>
        </p:spPr>
        <p:txBody>
          <a:bodyPr/>
          <a:lstStyle/>
          <a:p>
            <a:pPr marL="457200" indent="-457200">
              <a:buFont typeface="Arial" pitchFamily="34" charset="0"/>
              <a:buChar char="•"/>
            </a:pPr>
            <a:r>
              <a:rPr lang="zh-CN" altLang="en-US" sz="2800" dirty="0" smtClean="0"/>
              <a:t>如</a:t>
            </a:r>
            <a:r>
              <a:rPr lang="zh-CN" altLang="en-US" sz="2800" dirty="0"/>
              <a:t>有异响或异味，乘客应提醒司机熄火停车。查找起火点，并用灭火器灭火。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zh-CN" altLang="en-US" sz="2800" dirty="0"/>
              <a:t>发生事故时，要等车停稳后从车门处迅速逃到车外</a:t>
            </a:r>
            <a:r>
              <a:rPr lang="zh-CN" altLang="en-US" sz="2800" dirty="0" smtClean="0"/>
              <a:t>。如果</a:t>
            </a:r>
            <a:r>
              <a:rPr lang="zh-CN" altLang="en-US" sz="2800" dirty="0"/>
              <a:t>车门打不开，</a:t>
            </a:r>
            <a:r>
              <a:rPr lang="zh-CN" altLang="en-US" sz="2800" dirty="0" smtClean="0"/>
              <a:t>要使用</a:t>
            </a:r>
            <a:r>
              <a:rPr lang="zh-CN" altLang="en-US" sz="2800" dirty="0"/>
              <a:t>逃生锤打碎玻璃从窗户逃生。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地铁逃生只有</a:t>
            </a:r>
            <a:r>
              <a:rPr lang="en-US" altLang="zh-CN"/>
              <a:t>5</a:t>
            </a:r>
            <a:r>
              <a:rPr lang="zh-CN" altLang="en-US"/>
              <a:t>分钟</a:t>
            </a:r>
          </a:p>
        </p:txBody>
      </p:sp>
      <p:sp>
        <p:nvSpPr>
          <p:cNvPr id="135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400" dirty="0" smtClean="0"/>
              <a:t>地铁</a:t>
            </a:r>
            <a:r>
              <a:rPr lang="zh-CN" altLang="en-US" sz="2400" dirty="0"/>
              <a:t>发生</a:t>
            </a:r>
            <a:r>
              <a:rPr lang="zh-CN" altLang="en-US" sz="2400" dirty="0" smtClean="0"/>
              <a:t>火灾只有</a:t>
            </a:r>
            <a:r>
              <a:rPr lang="en-US" altLang="zh-CN" sz="2400" dirty="0"/>
              <a:t>5</a:t>
            </a:r>
            <a:r>
              <a:rPr lang="zh-CN" altLang="en-US" sz="2400" dirty="0"/>
              <a:t>分钟逃生时间</a:t>
            </a:r>
            <a:r>
              <a:rPr lang="zh-CN" altLang="en-US" sz="2400" dirty="0" smtClean="0"/>
              <a:t>。遇车厢起火等</a:t>
            </a:r>
            <a:r>
              <a:rPr lang="zh-CN" altLang="en-US" sz="2400" dirty="0"/>
              <a:t>异常情况</a:t>
            </a:r>
            <a:r>
              <a:rPr lang="zh-CN" altLang="en-US" sz="2400" dirty="0" smtClean="0"/>
              <a:t>，立即按</a:t>
            </a:r>
            <a:r>
              <a:rPr lang="zh-CN" altLang="en-US" sz="2400" dirty="0"/>
              <a:t>动车厢</a:t>
            </a:r>
            <a:r>
              <a:rPr lang="zh-CN" altLang="en-US" sz="2400" dirty="0" smtClean="0"/>
              <a:t>两端报警器报警司机</a:t>
            </a:r>
            <a:r>
              <a:rPr lang="zh-CN" altLang="en-US" sz="2400" dirty="0"/>
              <a:t>，同时立即拨打</a:t>
            </a:r>
            <a:r>
              <a:rPr lang="en-US" altLang="zh-CN" sz="2400" dirty="0"/>
              <a:t>119</a:t>
            </a:r>
            <a:r>
              <a:rPr lang="zh-CN" altLang="en-US" sz="2400" dirty="0" smtClean="0"/>
              <a:t>，并用车厢内灭火器，将</a:t>
            </a:r>
            <a:r>
              <a:rPr lang="zh-CN" altLang="en-US" sz="2400" dirty="0"/>
              <a:t>小火消灭在萌芽之中。</a:t>
            </a:r>
          </a:p>
          <a:p>
            <a:pPr>
              <a:lnSpc>
                <a:spcPct val="90000"/>
              </a:lnSpc>
            </a:pPr>
            <a:r>
              <a:rPr lang="zh-CN" altLang="en-US" sz="2400" dirty="0" smtClean="0"/>
              <a:t>一定</a:t>
            </a:r>
            <a:r>
              <a:rPr lang="zh-CN" altLang="en-US" sz="2400" dirty="0"/>
              <a:t>要等到车停稳车门打开再逃离</a:t>
            </a:r>
            <a:r>
              <a:rPr lang="zh-CN" altLang="en-US" sz="2400" dirty="0" smtClean="0"/>
              <a:t>，逃离</a:t>
            </a:r>
            <a:r>
              <a:rPr lang="zh-CN" altLang="en-US" sz="2400" dirty="0"/>
              <a:t>时应该贴近地面逃离，用湿衣或毛巾捂住口鼻，避免吸入烟尘等</a:t>
            </a:r>
            <a:r>
              <a:rPr lang="zh-CN" altLang="en-US" sz="2400" dirty="0" smtClean="0"/>
              <a:t>，</a:t>
            </a:r>
            <a:endParaRPr lang="en-US" altLang="zh-CN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">
  <a:themeElements>
    <a:clrScheme name="default 2">
      <a:dk1>
        <a:srgbClr val="000099"/>
      </a:dk1>
      <a:lt1>
        <a:srgbClr val="FFFFFF"/>
      </a:lt1>
      <a:dk2>
        <a:srgbClr val="000066"/>
      </a:dk2>
      <a:lt2>
        <a:srgbClr val="EAEAEA"/>
      </a:lt2>
      <a:accent1>
        <a:srgbClr val="66CCFF"/>
      </a:accent1>
      <a:accent2>
        <a:srgbClr val="0066FF"/>
      </a:accent2>
      <a:accent3>
        <a:srgbClr val="AAAAB8"/>
      </a:accent3>
      <a:accent4>
        <a:srgbClr val="DADADA"/>
      </a:accent4>
      <a:accent5>
        <a:srgbClr val="B8E2FF"/>
      </a:accent5>
      <a:accent6>
        <a:srgbClr val="005CE7"/>
      </a:accent6>
      <a:hlink>
        <a:srgbClr val="FFFFCC"/>
      </a:hlink>
      <a:folHlink>
        <a:srgbClr val="99CC00"/>
      </a:folHlink>
    </a:clrScheme>
    <a:fontScheme name="defaul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1">
        <a:dk1>
          <a:srgbClr val="BD3737"/>
        </a:dk1>
        <a:lt1>
          <a:srgbClr val="FFFFFF"/>
        </a:lt1>
        <a:dk2>
          <a:srgbClr val="721E1E"/>
        </a:dk2>
        <a:lt2>
          <a:srgbClr val="FFCC00"/>
        </a:lt2>
        <a:accent1>
          <a:srgbClr val="FF6600"/>
        </a:accent1>
        <a:accent2>
          <a:srgbClr val="CC3300"/>
        </a:accent2>
        <a:accent3>
          <a:srgbClr val="BCABAB"/>
        </a:accent3>
        <a:accent4>
          <a:srgbClr val="DADADA"/>
        </a:accent4>
        <a:accent5>
          <a:srgbClr val="FFB8AA"/>
        </a:accent5>
        <a:accent6>
          <a:srgbClr val="B92D00"/>
        </a:accent6>
        <a:hlink>
          <a:srgbClr val="F7CC2F"/>
        </a:hlink>
        <a:folHlink>
          <a:srgbClr val="C7C6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2">
        <a:dk1>
          <a:srgbClr val="000099"/>
        </a:dk1>
        <a:lt1>
          <a:srgbClr val="FFFFFF"/>
        </a:lt1>
        <a:dk2>
          <a:srgbClr val="000066"/>
        </a:dk2>
        <a:lt2>
          <a:srgbClr val="EAEAEA"/>
        </a:lt2>
        <a:accent1>
          <a:srgbClr val="66CCFF"/>
        </a:accent1>
        <a:accent2>
          <a:srgbClr val="0066FF"/>
        </a:accent2>
        <a:accent3>
          <a:srgbClr val="AAAAB8"/>
        </a:accent3>
        <a:accent4>
          <a:srgbClr val="DADADA"/>
        </a:accent4>
        <a:accent5>
          <a:srgbClr val="B8E2FF"/>
        </a:accent5>
        <a:accent6>
          <a:srgbClr val="005CE7"/>
        </a:accent6>
        <a:hlink>
          <a:srgbClr val="FFFFCC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3">
        <a:dk1>
          <a:srgbClr val="6600CC"/>
        </a:dk1>
        <a:lt1>
          <a:srgbClr val="FFFFFF"/>
        </a:lt1>
        <a:dk2>
          <a:srgbClr val="4B0096"/>
        </a:dk2>
        <a:lt2>
          <a:srgbClr val="CDD7DF"/>
        </a:lt2>
        <a:accent1>
          <a:srgbClr val="9999FF"/>
        </a:accent1>
        <a:accent2>
          <a:srgbClr val="7850BA"/>
        </a:accent2>
        <a:accent3>
          <a:srgbClr val="B1AAC9"/>
        </a:accent3>
        <a:accent4>
          <a:srgbClr val="DADADA"/>
        </a:accent4>
        <a:accent5>
          <a:srgbClr val="CACAFF"/>
        </a:accent5>
        <a:accent6>
          <a:srgbClr val="6C48A8"/>
        </a:accent6>
        <a:hlink>
          <a:srgbClr val="00CCFF"/>
        </a:hlink>
        <a:folHlink>
          <a:srgbClr val="0796B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4">
        <a:dk1>
          <a:srgbClr val="55863C"/>
        </a:dk1>
        <a:lt1>
          <a:srgbClr val="FFFFFF"/>
        </a:lt1>
        <a:dk2>
          <a:srgbClr val="375F2F"/>
        </a:dk2>
        <a:lt2>
          <a:srgbClr val="D1EFB3"/>
        </a:lt2>
        <a:accent1>
          <a:srgbClr val="00CC66"/>
        </a:accent1>
        <a:accent2>
          <a:srgbClr val="8EAC66"/>
        </a:accent2>
        <a:accent3>
          <a:srgbClr val="AEB6AD"/>
        </a:accent3>
        <a:accent4>
          <a:srgbClr val="DADADA"/>
        </a:accent4>
        <a:accent5>
          <a:srgbClr val="AAE2B8"/>
        </a:accent5>
        <a:accent6>
          <a:srgbClr val="809B5C"/>
        </a:accent6>
        <a:hlink>
          <a:srgbClr val="B4EF7F"/>
        </a:hlink>
        <a:folHlink>
          <a:srgbClr val="F8F6A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5">
        <a:dk1>
          <a:srgbClr val="588073"/>
        </a:dk1>
        <a:lt1>
          <a:srgbClr val="FFFFFF"/>
        </a:lt1>
        <a:dk2>
          <a:srgbClr val="486768"/>
        </a:dk2>
        <a:lt2>
          <a:srgbClr val="DDDDDD"/>
        </a:lt2>
        <a:accent1>
          <a:srgbClr val="33CCCC"/>
        </a:accent1>
        <a:accent2>
          <a:srgbClr val="008871"/>
        </a:accent2>
        <a:accent3>
          <a:srgbClr val="B1B8B9"/>
        </a:accent3>
        <a:accent4>
          <a:srgbClr val="DADADA"/>
        </a:accent4>
        <a:accent5>
          <a:srgbClr val="ADE2E2"/>
        </a:accent5>
        <a:accent6>
          <a:srgbClr val="007B66"/>
        </a:accent6>
        <a:hlink>
          <a:srgbClr val="00CC99"/>
        </a:hlink>
        <a:folHlink>
          <a:srgbClr val="A8A8A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6">
        <a:dk1>
          <a:srgbClr val="6B6C75"/>
        </a:dk1>
        <a:lt1>
          <a:srgbClr val="FFFFFF"/>
        </a:lt1>
        <a:dk2>
          <a:srgbClr val="575863"/>
        </a:dk2>
        <a:lt2>
          <a:srgbClr val="FFFFCC"/>
        </a:lt2>
        <a:accent1>
          <a:srgbClr val="677481"/>
        </a:accent1>
        <a:accent2>
          <a:srgbClr val="697E5E"/>
        </a:accent2>
        <a:accent3>
          <a:srgbClr val="B4B4B7"/>
        </a:accent3>
        <a:accent4>
          <a:srgbClr val="DADADA"/>
        </a:accent4>
        <a:accent5>
          <a:srgbClr val="B8BCC1"/>
        </a:accent5>
        <a:accent6>
          <a:srgbClr val="5E7254"/>
        </a:accent6>
        <a:hlink>
          <a:srgbClr val="E9E77F"/>
        </a:hlink>
        <a:folHlink>
          <a:srgbClr val="D3A44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7">
        <a:dk1>
          <a:srgbClr val="000000"/>
        </a:dk1>
        <a:lt1>
          <a:srgbClr val="C4D6BE"/>
        </a:lt1>
        <a:dk2>
          <a:srgbClr val="339966"/>
        </a:dk2>
        <a:lt2>
          <a:srgbClr val="EFFBF0"/>
        </a:lt2>
        <a:accent1>
          <a:srgbClr val="DDDDDD"/>
        </a:accent1>
        <a:accent2>
          <a:srgbClr val="CCFF99"/>
        </a:accent2>
        <a:accent3>
          <a:srgbClr val="DEE8DB"/>
        </a:accent3>
        <a:accent4>
          <a:srgbClr val="000000"/>
        </a:accent4>
        <a:accent5>
          <a:srgbClr val="EBEBEB"/>
        </a:accent5>
        <a:accent6>
          <a:srgbClr val="B9E78A"/>
        </a:accent6>
        <a:hlink>
          <a:srgbClr val="009900"/>
        </a:hlink>
        <a:folHlink>
          <a:srgbClr val="33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8">
        <a:dk1>
          <a:srgbClr val="000000"/>
        </a:dk1>
        <a:lt1>
          <a:srgbClr val="D6DAE4"/>
        </a:lt1>
        <a:dk2>
          <a:srgbClr val="000099"/>
        </a:dk2>
        <a:lt2>
          <a:srgbClr val="FFFFFF"/>
        </a:lt2>
        <a:accent1>
          <a:srgbClr val="BFDEE3"/>
        </a:accent1>
        <a:accent2>
          <a:srgbClr val="C0C0C0"/>
        </a:accent2>
        <a:accent3>
          <a:srgbClr val="E8EAEF"/>
        </a:accent3>
        <a:accent4>
          <a:srgbClr val="000000"/>
        </a:accent4>
        <a:accent5>
          <a:srgbClr val="DCECEF"/>
        </a:accent5>
        <a:accent6>
          <a:srgbClr val="AEAEAE"/>
        </a:accent6>
        <a:hlink>
          <a:srgbClr val="3333CC"/>
        </a:hlink>
        <a:folHlink>
          <a:srgbClr val="5E93C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9">
        <a:dk1>
          <a:srgbClr val="4A2500"/>
        </a:dk1>
        <a:lt1>
          <a:srgbClr val="C2C0BA"/>
        </a:lt1>
        <a:dk2>
          <a:srgbClr val="788569"/>
        </a:dk2>
        <a:lt2>
          <a:srgbClr val="F4F4EC"/>
        </a:lt2>
        <a:accent1>
          <a:srgbClr val="E1DFC1"/>
        </a:accent1>
        <a:accent2>
          <a:srgbClr val="A5A7AF"/>
        </a:accent2>
        <a:accent3>
          <a:srgbClr val="DDDCD9"/>
        </a:accent3>
        <a:accent4>
          <a:srgbClr val="3E1E00"/>
        </a:accent4>
        <a:accent5>
          <a:srgbClr val="EEECDD"/>
        </a:accent5>
        <a:accent6>
          <a:srgbClr val="95979E"/>
        </a:accent6>
        <a:hlink>
          <a:srgbClr val="9C9800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</Template>
  <TotalTime>38</TotalTime>
  <Words>190</Words>
  <Application>Microsoft Office PowerPoint</Application>
  <PresentationFormat>全屏显示(4:3)</PresentationFormat>
  <Paragraphs>7</Paragraphs>
  <Slides>4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5" baseType="lpstr">
      <vt:lpstr>default</vt:lpstr>
      <vt:lpstr>PowerPoint 演示文稿</vt:lpstr>
      <vt:lpstr>PowerPoint 演示文稿</vt:lpstr>
      <vt:lpstr>公交车逃生</vt:lpstr>
      <vt:lpstr>地铁逃生只有5分钟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john</cp:lastModifiedBy>
  <cp:revision>6</cp:revision>
  <cp:lastPrinted>1601-01-01T00:00:00Z</cp:lastPrinted>
  <dcterms:created xsi:type="dcterms:W3CDTF">2009-07-23T08:37:14Z</dcterms:created>
  <dcterms:modified xsi:type="dcterms:W3CDTF">2020-06-12T08:54:46Z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7</vt:i4>
  </property>
</Properties>
</file>