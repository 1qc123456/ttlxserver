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3"/>
    <p:sldId id="256" r:id="rId4"/>
    <p:sldId id="257" r:id="rId5"/>
    <p:sldId id="259" r:id="rId6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7204472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3675460" y="752475"/>
            <a:ext cx="1793081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71700" y="1826578"/>
            <a:ext cx="5400600" cy="949878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71700" y="2826092"/>
            <a:ext cx="54006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278856" y="2284413"/>
            <a:ext cx="4586288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23888" y="3373606"/>
            <a:ext cx="7886700" cy="1061467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655676" y="4527773"/>
            <a:ext cx="5832648" cy="106146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2D2733-B305-4D60-8089-6493AFCFDE7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7204472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045106" y="2313806"/>
            <a:ext cx="5053789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满园春雪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2285" y="443230"/>
            <a:ext cx="8139430" cy="1306830"/>
          </a:xfrm>
        </p:spPr>
        <p:txBody>
          <a:bodyPr/>
          <a:p>
            <a:r>
              <a:rPr lang="zh-CN" altLang="en-US" sz="6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沁园春 雪</a:t>
            </a:r>
            <a:endParaRPr lang="zh-CN" altLang="en-US" sz="6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满园春雪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orient="vert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瑞雪兆丰年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满园春雪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满园春雪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满园春雪</a:t>
            </a:r>
            <a:endParaRPr lang="zh-CN" altLang="en-US"/>
          </a:p>
        </p:txBody>
      </p:sp>
      <p:pic>
        <p:nvPicPr>
          <p:cNvPr id="5" name="图片 4" descr="WPS演示017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030" y="206121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PP_MARK_KEY" val="045a4d65-97a3-491d-bffb-b5284dc49b12"/>
  <p:tag name="COMMONDATA" val="eyJoZGlkIjoiM2Q2NDY3ODBmZDEyZTZiNTFiOWYyZGE1YmNkNTA1NzM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全屏显示(4:3)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微软雅黑 Light</vt:lpstr>
      <vt:lpstr>楷体</vt:lpstr>
      <vt:lpstr>主题五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12</cp:revision>
  <dcterms:created xsi:type="dcterms:W3CDTF">2019-10-10T11:18:00Z</dcterms:created>
  <dcterms:modified xsi:type="dcterms:W3CDTF">2023-10-23T02:51:13Z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E54772E0033245D6B7E9960D8F6BFC61_12</vt:lpwstr>
  </property>
  <property fmtid="{D5CDD505-2E9C-101B-9397-08002B2CF9AE}" pid="3" name="KSOProductBuildVer">
    <vt:lpwstr>2052-11.1.0.14227</vt:lpwstr>
  </property>
</Properties>
</file>