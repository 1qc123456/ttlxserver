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瑞雪兆丰年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107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3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4</cp:revision>
  <dcterms:created xsi:type="dcterms:W3CDTF">2019-10-10T11:18:23Z</dcterms:created>
  <dcterms:modified xsi:type="dcterms:W3CDTF">2019-10-26T02:38:04Z</dcterms:modified>
</cp:coreProperties>
</file>