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20400" y="673200"/>
            <a:ext cx="6242400" cy="3787200"/>
          </a:xfrm>
        </p:spPr>
        <p:txBody>
          <a:bodyPr/>
          <a:p>
            <a:r>
              <a:rPr lang="zh-CN" altLang="zh-CN"/>
              <a:t>科技启航未来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279600" y="3124800"/>
            <a:ext cx="2818800" cy="990000"/>
          </a:xfrm>
        </p:spPr>
        <p:txBody>
          <a:bodyPr/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68900" y="1075055"/>
            <a:ext cx="609600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  <a:spcAft>
                <a:spcPts val="0"/>
              </a:spcAft>
            </a:pPr>
            <a:r>
              <a:rPr lang="zh-CN" altLang="en-US">
                <a:solidFill>
                  <a:schemeClr val="bg1"/>
                </a:solidFill>
                <a:latin typeface="+mn-ea"/>
                <a:sym typeface="+mn-ea"/>
              </a:rPr>
              <a:t>科技作为进步的基石，正以无尽的潜力引领我们驶向未来。在创新推动的时代大潮中，人工智能、量子计算、可再生能源等前沿领域不断发展，不仅重塑着当下，更为未来铺就发展道路。这些技术提升效率、优化流程、变革行业，促进经济增长，改善生活质量。拥抱科技的力量，我们向着更互联、可持续与繁荣的未来前行。</a:t>
            </a:r>
            <a:endParaRPr lang="zh-CN" altLang="en-US">
              <a:solidFill>
                <a:schemeClr val="bg1"/>
              </a:solidFill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4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科技启航未来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158</cp:revision>
  <dcterms:created xsi:type="dcterms:W3CDTF">2019-06-19T02:08:00Z</dcterms:created>
  <dcterms:modified xsi:type="dcterms:W3CDTF">2025-05-09T05:12:30Z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BBB356A1400E4212991BE375D84B3EF0_11</vt:lpwstr>
  </property>
</Properties>
</file>