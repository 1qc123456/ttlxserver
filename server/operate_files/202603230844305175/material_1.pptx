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srgbClr val="00B0F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8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27406586"/>
        <c:axId val="395366128"/>
      </c:lineChart>
      <c:catAx>
        <c:axId val="2274065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5366128"/>
        <c:crosses val="autoZero"/>
        <c:auto val="1"/>
        <c:lblAlgn val="ctr"/>
        <c:lblOffset val="100"/>
        <c:noMultiLvlLbl val="0"/>
      </c:catAx>
      <c:valAx>
        <c:axId val="395366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740658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a47a847-7b3a-46b3-88b7-c8c01731278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bg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21310" y="672465"/>
            <a:ext cx="6241415" cy="3787140"/>
          </a:xfrm>
        </p:spPr>
        <p:txBody>
          <a:bodyPr>
            <a:normAutofit/>
          </a:bodyPr>
          <a:p>
            <a:pPr algn="l"/>
            <a:r>
              <a:rPr lang="zh-CN" altLang="zh-CN" sz="11000">
                <a:blipFill>
                  <a:blip r:embed="rId1"/>
                  <a:stretch>
                    <a:fillRect/>
                  </a:stretch>
                </a:blip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科技启航未来</a:t>
            </a:r>
            <a:endParaRPr lang="zh-CN" altLang="zh-CN" sz="11000">
              <a:blipFill>
                <a:blip r:embed="rId1"/>
                <a:stretch>
                  <a:fillRect/>
                </a:stretch>
              </a:blip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278505" y="3125470"/>
            <a:ext cx="2818130" cy="989965"/>
          </a:xfrm>
        </p:spPr>
        <p:txBody>
          <a:bodyPr/>
          <a:p>
            <a:r>
              <a:rPr lang="zh-CN" altLang="en-US" sz="2000" b="1">
                <a:solidFill>
                  <a:schemeClr val="bg1"/>
                </a:solidFill>
                <a:latin typeface="MS PGothic" panose="020B0600070205080204" charset="-128"/>
                <a:ea typeface="MS PGothic" panose="020B0600070205080204" charset="-128"/>
              </a:rPr>
              <a:t>Technology sets sail for the future</a:t>
            </a:r>
            <a:endParaRPr lang="zh-CN" altLang="en-US" sz="2000" b="1">
              <a:solidFill>
                <a:schemeClr val="bg1"/>
              </a:solidFill>
              <a:latin typeface="MS PGothic" panose="020B0600070205080204" charset="-128"/>
              <a:ea typeface="MS PGothic" panose="020B0600070205080204" charset="-128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wedge/>
        <p:sndAc>
          <p:stSnd>
            <p:snd r:embed="rId5" name="chimes.wav"/>
          </p:stSnd>
        </p:sndAc>
      </p:transition>
    </mc:Choice>
    <mc:Fallback>
      <p:transition spd="slow" advClick="0" advTm="3000">
        <p:wedge/>
        <p:sndAc>
          <p:stSnd>
            <p:snd r:embed="rId5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屏幕截图 2025-05-07 100908"/>
          <p:cNvPicPr/>
          <p:nvPr/>
        </p:nvPicPr>
        <p:blipFill>
          <a:blip r:embed="rId2"/>
          <a:stretch>
            <a:fillRect/>
          </a:stretch>
        </p:blipFill>
        <p:spPr>
          <a:xfrm>
            <a:off x="720000" y="1368000"/>
            <a:ext cx="5580000" cy="5039235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6" name="文本框 5"/>
          <p:cNvSpPr txBox="1"/>
          <p:nvPr/>
        </p:nvSpPr>
        <p:spPr>
          <a:xfrm>
            <a:off x="6372860" y="615315"/>
            <a:ext cx="5624830" cy="5238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635000" algn="ctr" fontAlgn="auto">
              <a:lnSpc>
                <a:spcPct val="150000"/>
              </a:lnSpc>
              <a:spcAft>
                <a:spcPts val="600"/>
              </a:spcAft>
              <a:extLst>
                <a:ext uri="{35155182-B16C-46BC-9424-99874614C6A1}">
                  <wpsdc:indentchars xmlns:wpsdc="http://www.wps.cn/officeDocument/2017/drawingmlCustomData" val="200" checksum="1170532397"/>
                </a:ext>
              </a:extLst>
            </a:pPr>
            <a:r>
              <a:rPr lang="zh-CN" altLang="en-US" sz="25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科技作为进步的基石，正以无尽的潜力引领我们驶向未来。在创新推动的时代大潮中，人工智能、量子计算、可再生能源等前沿领域不断发展，不仅重塑着当下，更为未来铺就发展道路。这些技术提升效率、优化流程、变革行业，促进经济增长，改善生活质量。拥抱科技的力量，我们向着更互联、可持续与繁荣的未来前行。</a:t>
            </a:r>
            <a:endParaRPr lang="zh-CN" altLang="en-US" sz="25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8000">
        <p:randomBar dir="vert"/>
      </p:transition>
    </mc:Choice>
    <mc:Fallback>
      <p:transition spd="slow" advClick="0" advTm="8000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双括号 8"/>
          <p:cNvSpPr/>
          <p:nvPr/>
        </p:nvSpPr>
        <p:spPr>
          <a:xfrm>
            <a:off x="1783715" y="1448435"/>
            <a:ext cx="8136000" cy="3961130"/>
          </a:xfrm>
          <a:prstGeom prst="bracketPair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图表 9"/>
          <p:cNvGraphicFramePr/>
          <p:nvPr/>
        </p:nvGraphicFramePr>
        <p:xfrm>
          <a:off x="2428240" y="144907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矩形 10"/>
          <p:cNvSpPr/>
          <p:nvPr/>
        </p:nvSpPr>
        <p:spPr>
          <a:xfrm>
            <a:off x="0" y="0"/>
            <a:ext cx="12168000" cy="684000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 anchor="t">
            <a:noAutofit/>
          </a:bodyPr>
          <a:p>
            <a:pPr algn="ctr"/>
            <a:r>
              <a:rPr lang="zh-CN" altLang="en-US" sz="7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科技</a:t>
            </a:r>
            <a:r>
              <a:rPr lang="zh-CN" altLang="en-US" sz="72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引领未来</a:t>
            </a:r>
            <a:endParaRPr lang="zh-CN" altLang="en-US" sz="72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8000">
        <p:randomBar dir="vert"/>
      </p:transition>
    </mc:Choice>
    <mc:Fallback>
      <p:transition spd="slow" advClick="0" advTm="8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演示</Application>
  <PresentationFormat>宽屏</PresentationFormat>
  <Paragraphs>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MS PGothic</vt:lpstr>
      <vt:lpstr>仿宋</vt:lpstr>
      <vt:lpstr>微软雅黑</vt:lpstr>
      <vt:lpstr>Arial Unicode MS</vt:lpstr>
      <vt:lpstr>Calibri</vt:lpstr>
      <vt:lpstr>WPS</vt:lpstr>
      <vt:lpstr>科技启航未来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159</cp:revision>
  <dcterms:created xsi:type="dcterms:W3CDTF">2019-06-19T02:08:00Z</dcterms:created>
  <dcterms:modified xsi:type="dcterms:W3CDTF">2025-05-08T09:08:07Z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E14EB39D726C414F92793AFCDFA60350_11</vt:lpwstr>
  </property>
</Properties>
</file>