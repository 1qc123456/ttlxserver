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  <p:sldId id="257" r:id="rId4"/>
  </p:sldIdLst>
  <p:sldSz cx="9144000" cy="6858000" type="screen4x3"/>
  <p:notesSz cx="6858000" cy="9144000"/>
  <p:custDataLst>
    <p:tags r:id="rId8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 showGuides="1">
      <p:cViewPr varScale="1">
        <p:scale>
          <a:sx n="69" d="100"/>
          <a:sy n="69" d="100"/>
        </p:scale>
        <p:origin x="96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8F3BD9-4348-4597-B022-40BAFF906A6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6982CD-3C41-42E4-AE4A-C815A2A875E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DDEE91-E6DD-42CE-AD8D-A55C77898C4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9223C7-0965-4AD5-89FE-90A7889B7A9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4B4339-1EE2-4A7F-853D-2CB9F9A9ECC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E1E606-EFED-4670-B436-13762052BF8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BCC521-E869-4CB1-95B3-2609BDF15DE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6EC934-13D2-4156-8040-EDAB23C8B74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D5A15B-72F5-4E40-8BB0-7A5FF3083F4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B6C416-E488-46BF-9CCD-714CE933B2A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572101-5CEB-4F9F-868C-D451D151525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VertTx" preserve="1">
  <p:cSld name="标题，剪贴画与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剪贴画占位符 2"/>
          <p:cNvSpPr>
            <a:spLocks noGrp="1"/>
          </p:cNvSpPr>
          <p:nvPr>
            <p:ph type="clipArt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竖排文字占位符 3"/>
          <p:cNvSpPr>
            <a:spLocks noGrp="1"/>
          </p:cNvSpPr>
          <p:nvPr>
            <p:ph type="body" orient="vert" sz="half" idx="2"/>
          </p:nvPr>
        </p:nvSpPr>
        <p:spPr>
          <a:xfrm>
            <a:off x="4648200" y="1981200"/>
            <a:ext cx="3810000" cy="4114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11995B95-EFFF-46C5-9AE8-27C0FA8197A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D97C547B-C55F-4F83-BCDF-31859B570240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宋体" panose="02010600030101010101" pitchFamily="2" charset="-122"/>
              </a:rPr>
              <a:t>大自然兵马俑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body" orient="vert" sz="half" idx="2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700">
                <a:latin typeface="宋体" panose="02010600030101010101" pitchFamily="2" charset="-122"/>
              </a:rPr>
              <a:t>从美国布莱斯峡谷高原上瞭望，千千万万根石柱组成的石柱阵，气势磅礴，气派非凡。它令人想起中国的秦始王陵兵马俑。兵马俑呈现的，是人类的伟大力量；布莱斯峡谷所呈现的却是大自然的奇迹。</a:t>
            </a:r>
            <a:r>
              <a:rPr lang="zh-CN" altLang="en-US" sz="2700"/>
              <a:t> </a:t>
            </a:r>
            <a:endParaRPr lang="zh-CN" altLang="en-US" sz="2700"/>
          </a:p>
        </p:txBody>
      </p:sp>
      <p:pic>
        <p:nvPicPr>
          <p:cNvPr id="10" name="Picture 4" descr="D:\Documents and Settings\Administrator.LIU-ZAE2B0JV3F0\My Documents\My Pictures\兵马蛹.jpg"/>
          <p:cNvPicPr>
            <a:picLocks noGrp="1" noChangeAspect="1" noChangeArrowheads="1"/>
          </p:cNvPicPr>
          <p:nvPr>
            <p:ph type="clipArt" sz="half"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000756"/>
            <a:ext cx="2743200" cy="2075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OTMxN2U1NGZiMzBiNTU5YWE4M2ZhMDFiOGE1NjViYzAifQ=="/>
</p:tagLst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</Words>
  <Application>WPS 演示</Application>
  <PresentationFormat>全屏显示(4:3)</PresentationFormat>
  <Paragraphs>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Times New Roman</vt:lpstr>
      <vt:lpstr>微软雅黑</vt:lpstr>
      <vt:lpstr>Arial Unicode MS</vt:lpstr>
      <vt:lpstr>Calibri</vt:lpstr>
      <vt:lpstr>默认设计模板</vt:lpstr>
      <vt:lpstr>PowerPoint 演示文稿</vt:lpstr>
      <vt:lpstr>大自然兵马俑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</dc:creator>
  <cp:lastModifiedBy>zy</cp:lastModifiedBy>
  <cp:revision>5</cp:revision>
  <dcterms:created xsi:type="dcterms:W3CDTF">2006-07-28T02:07:00Z</dcterms:created>
  <dcterms:modified xsi:type="dcterms:W3CDTF">2024-01-12T09:00:03Z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6C05799462FA491E8FEBA7655E5FFF20_12</vt:lpwstr>
  </property>
  <property fmtid="{D5CDD505-2E9C-101B-9397-08002B2CF9AE}" pid="3" name="KSOProductBuildVer">
    <vt:lpwstr>2052-12.1.0.15712</vt:lpwstr>
  </property>
</Properties>
</file>