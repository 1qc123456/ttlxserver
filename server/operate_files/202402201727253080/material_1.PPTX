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BAB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F3BD9-4348-4597-B022-40BAFF906A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6982CD-3C41-42E4-AE4A-C815A2A875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DEE91-E6DD-42CE-AD8D-A55C77898C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223C7-0965-4AD5-89FE-90A7889B7A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B4339-1EE2-4A7F-853D-2CB9F9A9E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1E606-EFED-4670-B436-13762052BF8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CC521-E869-4CB1-95B3-2609BDF15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EC934-13D2-4156-8040-EDAB23C8B7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5A15B-72F5-4E40-8BB0-7A5FF3083F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6C416-E488-46BF-9CCD-714CE933B2A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72101-5CEB-4F9F-868C-D451D15152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VertTx" preserve="1">
  <p:cSld name="标题，剪贴画与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竖排文字占位符 3"/>
          <p:cNvSpPr>
            <a:spLocks noGrp="1"/>
          </p:cNvSpPr>
          <p:nvPr>
            <p:ph type="body" orient="vert" sz="half" idx="2"/>
          </p:nvPr>
        </p:nvSpPr>
        <p:spPr>
          <a:xfrm>
            <a:off x="4648200" y="1981200"/>
            <a:ext cx="3810000" cy="4114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1995B95-EFFF-46C5-9AE8-27C0FA8197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D97C547B-C55F-4F83-BCDF-31859B57024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300" b="1">
                <a:solidFill>
                  <a:srgbClr val="EBAB13"/>
                </a:solidFill>
                <a:highlight>
                  <a:srgbClr val="00FF00"/>
                </a:highlight>
                <a:latin typeface="楷体" panose="02010609060101010101" charset="-122"/>
                <a:ea typeface="楷体" panose="02010609060101010101" charset="-122"/>
              </a:rPr>
              <a:t>美国布莱斯峡谷高原上石柱阵</a:t>
            </a:r>
            <a:endParaRPr lang="zh-CN" altLang="en-US" sz="6300" b="1">
              <a:solidFill>
                <a:srgbClr val="EBAB13"/>
              </a:solidFill>
              <a:highlight>
                <a:srgbClr val="00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500">
                <a:latin typeface="等线" panose="02010600030101010101" charset="-122"/>
                <a:ea typeface="等线" panose="02010600030101010101" charset="-122"/>
              </a:rPr>
              <a:t>大自然的奇迹</a:t>
            </a:r>
            <a:endParaRPr lang="zh-CN" altLang="en-US" sz="35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大自然兵马俑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500">
                <a:latin typeface="宋体" panose="02010600030101010101" pitchFamily="2" charset="-122"/>
              </a:rPr>
              <a:t>从美国布莱斯峡谷高原上瞭望，千千万万根石柱组成的石柱阵，气势磅礴，气派非凡。它令人想起中国的秦始王陵兵马俑。兵马俑呈现的，是人类的伟大力量；布莱斯峡谷所呈现的却是大自然的奇迹。</a:t>
            </a:r>
            <a:r>
              <a:rPr lang="zh-CN" altLang="en-US" sz="2500"/>
              <a:t> </a:t>
            </a:r>
            <a:endParaRPr lang="zh-CN" altLang="en-US" sz="2500"/>
          </a:p>
        </p:txBody>
      </p:sp>
      <p:pic>
        <p:nvPicPr>
          <p:cNvPr id="10" name="Picture 4" descr="D:\Documents and Settings\Administrator.LIU-ZAE2B0JV3F0\My Documents\My Pictures\兵马蛹.jp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690" y="2161540"/>
            <a:ext cx="2743200" cy="207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WPS 演示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楷体</vt:lpstr>
      <vt:lpstr>等线</vt:lpstr>
      <vt:lpstr>微软雅黑</vt:lpstr>
      <vt:lpstr>Arial Unicode MS</vt:lpstr>
      <vt:lpstr>Calibri</vt:lpstr>
      <vt:lpstr>默认设计模板</vt:lpstr>
      <vt:lpstr>美国布莱斯峡谷高原上石柱阵</vt:lpstr>
      <vt:lpstr>大自然兵马俑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5</cp:revision>
  <dcterms:created xsi:type="dcterms:W3CDTF">2006-07-28T02:07:00Z</dcterms:created>
  <dcterms:modified xsi:type="dcterms:W3CDTF">2024-01-12T08:59:49Z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A4AB899D7D8A4B7BB565919F26A2A650_12</vt:lpwstr>
  </property>
  <property fmtid="{D5CDD505-2E9C-101B-9397-08002B2CF9AE}" pid="3" name="KSOProductBuildVer">
    <vt:lpwstr>2052-12.1.0.15712</vt:lpwstr>
  </property>
</Properties>
</file>