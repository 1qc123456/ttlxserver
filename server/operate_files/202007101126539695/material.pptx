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60" r:id="rId2"/>
    <p:sldId id="258" r:id="rId3"/>
    <p:sldId id="261" r:id="rId4"/>
    <p:sldId id="257" r:id="rId5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0" d="100"/>
          <a:sy n="50" d="100"/>
        </p:scale>
        <p:origin x="-2070" y="-876"/>
      </p:cViewPr>
      <p:guideLst>
        <p:guide orient="horz" pos="2160"/>
        <p:guide pos="284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endParaRPr lang="en-US" altLang="zh-CN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02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B3EB97E5-787A-4243-843D-1168C8E95307}" type="slidenum">
              <a:rPr lang="en-US" altLang="zh-CN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536544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EB97E5-787A-4243-843D-1168C8E95307}" type="slidenum">
              <a:rPr lang="en-US" altLang="zh-CN" smtClean="0"/>
              <a:t>1</a:t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日期占位符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29" name="灯片编号占位符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7922F-5F89-46A6-8F46-8646A5DD6DF1}" type="slidenum">
              <a:rPr lang="en-US" altLang="zh-CN" smtClean="0"/>
              <a:t>‹#›</a:t>
            </a:fld>
            <a:endParaRPr lang="en-US" altLang="zh-CN"/>
          </a:p>
        </p:txBody>
      </p:sp>
      <p:sp>
        <p:nvSpPr>
          <p:cNvPr id="32" name="矩形 31"/>
          <p:cNvSpPr/>
          <p:nvPr/>
        </p:nvSpPr>
        <p:spPr>
          <a:xfrm>
            <a:off x="0" y="-1"/>
            <a:ext cx="365760" cy="6854456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矩形 38"/>
          <p:cNvSpPr/>
          <p:nvPr/>
        </p:nvSpPr>
        <p:spPr>
          <a:xfrm>
            <a:off x="309558" y="680477"/>
            <a:ext cx="45720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0" name="矩形 39"/>
          <p:cNvSpPr/>
          <p:nvPr/>
        </p:nvSpPr>
        <p:spPr>
          <a:xfrm>
            <a:off x="269073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1" name="矩形 40"/>
          <p:cNvSpPr/>
          <p:nvPr/>
        </p:nvSpPr>
        <p:spPr>
          <a:xfrm>
            <a:off x="250020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2" name="矩形 41"/>
          <p:cNvSpPr/>
          <p:nvPr/>
        </p:nvSpPr>
        <p:spPr>
          <a:xfrm>
            <a:off x="221768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914400" y="4343400"/>
            <a:ext cx="7772400" cy="1975104"/>
          </a:xfrm>
        </p:spPr>
        <p:txBody>
          <a:bodyPr/>
          <a:lstStyle>
            <a:lvl1pPr marR="8890" algn="l">
              <a:defRPr sz="4000" b="1" cap="all" spc="0" baseline="0">
                <a:effectLst>
                  <a:reflection blurRad="12700" stA="34000" endA="740" endPos="53000" dir="5400000" sy="-100000" algn="bl" rotWithShape="0"/>
                </a:effectLst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914400" y="2834640"/>
            <a:ext cx="7772400" cy="1508760"/>
          </a:xfrm>
        </p:spPr>
        <p:txBody>
          <a:bodyPr lIns="100584" tIns="45720" anchor="b"/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56" name="矩形 55"/>
          <p:cNvSpPr/>
          <p:nvPr/>
        </p:nvSpPr>
        <p:spPr>
          <a:xfrm>
            <a:off x="255291" y="5047394"/>
            <a:ext cx="73152" cy="16916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5" name="矩形 64"/>
          <p:cNvSpPr/>
          <p:nvPr/>
        </p:nvSpPr>
        <p:spPr>
          <a:xfrm>
            <a:off x="255291" y="4796819"/>
            <a:ext cx="73152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6" name="矩形 65"/>
          <p:cNvSpPr/>
          <p:nvPr/>
        </p:nvSpPr>
        <p:spPr>
          <a:xfrm>
            <a:off x="255291" y="4637685"/>
            <a:ext cx="73152" cy="137160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7" name="矩形 66"/>
          <p:cNvSpPr/>
          <p:nvPr/>
        </p:nvSpPr>
        <p:spPr>
          <a:xfrm>
            <a:off x="255291" y="4542559"/>
            <a:ext cx="73152" cy="7315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7AD58-AD17-4685-AFAC-386DC6949E2B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任意多边形 13"/>
          <p:cNvSpPr/>
          <p:nvPr/>
        </p:nvSpPr>
        <p:spPr bwMode="auto">
          <a:xfrm>
            <a:off x="4828952" y="1073888"/>
            <a:ext cx="4322136" cy="5791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3648"/>
              </a:cxn>
              <a:cxn ang="0">
                <a:pos x="720" y="2016"/>
              </a:cxn>
              <a:cxn ang="0">
                <a:pos x="2736" y="0"/>
              </a:cxn>
              <a:cxn ang="0">
                <a:pos x="2736" y="96"/>
              </a:cxn>
              <a:cxn ang="0">
                <a:pos x="744" y="2038"/>
              </a:cxn>
              <a:cxn ang="0">
                <a:pos x="48" y="3648"/>
              </a:cxn>
              <a:cxn ang="0">
                <a:pos x="0" y="3648"/>
              </a:cxn>
            </a:cxnLst>
            <a:rect l="0" t="0" r="0" b="0"/>
            <a:pathLst>
              <a:path w="2736" h="3648">
                <a:moveTo>
                  <a:pt x="0" y="3648"/>
                </a:moveTo>
                <a:lnTo>
                  <a:pt x="720" y="2016"/>
                </a:lnTo>
                <a:lnTo>
                  <a:pt x="2736" y="672"/>
                </a:lnTo>
                <a:lnTo>
                  <a:pt x="2736" y="720"/>
                </a:lnTo>
                <a:lnTo>
                  <a:pt x="744" y="2038"/>
                </a:lnTo>
                <a:lnTo>
                  <a:pt x="48" y="3648"/>
                </a:lnTo>
                <a:lnTo>
                  <a:pt x="48" y="3648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任意多边形 14"/>
          <p:cNvSpPr/>
          <p:nvPr/>
        </p:nvSpPr>
        <p:spPr bwMode="auto">
          <a:xfrm>
            <a:off x="373966" y="0"/>
            <a:ext cx="5514536" cy="661533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4080"/>
              </a:cxn>
              <a:cxn ang="0">
                <a:pos x="0" y="4128"/>
              </a:cxn>
              <a:cxn ang="0">
                <a:pos x="3504" y="2640"/>
              </a:cxn>
              <a:cxn ang="0">
                <a:pos x="2880" y="0"/>
              </a:cxn>
              <a:cxn ang="0">
                <a:pos x="2832" y="0"/>
              </a:cxn>
              <a:cxn ang="0">
                <a:pos x="3465" y="2619"/>
              </a:cxn>
              <a:cxn ang="0">
                <a:pos x="0" y="4080"/>
              </a:cxn>
            </a:cxnLst>
            <a:rect l="0" t="0" r="0" b="0"/>
            <a:pathLst>
              <a:path w="3504" h="4128">
                <a:moveTo>
                  <a:pt x="0" y="4080"/>
                </a:moveTo>
                <a:lnTo>
                  <a:pt x="0" y="4128"/>
                </a:lnTo>
                <a:lnTo>
                  <a:pt x="3504" y="2640"/>
                </a:lnTo>
                <a:lnTo>
                  <a:pt x="2880" y="0"/>
                </a:lnTo>
                <a:lnTo>
                  <a:pt x="2832" y="0"/>
                </a:lnTo>
                <a:lnTo>
                  <a:pt x="3465" y="2619"/>
                </a:lnTo>
                <a:lnTo>
                  <a:pt x="0" y="4080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任意多边形 12"/>
          <p:cNvSpPr/>
          <p:nvPr/>
        </p:nvSpPr>
        <p:spPr bwMode="auto">
          <a:xfrm rot="5236414">
            <a:off x="4462128" y="1483600"/>
            <a:ext cx="4114800" cy="118872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任意多边形 15"/>
          <p:cNvSpPr/>
          <p:nvPr/>
        </p:nvSpPr>
        <p:spPr bwMode="auto">
          <a:xfrm>
            <a:off x="5943600" y="0"/>
            <a:ext cx="27432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104" y="0"/>
              </a:cxn>
              <a:cxn ang="0">
                <a:pos x="1728" y="0"/>
              </a:cxn>
              <a:cxn ang="0">
                <a:pos x="0" y="2688"/>
              </a:cxn>
              <a:cxn ang="0">
                <a:pos x="1104" y="0"/>
              </a:cxn>
            </a:cxnLst>
            <a:rect l="0" t="0" r="0" b="0"/>
            <a:pathLst>
              <a:path w="1728" h="2688">
                <a:moveTo>
                  <a:pt x="1104" y="0"/>
                </a:moveTo>
                <a:lnTo>
                  <a:pt x="1728" y="0"/>
                </a:lnTo>
                <a:lnTo>
                  <a:pt x="0" y="2688"/>
                </a:lnTo>
                <a:lnTo>
                  <a:pt x="110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任意多边形 16"/>
          <p:cNvSpPr/>
          <p:nvPr/>
        </p:nvSpPr>
        <p:spPr bwMode="auto">
          <a:xfrm>
            <a:off x="5943600" y="4267200"/>
            <a:ext cx="3200400" cy="11430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2016" y="240"/>
              </a:cxn>
              <a:cxn ang="0">
                <a:pos x="2016" y="720"/>
              </a:cxn>
              <a:cxn ang="0">
                <a:pos x="0" y="0"/>
              </a:cxn>
            </a:cxnLst>
            <a:rect l="0" t="0" r="0" b="0"/>
            <a:pathLst>
              <a:path w="2016" h="720">
                <a:moveTo>
                  <a:pt x="0" y="0"/>
                </a:moveTo>
                <a:lnTo>
                  <a:pt x="2016" y="240"/>
                </a:lnTo>
                <a:lnTo>
                  <a:pt x="2016" y="72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任意多边形 17"/>
          <p:cNvSpPr/>
          <p:nvPr/>
        </p:nvSpPr>
        <p:spPr bwMode="auto">
          <a:xfrm>
            <a:off x="5943600" y="0"/>
            <a:ext cx="13716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864" y="0"/>
              </a:cxn>
              <a:cxn ang="0">
                <a:pos x="0" y="2688"/>
              </a:cxn>
              <a:cxn ang="0">
                <a:pos x="768" y="0"/>
              </a:cxn>
              <a:cxn ang="0">
                <a:pos x="864" y="0"/>
              </a:cxn>
            </a:cxnLst>
            <a:rect l="0" t="0" r="0" b="0"/>
            <a:pathLst>
              <a:path w="864" h="2688">
                <a:moveTo>
                  <a:pt x="864" y="0"/>
                </a:moveTo>
                <a:lnTo>
                  <a:pt x="0" y="2688"/>
                </a:lnTo>
                <a:lnTo>
                  <a:pt x="768" y="0"/>
                </a:lnTo>
                <a:lnTo>
                  <a:pt x="86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任意多边形 18"/>
          <p:cNvSpPr/>
          <p:nvPr/>
        </p:nvSpPr>
        <p:spPr bwMode="auto">
          <a:xfrm>
            <a:off x="5948363" y="4246563"/>
            <a:ext cx="2090737" cy="261143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71" y="1645"/>
              </a:cxn>
              <a:cxn ang="0">
                <a:pos x="1317" y="1645"/>
              </a:cxn>
              <a:cxn ang="0">
                <a:pos x="0" y="0"/>
              </a:cxn>
              <a:cxn ang="0">
                <a:pos x="1071" y="1645"/>
              </a:cxn>
            </a:cxnLst>
            <a:rect l="0" t="0" r="0" b="0"/>
            <a:pathLst>
              <a:path w="1317" h="1645">
                <a:moveTo>
                  <a:pt x="1071" y="1645"/>
                </a:moveTo>
                <a:lnTo>
                  <a:pt x="1317" y="1645"/>
                </a:lnTo>
                <a:lnTo>
                  <a:pt x="0" y="0"/>
                </a:lnTo>
                <a:lnTo>
                  <a:pt x="1071" y="1645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任意多边形 19"/>
          <p:cNvSpPr/>
          <p:nvPr/>
        </p:nvSpPr>
        <p:spPr bwMode="auto">
          <a:xfrm>
            <a:off x="5943600" y="4267200"/>
            <a:ext cx="16002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08" y="1632"/>
              </a:cxn>
              <a:cxn ang="0">
                <a:pos x="0" y="0"/>
              </a:cxn>
              <a:cxn ang="0">
                <a:pos x="960" y="1632"/>
              </a:cxn>
              <a:cxn ang="0">
                <a:pos x="1008" y="1632"/>
              </a:cxn>
            </a:cxnLst>
            <a:rect l="0" t="0" r="0" b="0"/>
            <a:pathLst>
              <a:path w="1008" h="1632">
                <a:moveTo>
                  <a:pt x="1008" y="1632"/>
                </a:moveTo>
                <a:lnTo>
                  <a:pt x="0" y="0"/>
                </a:lnTo>
                <a:lnTo>
                  <a:pt x="960" y="1632"/>
                </a:lnTo>
                <a:lnTo>
                  <a:pt x="1008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1" name="任意多边形 20"/>
          <p:cNvSpPr/>
          <p:nvPr/>
        </p:nvSpPr>
        <p:spPr bwMode="auto">
          <a:xfrm>
            <a:off x="5943600" y="1371600"/>
            <a:ext cx="3200400" cy="2895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2016" y="144"/>
              </a:cxn>
              <a:cxn ang="0">
                <a:pos x="0" y="1824"/>
              </a:cxn>
              <a:cxn ang="0">
                <a:pos x="2016" y="0"/>
              </a:cxn>
            </a:cxnLst>
            <a:rect l="0" t="0" r="0" b="0"/>
            <a:pathLst>
              <a:path w="2016" h="1824">
                <a:moveTo>
                  <a:pt x="2016" y="0"/>
                </a:moveTo>
                <a:lnTo>
                  <a:pt x="2016" y="144"/>
                </a:lnTo>
                <a:lnTo>
                  <a:pt x="0" y="1824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任意多边形 21"/>
          <p:cNvSpPr/>
          <p:nvPr/>
        </p:nvSpPr>
        <p:spPr bwMode="auto">
          <a:xfrm>
            <a:off x="5943600" y="1752600"/>
            <a:ext cx="3200400" cy="2514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0" y="1584"/>
              </a:cxn>
              <a:cxn ang="0">
                <a:pos x="2016" y="48"/>
              </a:cxn>
              <a:cxn ang="0">
                <a:pos x="2016" y="0"/>
              </a:cxn>
            </a:cxnLst>
            <a:rect l="0" t="0" r="0" b="0"/>
            <a:pathLst>
              <a:path w="2016" h="1584">
                <a:moveTo>
                  <a:pt x="2016" y="0"/>
                </a:moveTo>
                <a:lnTo>
                  <a:pt x="0" y="1584"/>
                </a:lnTo>
                <a:lnTo>
                  <a:pt x="2016" y="48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3" name="任意多边形 22"/>
          <p:cNvSpPr/>
          <p:nvPr/>
        </p:nvSpPr>
        <p:spPr bwMode="auto">
          <a:xfrm>
            <a:off x="990600" y="4267200"/>
            <a:ext cx="4953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120" y="0"/>
              </a:cxn>
              <a:cxn ang="0">
                <a:pos x="1056" y="1632"/>
              </a:cxn>
              <a:cxn ang="0">
                <a:pos x="0" y="1632"/>
              </a:cxn>
            </a:cxnLst>
            <a:rect l="0" t="0" r="0" b="0"/>
            <a:pathLst>
              <a:path w="3120" h="1632">
                <a:moveTo>
                  <a:pt x="0" y="1632"/>
                </a:moveTo>
                <a:lnTo>
                  <a:pt x="3120" y="0"/>
                </a:lnTo>
                <a:lnTo>
                  <a:pt x="1056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4" name="任意多边形 23"/>
          <p:cNvSpPr/>
          <p:nvPr/>
        </p:nvSpPr>
        <p:spPr bwMode="auto">
          <a:xfrm>
            <a:off x="533400" y="4267200"/>
            <a:ext cx="5334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360" y="0"/>
              </a:cxn>
              <a:cxn ang="0">
                <a:pos x="144" y="1632"/>
              </a:cxn>
              <a:cxn ang="0">
                <a:pos x="0" y="1632"/>
              </a:cxn>
            </a:cxnLst>
            <a:rect l="0" t="0" r="0" b="0"/>
            <a:pathLst>
              <a:path w="3360" h="1632">
                <a:moveTo>
                  <a:pt x="0" y="1632"/>
                </a:moveTo>
                <a:lnTo>
                  <a:pt x="3360" y="0"/>
                </a:lnTo>
                <a:lnTo>
                  <a:pt x="144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5" name="任意多边形 24"/>
          <p:cNvSpPr/>
          <p:nvPr/>
        </p:nvSpPr>
        <p:spPr bwMode="auto">
          <a:xfrm>
            <a:off x="366824" y="2438400"/>
            <a:ext cx="5638800" cy="1828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152"/>
              </a:cxn>
              <a:cxn ang="0">
                <a:pos x="0" y="384"/>
              </a:cxn>
              <a:cxn ang="0">
                <a:pos x="0" y="0"/>
              </a:cxn>
            </a:cxnLst>
            <a:rect l="0" t="0" r="0" b="0"/>
            <a:pathLst>
              <a:path w="3552" h="1152">
                <a:moveTo>
                  <a:pt x="0" y="0"/>
                </a:moveTo>
                <a:lnTo>
                  <a:pt x="3504" y="1152"/>
                </a:lnTo>
                <a:lnTo>
                  <a:pt x="0" y="384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6" name="任意多边形 25"/>
          <p:cNvSpPr/>
          <p:nvPr/>
        </p:nvSpPr>
        <p:spPr bwMode="auto">
          <a:xfrm>
            <a:off x="366824" y="2133600"/>
            <a:ext cx="5638800" cy="2133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任意多边形 26"/>
          <p:cNvSpPr/>
          <p:nvPr/>
        </p:nvSpPr>
        <p:spPr bwMode="auto">
          <a:xfrm>
            <a:off x="4572000" y="4267200"/>
            <a:ext cx="13716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96" y="1632"/>
              </a:cxn>
              <a:cxn ang="0">
                <a:pos x="864" y="0"/>
              </a:cxn>
              <a:cxn ang="0">
                <a:pos x="0" y="1632"/>
              </a:cxn>
            </a:cxnLst>
            <a:rect l="0" t="0" r="0" b="0"/>
            <a:pathLst>
              <a:path w="864" h="1632">
                <a:moveTo>
                  <a:pt x="0" y="1632"/>
                </a:moveTo>
                <a:lnTo>
                  <a:pt x="96" y="1632"/>
                </a:lnTo>
                <a:lnTo>
                  <a:pt x="864" y="0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06902" y="1351672"/>
            <a:ext cx="5718048" cy="977486"/>
          </a:xfrm>
        </p:spPr>
        <p:txBody>
          <a:bodyPr lIns="82296" tIns="45720" bIns="0" anchor="t"/>
          <a:lstStyle>
            <a:lvl1pPr marL="5461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D8391-EC6B-48C1-B998-D0FAA024660B}" type="slidenum">
              <a:rPr lang="en-US" altLang="zh-CN" smtClean="0"/>
              <a:t>‹#›</a:t>
            </a:fld>
            <a:endParaRPr lang="en-US" altLang="zh-CN"/>
          </a:p>
        </p:txBody>
      </p:sp>
      <p:sp>
        <p:nvSpPr>
          <p:cNvPr id="7" name="矩形 6"/>
          <p:cNvSpPr/>
          <p:nvPr/>
        </p:nvSpPr>
        <p:spPr>
          <a:xfrm>
            <a:off x="363160" y="402264"/>
            <a:ext cx="8503920" cy="886265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06902" y="512064"/>
            <a:ext cx="8156448" cy="777240"/>
          </a:xfrm>
        </p:spPr>
        <p:txBody>
          <a:bodyPr tIns="64008"/>
          <a:lstStyle>
            <a:lvl1pPr algn="l">
              <a:buNone/>
              <a:defRPr sz="3800" b="0" cap="none" spc="-150" baseline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 flipH="1">
            <a:off x="371538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矩形 8"/>
          <p:cNvSpPr/>
          <p:nvPr/>
        </p:nvSpPr>
        <p:spPr>
          <a:xfrm flipH="1">
            <a:off x="411109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矩形 9"/>
          <p:cNvSpPr/>
          <p:nvPr/>
        </p:nvSpPr>
        <p:spPr>
          <a:xfrm flipH="1">
            <a:off x="448450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 flipH="1">
            <a:off x="476702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矩形 11"/>
          <p:cNvSpPr/>
          <p:nvPr/>
        </p:nvSpPr>
        <p:spPr>
          <a:xfrm>
            <a:off x="500478" y="680477"/>
            <a:ext cx="36576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12064"/>
            <a:ext cx="8229600" cy="914400"/>
          </a:xfrm>
        </p:spPr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4344" y="17705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344" y="17705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807CB-3F24-4B29-92AD-1ADD49140CEA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/>
        </p:nvSpPr>
        <p:spPr>
          <a:xfrm>
            <a:off x="0" y="402265"/>
            <a:ext cx="8867080" cy="886265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4824" y="512064"/>
            <a:ext cx="7772400" cy="914400"/>
          </a:xfrm>
        </p:spPr>
        <p:txBody>
          <a:bodyPr anchor="t"/>
          <a:lstStyle>
            <a:lvl1pPr>
              <a:defRPr sz="400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809750"/>
            <a:ext cx="4040188" cy="639762"/>
          </a:xfrm>
        </p:spPr>
        <p:txBody>
          <a:bodyPr anchor="ctr"/>
          <a:lstStyle>
            <a:lvl1pPr marL="73025" indent="0" algn="l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645025" y="1809750"/>
            <a:ext cx="4041775" cy="639762"/>
          </a:xfrm>
        </p:spPr>
        <p:txBody>
          <a:bodyPr anchor="ctr"/>
          <a:lstStyle>
            <a:lvl1pPr marL="73025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457200" y="2459037"/>
            <a:ext cx="4040188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459037"/>
            <a:ext cx="4041775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59F16-C466-446F-8771-D28E908FB7D2}" type="slidenum">
              <a:rPr lang="en-US" altLang="zh-CN" smtClean="0"/>
              <a:t>‹#›</a:t>
            </a:fld>
            <a:endParaRPr lang="en-US" altLang="zh-CN"/>
          </a:p>
        </p:txBody>
      </p:sp>
      <p:sp>
        <p:nvSpPr>
          <p:cNvPr id="16" name="矩形 15"/>
          <p:cNvSpPr/>
          <p:nvPr/>
        </p:nvSpPr>
        <p:spPr>
          <a:xfrm>
            <a:off x="87790" y="680477"/>
            <a:ext cx="45720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7" name="矩形 16"/>
          <p:cNvSpPr/>
          <p:nvPr/>
        </p:nvSpPr>
        <p:spPr>
          <a:xfrm>
            <a:off x="47305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矩形 17"/>
          <p:cNvSpPr/>
          <p:nvPr/>
        </p:nvSpPr>
        <p:spPr>
          <a:xfrm>
            <a:off x="28252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矩形 18"/>
          <p:cNvSpPr/>
          <p:nvPr/>
        </p:nvSpPr>
        <p:spPr>
          <a:xfrm>
            <a:off x="0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矩形 19"/>
          <p:cNvSpPr/>
          <p:nvPr/>
        </p:nvSpPr>
        <p:spPr>
          <a:xfrm flipH="1">
            <a:off x="149770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矩形 20"/>
          <p:cNvSpPr/>
          <p:nvPr/>
        </p:nvSpPr>
        <p:spPr>
          <a:xfrm flipH="1">
            <a:off x="189341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矩形 21"/>
          <p:cNvSpPr/>
          <p:nvPr/>
        </p:nvSpPr>
        <p:spPr>
          <a:xfrm flipH="1">
            <a:off x="226682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矩形 28"/>
          <p:cNvSpPr/>
          <p:nvPr/>
        </p:nvSpPr>
        <p:spPr>
          <a:xfrm flipH="1">
            <a:off x="254934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0" name="矩形 29"/>
          <p:cNvSpPr/>
          <p:nvPr/>
        </p:nvSpPr>
        <p:spPr>
          <a:xfrm>
            <a:off x="278710" y="680477"/>
            <a:ext cx="36576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512064"/>
            <a:ext cx="7772400" cy="914400"/>
          </a:xfrm>
        </p:spPr>
        <p:txBody>
          <a:bodyPr/>
          <a:lstStyle>
            <a:lvl1pPr>
              <a:defRPr sz="4000" cap="none" baseline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22CF9-309B-42FB-8071-3BBBD0A06904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CAE14-10CF-4F45-9C9E-152A8C5D4F77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273050"/>
            <a:ext cx="8229600" cy="1162050"/>
          </a:xfrm>
        </p:spPr>
        <p:txBody>
          <a:bodyPr anchor="ctr"/>
          <a:lstStyle>
            <a:lvl1pPr algn="l">
              <a:buNone/>
              <a:defRPr sz="3600" b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685800" y="1435100"/>
            <a:ext cx="2514600" cy="4572000"/>
          </a:xfrm>
        </p:spPr>
        <p:txBody>
          <a:bodyPr/>
          <a:lstStyle>
            <a:lvl1pPr marL="5461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3429000" y="1435100"/>
            <a:ext cx="54864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8ACFF-34E1-4733-9060-E71B6E138746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368032" y="0"/>
            <a:ext cx="8778240" cy="1878037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9" name="直接连接符 8"/>
          <p:cNvCxnSpPr/>
          <p:nvPr/>
        </p:nvCxnSpPr>
        <p:spPr>
          <a:xfrm flipV="1">
            <a:off x="363195" y="1885028"/>
            <a:ext cx="8782622" cy="0"/>
          </a:xfrm>
          <a:prstGeom prst="line">
            <a:avLst/>
          </a:prstGeom>
          <a:noFill/>
          <a:ln w="19050" cap="flat" cmpd="sng" algn="ctr">
            <a:solidFill>
              <a:srgbClr val="FFFFFF">
                <a:alpha val="100000"/>
              </a:srgbClr>
            </a:soli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" name="组合 9"/>
          <p:cNvGrpSpPr/>
          <p:nvPr/>
        </p:nvGrpSpPr>
        <p:grpSpPr>
          <a:xfrm rot="5400000">
            <a:off x="8514581" y="1219200"/>
            <a:ext cx="132763" cy="128466"/>
            <a:chOff x="6668087" y="1297746"/>
            <a:chExt cx="161840" cy="156602"/>
          </a:xfrm>
        </p:grpSpPr>
        <p:cxnSp>
          <p:nvCxnSpPr>
            <p:cNvPr id="15" name="直接连接符 14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 bwMode="grayWhite">
          <a:xfrm>
            <a:off x="914400" y="441251"/>
            <a:ext cx="6858000" cy="701749"/>
          </a:xfrm>
        </p:spPr>
        <p:txBody>
          <a:bodyPr anchor="b"/>
          <a:lstStyle>
            <a:lvl1pPr algn="l">
              <a:buNone/>
              <a:defRPr sz="2100" b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68032" y="1893781"/>
            <a:ext cx="8778240" cy="4960144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CN" altLang="en-US" smtClean="0"/>
              <a:t>单击图标添加图片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 bwMode="grayWhite">
          <a:xfrm>
            <a:off x="914400" y="1150144"/>
            <a:ext cx="6858000" cy="685800"/>
          </a:xfrm>
        </p:spPr>
        <p:txBody>
          <a:bodyPr/>
          <a:lstStyle>
            <a:lvl1pPr marL="27305" indent="0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grpSp>
        <p:nvGrpSpPr>
          <p:cNvPr id="14" name="组合 13"/>
          <p:cNvGrpSpPr/>
          <p:nvPr/>
        </p:nvGrpSpPr>
        <p:grpSpPr>
          <a:xfrm rot="5400000">
            <a:off x="8666981" y="1371600"/>
            <a:ext cx="132763" cy="128466"/>
            <a:chOff x="6668087" y="1297746"/>
            <a:chExt cx="161840" cy="156602"/>
          </a:xfrm>
        </p:grpSpPr>
        <p:cxnSp>
          <p:nvCxnSpPr>
            <p:cNvPr id="11" name="直接连接符 10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组合 17"/>
          <p:cNvGrpSpPr/>
          <p:nvPr/>
        </p:nvGrpSpPr>
        <p:grpSpPr>
          <a:xfrm rot="5400000">
            <a:off x="8320088" y="1474763"/>
            <a:ext cx="132763" cy="128466"/>
            <a:chOff x="6668087" y="1297746"/>
            <a:chExt cx="161840" cy="156602"/>
          </a:xfrm>
        </p:grpSpPr>
        <p:cxnSp>
          <p:nvCxnSpPr>
            <p:cNvPr id="19" name="直接连接符 18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477000" y="55499"/>
            <a:ext cx="2133600" cy="365125"/>
          </a:xfrm>
        </p:spPr>
        <p:txBody>
          <a:bodyPr/>
          <a:lstStyle/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914400" y="55499"/>
            <a:ext cx="5562600" cy="365125"/>
          </a:xfrm>
        </p:spPr>
        <p:txBody>
          <a:bodyPr/>
          <a:lstStyle/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55499"/>
            <a:ext cx="457200" cy="365125"/>
          </a:xfrm>
        </p:spPr>
        <p:txBody>
          <a:bodyPr/>
          <a:lstStyle/>
          <a:p>
            <a:fld id="{B5837C7E-85AE-409B-9912-1E3C32584B27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09E3B-9633-4673-ADBD-25C5E82B7260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981200" cy="5851525"/>
          </a:xfrm>
        </p:spPr>
        <p:txBody>
          <a:bodyPr vert="eaVert" anchor="ctr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5867400" cy="5851525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81075-1152-4B6B-AA71-C7133B461F4B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SmartArt 占位符 2"/>
          <p:cNvSpPr>
            <a:spLocks noGrp="1"/>
          </p:cNvSpPr>
          <p:nvPr>
            <p:ph type="pic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C6A3DBD7-6A05-42BC-9C32-14A449475C0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-1"/>
            <a:ext cx="365760" cy="6854456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255291" y="5047394"/>
            <a:ext cx="73152" cy="16916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>
            <a:off x="255291" y="4796819"/>
            <a:ext cx="73152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255291" y="4637685"/>
            <a:ext cx="73152" cy="137160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>
            <a:off x="255291" y="4542559"/>
            <a:ext cx="73152" cy="7315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矩形 11"/>
          <p:cNvSpPr/>
          <p:nvPr/>
        </p:nvSpPr>
        <p:spPr>
          <a:xfrm>
            <a:off x="309558" y="680477"/>
            <a:ext cx="45720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5" name="矩形 14"/>
          <p:cNvSpPr/>
          <p:nvPr/>
        </p:nvSpPr>
        <p:spPr>
          <a:xfrm>
            <a:off x="269073" y="680477"/>
            <a:ext cx="27432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6" name="矩形 15"/>
          <p:cNvSpPr/>
          <p:nvPr/>
        </p:nvSpPr>
        <p:spPr>
          <a:xfrm>
            <a:off x="250020" y="680477"/>
            <a:ext cx="9144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7" name="矩形 16"/>
          <p:cNvSpPr/>
          <p:nvPr/>
        </p:nvSpPr>
        <p:spPr>
          <a:xfrm>
            <a:off x="221768" y="680477"/>
            <a:ext cx="9144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标题占位符 21"/>
          <p:cNvSpPr>
            <a:spLocks noGrp="1"/>
          </p:cNvSpPr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</p:spPr>
        <p:txBody>
          <a:bodyPr vert="horz" anchor="t">
            <a:noAutofit/>
          </a:bodyPr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"/>
          </p:nvPr>
        </p:nvSpPr>
        <p:spPr>
          <a:xfrm>
            <a:off x="914400" y="1783560"/>
            <a:ext cx="7772400" cy="457200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2"/>
          </p:nvPr>
        </p:nvSpPr>
        <p:spPr>
          <a:xfrm>
            <a:off x="64770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100">
                <a:solidFill>
                  <a:schemeClr val="tx2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>
            <a:off x="914400" y="6416675"/>
            <a:ext cx="55626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4"/>
          </p:nvPr>
        </p:nvSpPr>
        <p:spPr>
          <a:xfrm>
            <a:off x="8610600" y="6416675"/>
            <a:ext cx="4572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DA1DA027-99D1-449A-A6C0-BB5BE06ED330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 spc="-100" baseline="0">
          <a:solidFill>
            <a:schemeClr val="tx2">
              <a:satMod val="200000"/>
            </a:schemeClr>
          </a:solidFill>
          <a:latin typeface="+mj-lt"/>
          <a:ea typeface="+mj-ea"/>
          <a:cs typeface="+mj-cs"/>
        </a:defRPr>
      </a:lvl1pPr>
    </p:titleStyle>
    <p:bodyStyle>
      <a:lvl1pPr marL="411480" indent="-342900" algn="l" rtl="0" eaLnBrk="1" latinLnBrk="0" hangingPunct="1">
        <a:spcBef>
          <a:spcPts val="700"/>
        </a:spcBef>
        <a:buClr>
          <a:schemeClr val="tx2"/>
        </a:buClr>
        <a:buSzPct val="95000"/>
        <a:buFont typeface="Wingdings" panose="05000000000000000000"/>
        <a:buChar char="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40410" indent="-28575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 panose="05000000000000000000"/>
        <a:buChar char="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96950" indent="-228600" algn="l" rtl="0" eaLnBrk="1" latinLnBrk="0" hangingPunct="1">
        <a:spcBef>
          <a:spcPct val="20000"/>
        </a:spcBef>
        <a:buClr>
          <a:schemeClr val="accent2"/>
        </a:buClr>
        <a:buFont typeface="Wingdings 2" panose="05020102010507070707"/>
        <a:buChar char="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61745" indent="-228600" algn="l" rtl="0" eaLnBrk="1" latinLnBrk="0" hangingPunct="1">
        <a:spcBef>
          <a:spcPct val="20000"/>
        </a:spcBef>
        <a:buClr>
          <a:schemeClr val="accent3"/>
        </a:buClr>
        <a:buFont typeface="Wingdings 3" panose="05040102010807070707"/>
        <a:buChar char="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1481455" indent="-210185" algn="l" rtl="0" eaLnBrk="1" latinLnBrk="0" hangingPunct="1">
        <a:spcBef>
          <a:spcPct val="20000"/>
        </a:spcBef>
        <a:buClr>
          <a:schemeClr val="accent3"/>
        </a:buClr>
        <a:buFont typeface="Wingdings 2" panose="05020102010507070707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10055" indent="-210185" algn="l" rtl="0" eaLnBrk="1" latinLnBrk="0" hangingPunct="1">
        <a:spcBef>
          <a:spcPct val="20000"/>
        </a:spcBef>
        <a:buClr>
          <a:schemeClr val="accent3"/>
        </a:buClr>
        <a:buFont typeface="Wingdings 2" panose="05020102010507070707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01825" indent="-182880" algn="l" rtl="0" eaLnBrk="1" latinLnBrk="0" hangingPunct="1">
        <a:spcBef>
          <a:spcPct val="20000"/>
        </a:spcBef>
        <a:buClr>
          <a:schemeClr val="accent4"/>
        </a:buClr>
        <a:buFont typeface="Wingdings 2" panose="05020102010507070707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94230" indent="-182880" algn="l" rtl="0" eaLnBrk="1" latinLnBrk="0" hangingPunct="1">
        <a:spcBef>
          <a:spcPct val="20000"/>
        </a:spcBef>
        <a:buClr>
          <a:schemeClr val="accent4"/>
        </a:buClr>
        <a:buFont typeface="Wingdings 2" panose="05020102010507070707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rtl="0" eaLnBrk="1" latinLnBrk="0" hangingPunct="1">
        <a:spcBef>
          <a:spcPct val="20000"/>
        </a:spcBef>
        <a:buClr>
          <a:schemeClr val="accent4"/>
        </a:buClr>
        <a:buFont typeface="Wingdings 2" panose="05020102010507070707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计算机功能</a:t>
            </a:r>
            <a:endParaRPr lang="zh-CN" altLang="en-US" dirty="0"/>
          </a:p>
        </p:txBody>
      </p:sp>
      <p:sp>
        <p:nvSpPr>
          <p:cNvPr id="6147" name="Line 3"/>
          <p:cNvSpPr>
            <a:spLocks noChangeShapeType="1"/>
          </p:cNvSpPr>
          <p:nvPr/>
        </p:nvSpPr>
        <p:spPr bwMode="auto">
          <a:xfrm flipH="1">
            <a:off x="990600" y="1657350"/>
            <a:ext cx="1905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6148" name="Group 4"/>
          <p:cNvGrpSpPr/>
          <p:nvPr/>
        </p:nvGrpSpPr>
        <p:grpSpPr bwMode="auto">
          <a:xfrm>
            <a:off x="790575" y="2076450"/>
            <a:ext cx="7448550" cy="4114800"/>
            <a:chOff x="624" y="1236"/>
            <a:chExt cx="4692" cy="2592"/>
          </a:xfrm>
        </p:grpSpPr>
        <p:sp>
          <p:nvSpPr>
            <p:cNvPr id="6149" name="Rectangle 5"/>
            <p:cNvSpPr>
              <a:spLocks noChangeArrowheads="1"/>
            </p:cNvSpPr>
            <p:nvPr/>
          </p:nvSpPr>
          <p:spPr bwMode="auto">
            <a:xfrm>
              <a:off x="624" y="1236"/>
              <a:ext cx="4692" cy="2592"/>
            </a:xfrm>
            <a:prstGeom prst="rect">
              <a:avLst/>
            </a:prstGeom>
            <a:solidFill>
              <a:srgbClr val="DDDDDD"/>
            </a:solidFill>
            <a:ln w="12700" cap="sq">
              <a:solidFill>
                <a:srgbClr val="FF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150" name="Oval 6"/>
            <p:cNvSpPr>
              <a:spLocks noChangeArrowheads="1"/>
            </p:cNvSpPr>
            <p:nvPr/>
          </p:nvSpPr>
          <p:spPr bwMode="auto">
            <a:xfrm>
              <a:off x="1572" y="1908"/>
              <a:ext cx="960" cy="924"/>
            </a:xfrm>
            <a:prstGeom prst="ellipse">
              <a:avLst/>
            </a:prstGeom>
            <a:solidFill>
              <a:schemeClr val="accent2"/>
            </a:solidFill>
            <a:ln w="31750" cap="sq">
              <a:solidFill>
                <a:srgbClr val="FF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lang="zh-CN" altLang="en-US" sz="2800" b="1">
                  <a:solidFill>
                    <a:schemeClr val="bg1"/>
                  </a:solidFill>
                </a:rPr>
                <a:t>数据交换</a:t>
              </a:r>
            </a:p>
          </p:txBody>
        </p:sp>
        <p:sp>
          <p:nvSpPr>
            <p:cNvPr id="6151" name="Oval 7"/>
            <p:cNvSpPr>
              <a:spLocks noChangeArrowheads="1"/>
            </p:cNvSpPr>
            <p:nvPr/>
          </p:nvSpPr>
          <p:spPr bwMode="auto">
            <a:xfrm>
              <a:off x="2892" y="1896"/>
              <a:ext cx="960" cy="924"/>
            </a:xfrm>
            <a:prstGeom prst="ellipse">
              <a:avLst/>
            </a:prstGeom>
            <a:solidFill>
              <a:schemeClr val="accent2"/>
            </a:solidFill>
            <a:ln w="31750" cap="sq">
              <a:solidFill>
                <a:srgbClr val="FF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lang="zh-CN" altLang="en-US" sz="2800" b="1">
                  <a:solidFill>
                    <a:schemeClr val="bg1"/>
                  </a:solidFill>
                </a:rPr>
                <a:t>控制机制</a:t>
              </a:r>
              <a:endParaRPr lang="zh-CN" altLang="en-US" sz="2800" b="1"/>
            </a:p>
          </p:txBody>
        </p:sp>
        <p:sp>
          <p:nvSpPr>
            <p:cNvPr id="6152" name="Oval 8"/>
            <p:cNvSpPr>
              <a:spLocks noChangeArrowheads="1"/>
            </p:cNvSpPr>
            <p:nvPr/>
          </p:nvSpPr>
          <p:spPr bwMode="auto">
            <a:xfrm>
              <a:off x="4200" y="1404"/>
              <a:ext cx="960" cy="924"/>
            </a:xfrm>
            <a:prstGeom prst="ellipse">
              <a:avLst/>
            </a:prstGeom>
            <a:solidFill>
              <a:schemeClr val="accent2"/>
            </a:solidFill>
            <a:ln w="31750" cap="sq">
              <a:solidFill>
                <a:srgbClr val="FF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lang="zh-CN" altLang="en-US" sz="2800" b="1">
                  <a:solidFill>
                    <a:schemeClr val="bg1"/>
                  </a:solidFill>
                </a:rPr>
                <a:t>数据处理</a:t>
              </a:r>
              <a:endParaRPr lang="zh-CN" altLang="en-US" sz="2800" b="1"/>
            </a:p>
          </p:txBody>
        </p:sp>
        <p:sp>
          <p:nvSpPr>
            <p:cNvPr id="6153" name="Oval 9"/>
            <p:cNvSpPr>
              <a:spLocks noChangeArrowheads="1"/>
            </p:cNvSpPr>
            <p:nvPr/>
          </p:nvSpPr>
          <p:spPr bwMode="auto">
            <a:xfrm>
              <a:off x="4188" y="2676"/>
              <a:ext cx="960" cy="924"/>
            </a:xfrm>
            <a:prstGeom prst="ellipse">
              <a:avLst/>
            </a:prstGeom>
            <a:solidFill>
              <a:schemeClr val="accent2"/>
            </a:solidFill>
            <a:ln w="31750" cap="sq">
              <a:solidFill>
                <a:srgbClr val="FF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lang="zh-CN" altLang="en-US" sz="2800" b="1">
                  <a:solidFill>
                    <a:schemeClr val="bg1"/>
                  </a:solidFill>
                </a:rPr>
                <a:t>数据存储</a:t>
              </a:r>
              <a:endParaRPr lang="zh-CN" altLang="en-US" sz="2800" b="1"/>
            </a:p>
          </p:txBody>
        </p:sp>
        <p:sp>
          <p:nvSpPr>
            <p:cNvPr id="6154" name="Line 10"/>
            <p:cNvSpPr>
              <a:spLocks noChangeShapeType="1"/>
            </p:cNvSpPr>
            <p:nvPr/>
          </p:nvSpPr>
          <p:spPr bwMode="auto">
            <a:xfrm>
              <a:off x="2520" y="2268"/>
              <a:ext cx="360" cy="0"/>
            </a:xfrm>
            <a:prstGeom prst="line">
              <a:avLst/>
            </a:prstGeom>
            <a:noFill/>
            <a:ln w="31750" cap="sq">
              <a:solidFill>
                <a:srgbClr val="FF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155" name="Line 11"/>
            <p:cNvSpPr>
              <a:spLocks noChangeShapeType="1"/>
            </p:cNvSpPr>
            <p:nvPr/>
          </p:nvSpPr>
          <p:spPr bwMode="auto">
            <a:xfrm>
              <a:off x="2532" y="2484"/>
              <a:ext cx="372" cy="0"/>
            </a:xfrm>
            <a:prstGeom prst="line">
              <a:avLst/>
            </a:prstGeom>
            <a:noFill/>
            <a:ln w="31750" cap="sq">
              <a:solidFill>
                <a:srgbClr val="00FF00"/>
              </a:solidFill>
              <a:round/>
              <a:head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156" name="Line 12"/>
            <p:cNvSpPr>
              <a:spLocks noChangeShapeType="1"/>
            </p:cNvSpPr>
            <p:nvPr/>
          </p:nvSpPr>
          <p:spPr bwMode="auto">
            <a:xfrm flipV="1">
              <a:off x="3804" y="1932"/>
              <a:ext cx="420" cy="204"/>
            </a:xfrm>
            <a:prstGeom prst="line">
              <a:avLst/>
            </a:prstGeom>
            <a:noFill/>
            <a:ln w="31750" cap="sq">
              <a:solidFill>
                <a:srgbClr val="FF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157" name="Line 13"/>
            <p:cNvSpPr>
              <a:spLocks noChangeShapeType="1"/>
            </p:cNvSpPr>
            <p:nvPr/>
          </p:nvSpPr>
          <p:spPr bwMode="auto">
            <a:xfrm flipH="1">
              <a:off x="3852" y="2160"/>
              <a:ext cx="456" cy="168"/>
            </a:xfrm>
            <a:prstGeom prst="line">
              <a:avLst/>
            </a:prstGeom>
            <a:noFill/>
            <a:ln w="31750" cap="sq">
              <a:solidFill>
                <a:srgbClr val="00FF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158" name="Line 14"/>
            <p:cNvSpPr>
              <a:spLocks noChangeShapeType="1"/>
            </p:cNvSpPr>
            <p:nvPr/>
          </p:nvSpPr>
          <p:spPr bwMode="auto">
            <a:xfrm>
              <a:off x="3840" y="2520"/>
              <a:ext cx="516" cy="264"/>
            </a:xfrm>
            <a:prstGeom prst="line">
              <a:avLst/>
            </a:prstGeom>
            <a:noFill/>
            <a:ln w="31750" cap="sq">
              <a:solidFill>
                <a:srgbClr val="FF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159" name="Line 15"/>
            <p:cNvSpPr>
              <a:spLocks noChangeShapeType="1"/>
            </p:cNvSpPr>
            <p:nvPr/>
          </p:nvSpPr>
          <p:spPr bwMode="auto">
            <a:xfrm>
              <a:off x="3744" y="2664"/>
              <a:ext cx="468" cy="264"/>
            </a:xfrm>
            <a:prstGeom prst="line">
              <a:avLst/>
            </a:prstGeom>
            <a:noFill/>
            <a:ln w="31750" cap="sq">
              <a:solidFill>
                <a:srgbClr val="00FF00"/>
              </a:solidFill>
              <a:round/>
              <a:head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160" name="Line 16"/>
            <p:cNvSpPr>
              <a:spLocks noChangeShapeType="1"/>
            </p:cNvSpPr>
            <p:nvPr/>
          </p:nvSpPr>
          <p:spPr bwMode="auto">
            <a:xfrm>
              <a:off x="1200" y="2268"/>
              <a:ext cx="360" cy="0"/>
            </a:xfrm>
            <a:prstGeom prst="line">
              <a:avLst/>
            </a:prstGeom>
            <a:noFill/>
            <a:ln w="38100" cap="sq">
              <a:solidFill>
                <a:srgbClr val="FF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161" name="Line 17"/>
            <p:cNvSpPr>
              <a:spLocks noChangeShapeType="1"/>
            </p:cNvSpPr>
            <p:nvPr/>
          </p:nvSpPr>
          <p:spPr bwMode="auto">
            <a:xfrm>
              <a:off x="1176" y="2484"/>
              <a:ext cx="408" cy="0"/>
            </a:xfrm>
            <a:prstGeom prst="line">
              <a:avLst/>
            </a:prstGeom>
            <a:noFill/>
            <a:ln w="38100" cap="sq">
              <a:solidFill>
                <a:srgbClr val="00FF00"/>
              </a:solidFill>
              <a:round/>
              <a:head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162" name="Text Box 18"/>
            <p:cNvSpPr txBox="1">
              <a:spLocks noChangeArrowheads="1"/>
            </p:cNvSpPr>
            <p:nvPr/>
          </p:nvSpPr>
          <p:spPr bwMode="auto">
            <a:xfrm>
              <a:off x="816" y="2040"/>
              <a:ext cx="300" cy="5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lang="zh-CN" altLang="en-US" sz="2800" b="1">
                  <a:solidFill>
                    <a:srgbClr val="800000"/>
                  </a:solidFill>
                </a:rPr>
                <a:t>外界</a:t>
              </a:r>
              <a:endParaRPr lang="zh-CN" altLang="en-US" sz="2800"/>
            </a:p>
          </p:txBody>
        </p:sp>
        <p:sp>
          <p:nvSpPr>
            <p:cNvPr id="6163" name="Text Box 19"/>
            <p:cNvSpPr txBox="1">
              <a:spLocks noChangeArrowheads="1"/>
            </p:cNvSpPr>
            <p:nvPr/>
          </p:nvSpPr>
          <p:spPr bwMode="auto">
            <a:xfrm>
              <a:off x="2028" y="3480"/>
              <a:ext cx="184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lang="zh-CN" altLang="en-US" sz="2800" b="1">
                  <a:solidFill>
                    <a:srgbClr val="FF0000"/>
                  </a:solidFill>
                  <a:ea typeface="楷体_GB2312" pitchFamily="49" charset="-122"/>
                </a:rPr>
                <a:t>计算机功能框图</a:t>
              </a:r>
              <a:endParaRPr lang="zh-CN" altLang="en-US" sz="2800"/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</p:nvPr>
        </p:nvSpPr>
        <p:spPr>
          <a:xfrm>
            <a:off x="683568" y="260648"/>
            <a:ext cx="7772400" cy="1152128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subTitle" idx="1"/>
          </p:nvPr>
        </p:nvSpPr>
        <p:spPr>
          <a:xfrm>
            <a:off x="683568" y="1805940"/>
            <a:ext cx="2641373" cy="965860"/>
          </a:xfrm>
        </p:spPr>
        <p:txBody>
          <a:bodyPr/>
          <a:lstStyle/>
          <a:p>
            <a:r>
              <a:rPr lang="zh-CN" altLang="zh-CN" dirty="0" smtClean="0"/>
              <a:t>计算机</a:t>
            </a:r>
            <a:r>
              <a:rPr lang="zh-CN" altLang="zh-CN" dirty="0"/>
              <a:t>功能与硬件系统组成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0" name="Rectangle 8"/>
          <p:cNvSpPr>
            <a:spLocks noGrp="1" noChangeArrowheads="1"/>
          </p:cNvSpPr>
          <p:nvPr>
            <p:ph type="ctrTitle"/>
          </p:nvPr>
        </p:nvSpPr>
        <p:spPr>
          <a:xfrm>
            <a:off x="899592" y="692696"/>
            <a:ext cx="7772400" cy="1152128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dirty="0"/>
              <a:t>计算机系统</a:t>
            </a:r>
            <a:r>
              <a:rPr lang="zh-CN" altLang="en-US" dirty="0" smtClean="0"/>
              <a:t>简介</a:t>
            </a:r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type="subTitle" idx="1"/>
          </p:nvPr>
        </p:nvSpPr>
        <p:spPr>
          <a:xfrm>
            <a:off x="1043608" y="1988840"/>
            <a:ext cx="7772400" cy="1512168"/>
          </a:xfrm>
        </p:spPr>
        <p:txBody>
          <a:bodyPr>
            <a:normAutofit lnSpcReduction="10000"/>
          </a:bodyPr>
          <a:lstStyle/>
          <a:p>
            <a:r>
              <a:rPr lang="zh-CN" altLang="en-US" sz="2400" dirty="0">
                <a:latin typeface="+mn-ea"/>
              </a:rPr>
              <a:t>计算机系统由硬件系统和软件系统组成。硬件系统是计算机系统数据处理的物理基础，而软件系统则是实现数据处理的逻辑手段。</a:t>
            </a:r>
            <a:r>
              <a:rPr lang="zh-CN" altLang="en-US" sz="2400" dirty="0"/>
              <a:t/>
            </a:r>
            <a:br>
              <a:rPr lang="zh-CN" altLang="en-US" sz="2400" dirty="0"/>
            </a:br>
            <a:endParaRPr lang="zh-CN" altLang="en-US" sz="2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穿越">
  <a:themeElements>
    <a:clrScheme name="穿越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穿越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穿越">
      <a:fillStyleLst>
        <a:solidFill>
          <a:schemeClr val="phClr"/>
        </a:solidFill>
        <a:gradFill rotWithShape="1">
          <a:gsLst>
            <a:gs pos="0">
              <a:schemeClr val="phClr">
                <a:tint val="25000"/>
                <a:satMod val="125000"/>
              </a:schemeClr>
            </a:gs>
            <a:gs pos="40000">
              <a:schemeClr val="phClr">
                <a:tint val="55000"/>
                <a:satMod val="130000"/>
              </a:schemeClr>
            </a:gs>
            <a:gs pos="50000">
              <a:schemeClr val="phClr">
                <a:tint val="59000"/>
                <a:satMod val="130000"/>
              </a:schemeClr>
            </a:gs>
            <a:gs pos="65000">
              <a:schemeClr val="phClr">
                <a:tint val="55000"/>
                <a:satMod val="130000"/>
              </a:schemeClr>
            </a:gs>
            <a:gs pos="100000">
              <a:schemeClr val="phClr">
                <a:tint val="20000"/>
                <a:satMod val="12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8000"/>
                <a:satMod val="138000"/>
              </a:schemeClr>
            </a:gs>
            <a:gs pos="25000">
              <a:schemeClr val="phClr">
                <a:tint val="85000"/>
              </a:schemeClr>
            </a:gs>
            <a:gs pos="40000">
              <a:schemeClr val="phClr">
                <a:tint val="92000"/>
              </a:schemeClr>
            </a:gs>
            <a:gs pos="50000">
              <a:schemeClr val="phClr">
                <a:tint val="93000"/>
              </a:schemeClr>
            </a:gs>
            <a:gs pos="60000">
              <a:schemeClr val="phClr">
                <a:tint val="92000"/>
              </a:schemeClr>
            </a:gs>
            <a:gs pos="75000">
              <a:schemeClr val="phClr">
                <a:tint val="83000"/>
                <a:satMod val="108000"/>
              </a:schemeClr>
            </a:gs>
            <a:gs pos="100000">
              <a:schemeClr val="phClr">
                <a:tint val="48000"/>
                <a:satMod val="150000"/>
              </a:schemeClr>
            </a:gs>
          </a:gsLst>
          <a:lin ang="5400000" scaled="0"/>
        </a:gradFill>
      </a:fillStyleLst>
      <a:lnStyleLst>
        <a:ln w="12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</a:effectStyle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>
            <a:bevelT w="0" h="0"/>
            <a:contourClr>
              <a:schemeClr val="phClr">
                <a:tint val="70000"/>
              </a:schemeClr>
            </a:contourClr>
          </a:sp3d>
        </a:effectStyle>
        <a:effectStyle>
          <a:effectLst>
            <a:glow rad="101500">
              <a:schemeClr val="phClr">
                <a:alpha val="42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glow" dir="t">
              <a:rot lat="0" lon="0" rev="4800000"/>
            </a:lightRig>
          </a:scene3d>
          <a:sp3d prstMaterial="powder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bg1">
                <a:shade val="100000"/>
                <a:satMod val="150000"/>
              </a:schemeClr>
            </a:gs>
            <a:gs pos="65000">
              <a:schemeClr val="bg1">
                <a:shade val="90000"/>
                <a:satMod val="375000"/>
              </a:schemeClr>
            </a:gs>
            <a:gs pos="100000">
              <a:schemeClr val="phClr">
                <a:tint val="88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0000"/>
                <a:satMod val="180000"/>
              </a:schemeClr>
              <a:schemeClr val="phClr">
                <a:tint val="90000"/>
                <a:satMod val="20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Metro</Template>
  <TotalTime>5</TotalTime>
  <Words>51</Words>
  <Application>Microsoft Office PowerPoint</Application>
  <PresentationFormat>全屏显示(4:3)</PresentationFormat>
  <Paragraphs>11</Paragraphs>
  <Slides>4</Slides>
  <Notes>1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5" baseType="lpstr">
      <vt:lpstr>穿越</vt:lpstr>
      <vt:lpstr>计算机功能</vt:lpstr>
      <vt:lpstr>PowerPoint 演示文稿</vt:lpstr>
      <vt:lpstr>PowerPoint 演示文稿</vt:lpstr>
      <vt:lpstr>计算机系统简介</vt:lpstr>
    </vt:vector>
  </TitlesOfParts>
  <Company>BH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计算机系统简介</dc:title>
  <dc:creator>Zhang</dc:creator>
  <cp:lastModifiedBy>ZhijieIT</cp:lastModifiedBy>
  <cp:revision>26</cp:revision>
  <dcterms:created xsi:type="dcterms:W3CDTF">2001-11-25T17:22:00Z</dcterms:created>
  <dcterms:modified xsi:type="dcterms:W3CDTF">2020-07-10T05:57:21Z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2052-11.1.0.9740</vt:lpwstr>
  </property>
</Properties>
</file>