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6"/>
  </p:notesMasterIdLst>
  <p:sldIdLst>
    <p:sldId id="258" r:id="rId2"/>
    <p:sldId id="257" r:id="rId3"/>
    <p:sldId id="260" r:id="rId4"/>
    <p:sldId id="261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924" y="-576"/>
      </p:cViewPr>
      <p:guideLst>
        <p:guide orient="horz" pos="2160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3EB97E5-787A-4243-843D-1168C8E9530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3654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B97E5-787A-4243-843D-1168C8E95307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硬件系统只是计算机系统的一部分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B97E5-787A-4243-843D-1168C8E95307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55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922F-5F89-46A6-8F46-8646A5DD6DF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7AD58-AD17-4685-AFAC-386DC6949E2B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8391-EC6B-48C1-B998-D0FAA024660B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07CB-3F24-4B29-92AD-1ADD49140CEA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9F16-C466-446F-8771-D28E908FB7D2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CF9-309B-42FB-8071-3BBBD0A06904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CAE14-10CF-4F45-9C9E-152A8C5D4F77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ACFF-34E1-4733-9060-E71B6E138746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B5837C7E-85AE-409B-9912-1E3C32584B27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9E3B-9633-4673-ADBD-25C5E82B7260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1075-1152-4B6B-AA71-C7133B461F4B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6A3DBD7-6A05-42BC-9C32-14A449475C0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DA1DA027-99D1-449A-A6C0-BB5BE06ED330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200" dirty="0" smtClean="0">
                <a:latin typeface="黑体" pitchFamily="49" charset="-122"/>
                <a:ea typeface="黑体" pitchFamily="49" charset="-122"/>
              </a:rPr>
              <a:t>计算机系统</a:t>
            </a:r>
            <a:endParaRPr lang="zh-CN" altLang="en-US" sz="5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zh-CN" sz="3000" dirty="0" smtClean="0"/>
              <a:t>计算机</a:t>
            </a:r>
            <a:r>
              <a:rPr lang="zh-CN" altLang="zh-CN" sz="3000" dirty="0"/>
              <a:t>功能与硬件系统组成</a:t>
            </a:r>
            <a:endParaRPr lang="zh-CN" altLang="en-US" sz="3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计算机系统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+mn-ea"/>
              </a:rPr>
              <a:t>计算机系统由硬件系统和软件系统组成。硬件系统是计算机系统数据处理的物理基础，而软件系统则是实现数据处理的逻辑手段。</a:t>
            </a:r>
            <a:r>
              <a:rPr lang="zh-CN" altLang="en-US" sz="2400" dirty="0"/>
              <a:t/>
            </a:r>
            <a:br>
              <a:rPr lang="zh-CN" altLang="en-US" sz="2400" dirty="0"/>
            </a:br>
            <a:endParaRPr lang="zh-CN" altLang="en-US" sz="24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191527"/>
            <a:ext cx="4038600" cy="3343309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计算机功能</a:t>
            </a:r>
            <a:endParaRPr lang="zh-CN" altLang="en-US" dirty="0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790575" y="207645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 dirty="0">
                  <a:solidFill>
                    <a:schemeClr val="bg1"/>
                  </a:solidFill>
                </a:rPr>
                <a:t>数据交换</a:t>
              </a: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计算机硬件系统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53</TotalTime>
  <Words>62</Words>
  <Application>Microsoft Office PowerPoint</Application>
  <PresentationFormat>全屏显示(4:3)</PresentationFormat>
  <Paragraphs>15</Paragraphs>
  <Slides>4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凤舞九天</vt:lpstr>
      <vt:lpstr>计算机系统</vt:lpstr>
      <vt:lpstr>计算机系统简介</vt:lpstr>
      <vt:lpstr>计算机功能</vt:lpstr>
      <vt:lpstr>计算机硬件系统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计算机系统简介</dc:title>
  <dc:creator>Zhang</dc:creator>
  <cp:lastModifiedBy>86133</cp:lastModifiedBy>
  <cp:revision>30</cp:revision>
  <dcterms:created xsi:type="dcterms:W3CDTF">2001-11-25T17:22:00Z</dcterms:created>
  <dcterms:modified xsi:type="dcterms:W3CDTF">2021-05-21T05:53:50Z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