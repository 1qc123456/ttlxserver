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2C846-FE7E-4860-ACC5-A95E11291B25}" type="datetimeFigureOut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714CA-2752-4BE1-A227-1BDACE3F42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110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EA080-9C33-4D47-B317-A8B327A76133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马尔代夫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FCC5A1B5-CD0A-4086-9306-9A21EE4649CE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r>
              <a:rPr lang="zh-CN" altLang="en-US" smtClean="0"/>
              <a:t>马尔代夫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390A5-328E-4E53-98C0-AAC1E44E1C66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马尔代夫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E93F-B392-4115-9F9C-4BB2EE6AE4C1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马尔代夫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BE1D7-AEF3-44C6-AFEB-EB4BED279F6F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马尔代夫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DCC53-1577-487C-8BA2-A7054AE7AE90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马尔代夫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7348-5317-418D-BF82-AEF04500F5C2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马尔代夫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B6F56-13F5-4D5B-96BF-74AED6040776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马尔代夫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18423-6FFF-4B2F-A997-F3B27D2D8B0E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马尔代夫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A3B82-9497-4242-A737-373EC653DF15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马尔代夫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1D927-773B-49BD-A021-A9E2161ED323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马尔代夫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7B86405E-A0B5-42C7-BDFE-2CA41D31C025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smtClean="0"/>
              <a:t>马尔代夫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heel spokes="1"/>
  </p:transition>
  <p:hf hdr="0" dt="0"/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523031"/>
      </p:ext>
    </p:extLst>
  </p:cSld>
  <p:clrMapOvr>
    <a:masterClrMapping/>
  </p:clrMapOvr>
  <p:transition spd="slow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990" y="1600200"/>
            <a:ext cx="7026019" cy="4686300"/>
          </a:xfr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马尔代夫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59888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旅游攻略</a:t>
            </a:r>
            <a:endParaRPr lang="zh-CN" altLang="en-US" dirty="0"/>
          </a:p>
        </p:txBody>
      </p:sp>
      <p:sp>
        <p:nvSpPr>
          <p:cNvPr id="5" name="竖排文字占位符 4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马尔代夫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93762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4</TotalTime>
  <Words>6</Words>
  <Application>Microsoft Office PowerPoint</Application>
  <PresentationFormat>全屏显示(4:3)</PresentationFormat>
  <Paragraphs>5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暗香扑面</vt:lpstr>
      <vt:lpstr>PowerPoint 演示文稿</vt:lpstr>
      <vt:lpstr>PowerPoint 演示文稿</vt:lpstr>
      <vt:lpstr>旅游攻略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7</cp:revision>
  <dcterms:created xsi:type="dcterms:W3CDTF">2019-10-09T05:45:29Z</dcterms:created>
  <dcterms:modified xsi:type="dcterms:W3CDTF">2021-04-20T07:07:08Z</dcterms:modified>
</cp:coreProperties>
</file>