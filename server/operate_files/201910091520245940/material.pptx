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52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59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旅游攻略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93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全屏显示(4:3)</PresentationFormat>
  <Paragraphs>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旅游攻略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2</cp:revision>
  <dcterms:created xsi:type="dcterms:W3CDTF">2019-10-09T05:45:29Z</dcterms:created>
  <dcterms:modified xsi:type="dcterms:W3CDTF">2019-10-15T06:58:07Z</dcterms:modified>
</cp:coreProperties>
</file>