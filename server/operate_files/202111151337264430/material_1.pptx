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84" r:id="rId1"/>
  </p:sldMasterIdLst>
  <p:notesMasterIdLst>
    <p:notesMasterId r:id="rId16"/>
  </p:notesMasterIdLst>
  <p:handoutMasterIdLst>
    <p:handoutMasterId r:id="rId17"/>
  </p:handoutMasterIdLst>
  <p:sldIdLst>
    <p:sldId id="256" r:id="rId2"/>
    <p:sldId id="269" r:id="rId3"/>
    <p:sldId id="270" r:id="rId4"/>
    <p:sldId id="257" r:id="rId5"/>
    <p:sldId id="259" r:id="rId6"/>
    <p:sldId id="261" r:id="rId7"/>
    <p:sldId id="260" r:id="rId8"/>
    <p:sldId id="263" r:id="rId9"/>
    <p:sldId id="262" r:id="rId10"/>
    <p:sldId id="264" r:id="rId11"/>
    <p:sldId id="265" r:id="rId12"/>
    <p:sldId id="266" r:id="rId13"/>
    <p:sldId id="267" r:id="rId14"/>
    <p:sldId id="268" r:id="rId15"/>
  </p:sldIdLst>
  <p:sldSz cx="9144000" cy="6858000" type="screen4x3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66" autoAdjust="0"/>
    <p:restoredTop sz="94660"/>
  </p:normalViewPr>
  <p:slideViewPr>
    <p:cSldViewPr>
      <p:cViewPr varScale="1">
        <p:scale>
          <a:sx n="93" d="100"/>
          <a:sy n="93" d="100"/>
        </p:scale>
        <p:origin x="-102" y="-3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0.xml"/><Relationship Id="rId2" Type="http://schemas.openxmlformats.org/officeDocument/2006/relationships/slide" Target="../slides/slide6.xml"/><Relationship Id="rId1" Type="http://schemas.openxmlformats.org/officeDocument/2006/relationships/slide" Target="../slides/slide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C532F14-4D62-444F-BD7D-FD1070A8101A}" type="doc">
      <dgm:prSet loTypeId="urn:microsoft.com/office/officeart/2005/8/layout/h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52D056A8-6E7F-4BF5-B38D-B677AAF890CA}">
      <dgm:prSet phldrT="[文本]"/>
      <dgm:spPr/>
      <dgm:t>
        <a:bodyPr/>
        <a:lstStyle/>
        <a:p>
          <a:r>
            <a:rPr lang="zh-CN" altLang="en-US" dirty="0" smtClean="0">
              <a:hlinkClick xmlns:r="http://schemas.openxmlformats.org/officeDocument/2006/relationships" r:id="rId1" action="ppaction://hlinksldjump"/>
            </a:rPr>
            <a:t>关于诺贝尔奖</a:t>
          </a:r>
          <a:endParaRPr lang="zh-CN" altLang="en-US" dirty="0"/>
        </a:p>
      </dgm:t>
    </dgm:pt>
    <dgm:pt modelId="{27D49CD8-1D7A-462A-BA67-044C433EB5B2}" type="parTrans" cxnId="{2B3AED1C-8FC1-4A5E-B100-87F9EED1DB7F}">
      <dgm:prSet/>
      <dgm:spPr/>
      <dgm:t>
        <a:bodyPr/>
        <a:lstStyle/>
        <a:p>
          <a:endParaRPr lang="zh-CN" altLang="en-US"/>
        </a:p>
      </dgm:t>
    </dgm:pt>
    <dgm:pt modelId="{FE11C5B0-2C2B-4F87-8789-C76B34217E3B}" type="sibTrans" cxnId="{2B3AED1C-8FC1-4A5E-B100-87F9EED1DB7F}">
      <dgm:prSet/>
      <dgm:spPr/>
      <dgm:t>
        <a:bodyPr/>
        <a:lstStyle/>
        <a:p>
          <a:endParaRPr lang="zh-CN" altLang="en-US"/>
        </a:p>
      </dgm:t>
    </dgm:pt>
    <dgm:pt modelId="{844E146F-D294-43C5-9347-ED87A6AC6494}">
      <dgm:prSet phldrT="[文本]"/>
      <dgm:spPr/>
      <dgm:t>
        <a:bodyPr/>
        <a:lstStyle/>
        <a:p>
          <a:r>
            <a:rPr lang="zh-CN" altLang="en-US" dirty="0" smtClean="0">
              <a:hlinkClick xmlns:r="http://schemas.openxmlformats.org/officeDocument/2006/relationships" r:id="rId2" action="ppaction://hlinksldjump"/>
            </a:rPr>
            <a:t>诺贝尔奖历史上的趣闻</a:t>
          </a:r>
          <a:endParaRPr lang="zh-CN" altLang="en-US" dirty="0"/>
        </a:p>
      </dgm:t>
    </dgm:pt>
    <dgm:pt modelId="{4261E32D-F5DE-4B57-B63C-8F1A718F9B7A}" type="parTrans" cxnId="{B2CCC7F6-82F3-4BEE-856A-5FE5A6AACDF0}">
      <dgm:prSet/>
      <dgm:spPr/>
      <dgm:t>
        <a:bodyPr/>
        <a:lstStyle/>
        <a:p>
          <a:endParaRPr lang="zh-CN" altLang="en-US"/>
        </a:p>
      </dgm:t>
    </dgm:pt>
    <dgm:pt modelId="{AF812671-B218-496A-B2E2-7479F2C98F6D}" type="sibTrans" cxnId="{B2CCC7F6-82F3-4BEE-856A-5FE5A6AACDF0}">
      <dgm:prSet/>
      <dgm:spPr/>
      <dgm:t>
        <a:bodyPr/>
        <a:lstStyle/>
        <a:p>
          <a:endParaRPr lang="zh-CN" altLang="en-US"/>
        </a:p>
      </dgm:t>
    </dgm:pt>
    <dgm:pt modelId="{1712D015-88F9-474E-A396-86A48B07E5D1}">
      <dgm:prSet phldrT="[文本]"/>
      <dgm:spPr/>
      <dgm:t>
        <a:bodyPr/>
        <a:lstStyle/>
        <a:p>
          <a:r>
            <a:rPr lang="zh-CN" altLang="zh-CN" dirty="0" smtClean="0">
              <a:hlinkClick xmlns:r="http://schemas.openxmlformats.org/officeDocument/2006/relationships" r:id="rId3" action="ppaction://hlinksldjump"/>
            </a:rPr>
            <a:t>诺贝尔奖证书，每张都是一幅画！</a:t>
          </a:r>
          <a:endParaRPr lang="zh-CN" altLang="en-US" dirty="0"/>
        </a:p>
      </dgm:t>
    </dgm:pt>
    <dgm:pt modelId="{53DF0B6E-A16D-45C7-B1FF-88C1125C27CD}" type="parTrans" cxnId="{A056F117-3F3E-4DAE-B671-2AAF7B7D746B}">
      <dgm:prSet/>
      <dgm:spPr/>
      <dgm:t>
        <a:bodyPr/>
        <a:lstStyle/>
        <a:p>
          <a:endParaRPr lang="zh-CN" altLang="en-US"/>
        </a:p>
      </dgm:t>
    </dgm:pt>
    <dgm:pt modelId="{CC577DC8-2BF2-440C-9D37-290E16A26274}" type="sibTrans" cxnId="{A056F117-3F3E-4DAE-B671-2AAF7B7D746B}">
      <dgm:prSet/>
      <dgm:spPr/>
      <dgm:t>
        <a:bodyPr/>
        <a:lstStyle/>
        <a:p>
          <a:endParaRPr lang="zh-CN" altLang="en-US"/>
        </a:p>
      </dgm:t>
    </dgm:pt>
    <dgm:pt modelId="{FFA6DFB7-7791-4031-818E-173455A4E27E}" type="pres">
      <dgm:prSet presAssocID="{2C532F14-4D62-444F-BD7D-FD1070A8101A}" presName="Name0" presStyleCnt="0">
        <dgm:presLayoutVars>
          <dgm:dir/>
          <dgm:resizeHandles val="exact"/>
        </dgm:presLayoutVars>
      </dgm:prSet>
      <dgm:spPr/>
    </dgm:pt>
    <dgm:pt modelId="{19A2809B-10B0-42D9-B030-FEABD9A857A4}" type="pres">
      <dgm:prSet presAssocID="{52D056A8-6E7F-4BF5-B38D-B677AAF890CA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4139F2F-70D5-495D-8055-E103E8CF97AE}" type="pres">
      <dgm:prSet presAssocID="{FE11C5B0-2C2B-4F87-8789-C76B34217E3B}" presName="sibTrans" presStyleCnt="0"/>
      <dgm:spPr/>
    </dgm:pt>
    <dgm:pt modelId="{AED288F3-2405-4C80-835A-3F896F305B94}" type="pres">
      <dgm:prSet presAssocID="{844E146F-D294-43C5-9347-ED87A6AC6494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188235E-3B25-4D0D-9065-E281ADDED821}" type="pres">
      <dgm:prSet presAssocID="{AF812671-B218-496A-B2E2-7479F2C98F6D}" presName="sibTrans" presStyleCnt="0"/>
      <dgm:spPr/>
    </dgm:pt>
    <dgm:pt modelId="{E19707E5-E913-4A0F-87EC-288AC91FB626}" type="pres">
      <dgm:prSet presAssocID="{1712D015-88F9-474E-A396-86A48B07E5D1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3FCB546F-89FB-4336-BFCE-4CDB5CF71E1B}" type="presOf" srcId="{2C532F14-4D62-444F-BD7D-FD1070A8101A}" destId="{FFA6DFB7-7791-4031-818E-173455A4E27E}" srcOrd="0" destOrd="0" presId="urn:microsoft.com/office/officeart/2005/8/layout/hList6"/>
    <dgm:cxn modelId="{2B3AED1C-8FC1-4A5E-B100-87F9EED1DB7F}" srcId="{2C532F14-4D62-444F-BD7D-FD1070A8101A}" destId="{52D056A8-6E7F-4BF5-B38D-B677AAF890CA}" srcOrd="0" destOrd="0" parTransId="{27D49CD8-1D7A-462A-BA67-044C433EB5B2}" sibTransId="{FE11C5B0-2C2B-4F87-8789-C76B34217E3B}"/>
    <dgm:cxn modelId="{B2CCC7F6-82F3-4BEE-856A-5FE5A6AACDF0}" srcId="{2C532F14-4D62-444F-BD7D-FD1070A8101A}" destId="{844E146F-D294-43C5-9347-ED87A6AC6494}" srcOrd="1" destOrd="0" parTransId="{4261E32D-F5DE-4B57-B63C-8F1A718F9B7A}" sibTransId="{AF812671-B218-496A-B2E2-7479F2C98F6D}"/>
    <dgm:cxn modelId="{A3016090-84A7-4DF9-8BE3-3BC46E180869}" type="presOf" srcId="{1712D015-88F9-474E-A396-86A48B07E5D1}" destId="{E19707E5-E913-4A0F-87EC-288AC91FB626}" srcOrd="0" destOrd="0" presId="urn:microsoft.com/office/officeart/2005/8/layout/hList6"/>
    <dgm:cxn modelId="{81995E45-19BC-4168-9BA1-34E6FDA1C70F}" type="presOf" srcId="{844E146F-D294-43C5-9347-ED87A6AC6494}" destId="{AED288F3-2405-4C80-835A-3F896F305B94}" srcOrd="0" destOrd="0" presId="urn:microsoft.com/office/officeart/2005/8/layout/hList6"/>
    <dgm:cxn modelId="{40153E4D-7284-4530-A3C5-08EEA68561C3}" type="presOf" srcId="{52D056A8-6E7F-4BF5-B38D-B677AAF890CA}" destId="{19A2809B-10B0-42D9-B030-FEABD9A857A4}" srcOrd="0" destOrd="0" presId="urn:microsoft.com/office/officeart/2005/8/layout/hList6"/>
    <dgm:cxn modelId="{A056F117-3F3E-4DAE-B671-2AAF7B7D746B}" srcId="{2C532F14-4D62-444F-BD7D-FD1070A8101A}" destId="{1712D015-88F9-474E-A396-86A48B07E5D1}" srcOrd="2" destOrd="0" parTransId="{53DF0B6E-A16D-45C7-B1FF-88C1125C27CD}" sibTransId="{CC577DC8-2BF2-440C-9D37-290E16A26274}"/>
    <dgm:cxn modelId="{837C638D-F0A1-4498-8583-D4216D097E93}" type="presParOf" srcId="{FFA6DFB7-7791-4031-818E-173455A4E27E}" destId="{19A2809B-10B0-42D9-B030-FEABD9A857A4}" srcOrd="0" destOrd="0" presId="urn:microsoft.com/office/officeart/2005/8/layout/hList6"/>
    <dgm:cxn modelId="{D91EA7F9-73F6-4EC5-874D-DDD7BE4DFA2E}" type="presParOf" srcId="{FFA6DFB7-7791-4031-818E-173455A4E27E}" destId="{F4139F2F-70D5-495D-8055-E103E8CF97AE}" srcOrd="1" destOrd="0" presId="urn:microsoft.com/office/officeart/2005/8/layout/hList6"/>
    <dgm:cxn modelId="{3FE42982-0C3E-4596-903F-CB296D98BB2E}" type="presParOf" srcId="{FFA6DFB7-7791-4031-818E-173455A4E27E}" destId="{AED288F3-2405-4C80-835A-3F896F305B94}" srcOrd="2" destOrd="0" presId="urn:microsoft.com/office/officeart/2005/8/layout/hList6"/>
    <dgm:cxn modelId="{3506DF63-FE29-46D5-A896-E0284CD90D6C}" type="presParOf" srcId="{FFA6DFB7-7791-4031-818E-173455A4E27E}" destId="{F188235E-3B25-4D0D-9065-E281ADDED821}" srcOrd="3" destOrd="0" presId="urn:microsoft.com/office/officeart/2005/8/layout/hList6"/>
    <dgm:cxn modelId="{E93E63C6-E69A-46A3-8E4D-67116E27BFE1}" type="presParOf" srcId="{FFA6DFB7-7791-4031-818E-173455A4E27E}" destId="{E19707E5-E913-4A0F-87EC-288AC91FB626}" srcOrd="4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A753A6F-77A6-4DD5-94A8-3926A78C1AF2}" type="doc">
      <dgm:prSet loTypeId="urn:microsoft.com/office/officeart/2005/8/layout/h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667E1FFD-F2D4-431F-B0FA-C3435EF3025A}">
      <dgm:prSet phldrT="[文本]"/>
      <dgm:spPr/>
      <dgm:t>
        <a:bodyPr/>
        <a:lstStyle/>
        <a:p>
          <a:pPr rtl="0"/>
          <a:r>
            <a:rPr lang="zh-CN" dirty="0" smtClean="0"/>
            <a:t>每年</a:t>
          </a:r>
          <a:r>
            <a:rPr lang="en-US" dirty="0" smtClean="0"/>
            <a:t>9</a:t>
          </a:r>
          <a:r>
            <a:rPr lang="zh-CN" dirty="0" smtClean="0"/>
            <a:t>月至次年</a:t>
          </a:r>
          <a:r>
            <a:rPr lang="en-US" dirty="0" smtClean="0"/>
            <a:t>1</a:t>
          </a:r>
          <a:r>
            <a:rPr lang="zh-CN" dirty="0" smtClean="0"/>
            <a:t>月</a:t>
          </a:r>
          <a:r>
            <a:rPr lang="en-US" dirty="0" smtClean="0"/>
            <a:t>31</a:t>
          </a:r>
          <a:r>
            <a:rPr lang="zh-CN" dirty="0" smtClean="0"/>
            <a:t>日</a:t>
          </a:r>
          <a:endParaRPr lang="zh-CN" altLang="en-US" dirty="0"/>
        </a:p>
      </dgm:t>
    </dgm:pt>
    <dgm:pt modelId="{F84D1DDC-E2FB-4A76-A2DE-FE6F5E943F01}" type="parTrans" cxnId="{901B9424-B5B0-43B8-B000-3F871ADB35DF}">
      <dgm:prSet/>
      <dgm:spPr/>
      <dgm:t>
        <a:bodyPr/>
        <a:lstStyle/>
        <a:p>
          <a:endParaRPr lang="zh-CN" altLang="en-US"/>
        </a:p>
      </dgm:t>
    </dgm:pt>
    <dgm:pt modelId="{92B7826A-0477-4300-B6C3-9A0FFFBD6A78}" type="sibTrans" cxnId="{901B9424-B5B0-43B8-B000-3F871ADB35DF}">
      <dgm:prSet/>
      <dgm:spPr/>
      <dgm:t>
        <a:bodyPr/>
        <a:lstStyle/>
        <a:p>
          <a:endParaRPr lang="zh-CN" altLang="en-US"/>
        </a:p>
      </dgm:t>
    </dgm:pt>
    <dgm:pt modelId="{68815FD7-7666-4E02-8B78-73F8A6FAAEF3}">
      <dgm:prSet phldrT="[文本]"/>
      <dgm:spPr/>
      <dgm:t>
        <a:bodyPr/>
        <a:lstStyle/>
        <a:p>
          <a:r>
            <a:rPr lang="zh-CN" dirty="0" smtClean="0"/>
            <a:t>接受各项诺贝尔奖推荐的候选人</a:t>
          </a:r>
          <a:endParaRPr lang="zh-CN" altLang="en-US" dirty="0"/>
        </a:p>
      </dgm:t>
    </dgm:pt>
    <dgm:pt modelId="{79F1C852-F119-4210-9F12-28EEB60C0E28}" type="parTrans" cxnId="{E00A3B9B-16B0-4746-A405-D5656009BCC0}">
      <dgm:prSet/>
      <dgm:spPr/>
      <dgm:t>
        <a:bodyPr/>
        <a:lstStyle/>
        <a:p>
          <a:endParaRPr lang="zh-CN" altLang="en-US"/>
        </a:p>
      </dgm:t>
    </dgm:pt>
    <dgm:pt modelId="{A656601C-00D1-427E-A1F7-D7F58012AA3B}" type="sibTrans" cxnId="{E00A3B9B-16B0-4746-A405-D5656009BCC0}">
      <dgm:prSet/>
      <dgm:spPr/>
      <dgm:t>
        <a:bodyPr/>
        <a:lstStyle/>
        <a:p>
          <a:endParaRPr lang="zh-CN" altLang="en-US"/>
        </a:p>
      </dgm:t>
    </dgm:pt>
    <dgm:pt modelId="{B46BE41F-34D9-422A-8F8B-ED27CABA2CCB}">
      <dgm:prSet phldrT="[文本]"/>
      <dgm:spPr/>
      <dgm:t>
        <a:bodyPr/>
        <a:lstStyle/>
        <a:p>
          <a:pPr rtl="0"/>
          <a:r>
            <a:rPr lang="en-US" dirty="0" smtClean="0"/>
            <a:t>10</a:t>
          </a:r>
          <a:r>
            <a:rPr lang="zh-CN" dirty="0" smtClean="0"/>
            <a:t>月中旬</a:t>
          </a:r>
          <a:endParaRPr lang="zh-CN" altLang="en-US" dirty="0"/>
        </a:p>
      </dgm:t>
    </dgm:pt>
    <dgm:pt modelId="{56AC622F-9237-4713-B7DD-8E74F78F7F54}" type="parTrans" cxnId="{2CE77FF5-FDB2-43B9-9A74-D71F82F9793F}">
      <dgm:prSet/>
      <dgm:spPr/>
      <dgm:t>
        <a:bodyPr/>
        <a:lstStyle/>
        <a:p>
          <a:endParaRPr lang="zh-CN" altLang="en-US"/>
        </a:p>
      </dgm:t>
    </dgm:pt>
    <dgm:pt modelId="{FAC463EC-7F29-4FD0-AEFC-936B2BD20E51}" type="sibTrans" cxnId="{2CE77FF5-FDB2-43B9-9A74-D71F82F9793F}">
      <dgm:prSet/>
      <dgm:spPr/>
      <dgm:t>
        <a:bodyPr/>
        <a:lstStyle/>
        <a:p>
          <a:endParaRPr lang="zh-CN" altLang="en-US"/>
        </a:p>
      </dgm:t>
    </dgm:pt>
    <dgm:pt modelId="{10E16777-49B7-491C-948B-6B82ECE735D1}">
      <dgm:prSet phldrT="[文本]"/>
      <dgm:spPr/>
      <dgm:t>
        <a:bodyPr/>
        <a:lstStyle/>
        <a:p>
          <a:r>
            <a:rPr lang="zh-CN" dirty="0" smtClean="0"/>
            <a:t>公布各项诺贝尔奖获得者名单</a:t>
          </a:r>
          <a:endParaRPr lang="zh-CN" altLang="en-US" dirty="0"/>
        </a:p>
      </dgm:t>
    </dgm:pt>
    <dgm:pt modelId="{9CB44CE7-6D68-488F-A66D-07FB4C4350DA}" type="parTrans" cxnId="{B991C7FA-BB4A-4194-BF69-6C087AF73775}">
      <dgm:prSet/>
      <dgm:spPr/>
      <dgm:t>
        <a:bodyPr/>
        <a:lstStyle/>
        <a:p>
          <a:endParaRPr lang="zh-CN" altLang="en-US"/>
        </a:p>
      </dgm:t>
    </dgm:pt>
    <dgm:pt modelId="{DAA26BCC-6B1C-47AE-B93E-30D8020612B8}" type="sibTrans" cxnId="{B991C7FA-BB4A-4194-BF69-6C087AF73775}">
      <dgm:prSet/>
      <dgm:spPr/>
      <dgm:t>
        <a:bodyPr/>
        <a:lstStyle/>
        <a:p>
          <a:endParaRPr lang="zh-CN" altLang="en-US"/>
        </a:p>
      </dgm:t>
    </dgm:pt>
    <dgm:pt modelId="{1CCB882D-D699-401A-A42A-324656405579}">
      <dgm:prSet phldrT="[文本]"/>
      <dgm:spPr/>
      <dgm:t>
        <a:bodyPr/>
        <a:lstStyle/>
        <a:p>
          <a:pPr rtl="0"/>
          <a:r>
            <a:rPr lang="en-US" dirty="0" smtClean="0"/>
            <a:t>12</a:t>
          </a:r>
          <a:r>
            <a:rPr lang="zh-CN" dirty="0" smtClean="0"/>
            <a:t>月</a:t>
          </a:r>
          <a:r>
            <a:rPr lang="en-US" dirty="0" smtClean="0"/>
            <a:t>10</a:t>
          </a:r>
          <a:r>
            <a:rPr lang="zh-CN" dirty="0" smtClean="0"/>
            <a:t>日诺贝尔逝世纪念日</a:t>
          </a:r>
          <a:endParaRPr lang="zh-CN" altLang="en-US" dirty="0"/>
        </a:p>
      </dgm:t>
    </dgm:pt>
    <dgm:pt modelId="{DA8B74D4-C7F5-4A10-A711-79F946C43DD8}" type="parTrans" cxnId="{F215D795-7AC1-41C3-B31A-8AE2DF6B55BA}">
      <dgm:prSet/>
      <dgm:spPr/>
      <dgm:t>
        <a:bodyPr/>
        <a:lstStyle/>
        <a:p>
          <a:endParaRPr lang="zh-CN" altLang="en-US"/>
        </a:p>
      </dgm:t>
    </dgm:pt>
    <dgm:pt modelId="{A09F4412-CF25-4B3D-99A7-6DCE6413C062}" type="sibTrans" cxnId="{F215D795-7AC1-41C3-B31A-8AE2DF6B55BA}">
      <dgm:prSet/>
      <dgm:spPr/>
      <dgm:t>
        <a:bodyPr/>
        <a:lstStyle/>
        <a:p>
          <a:endParaRPr lang="zh-CN" altLang="en-US"/>
        </a:p>
      </dgm:t>
    </dgm:pt>
    <dgm:pt modelId="{48C8150F-3C76-4609-980B-4B05F18C0B4E}">
      <dgm:prSet phldrT="[文本]"/>
      <dgm:spPr/>
      <dgm:t>
        <a:bodyPr/>
        <a:lstStyle/>
        <a:p>
          <a:r>
            <a:rPr lang="zh-CN" dirty="0" smtClean="0"/>
            <a:t>在斯德哥尔摩和奥斯陆分别举行诺贝尔奖颁发仪式，瑞典国王及王后出席并授奖</a:t>
          </a:r>
          <a:endParaRPr lang="zh-CN" altLang="en-US" dirty="0"/>
        </a:p>
      </dgm:t>
    </dgm:pt>
    <dgm:pt modelId="{BD0661D7-92FA-45E0-9E89-A70F8CB191C9}" type="parTrans" cxnId="{AB90EA32-1083-4C8F-9FAA-155C871607EC}">
      <dgm:prSet/>
      <dgm:spPr/>
      <dgm:t>
        <a:bodyPr/>
        <a:lstStyle/>
        <a:p>
          <a:endParaRPr lang="zh-CN" altLang="en-US"/>
        </a:p>
      </dgm:t>
    </dgm:pt>
    <dgm:pt modelId="{54BF0D69-FC2F-4759-B59A-7F4C54FF485B}" type="sibTrans" cxnId="{AB90EA32-1083-4C8F-9FAA-155C871607EC}">
      <dgm:prSet/>
      <dgm:spPr/>
      <dgm:t>
        <a:bodyPr/>
        <a:lstStyle/>
        <a:p>
          <a:endParaRPr lang="zh-CN" altLang="en-US"/>
        </a:p>
      </dgm:t>
    </dgm:pt>
    <dgm:pt modelId="{39C2472F-7158-4E30-B87D-7B5ACE9B1224}">
      <dgm:prSet phldrT="[文本]"/>
      <dgm:spPr/>
      <dgm:t>
        <a:bodyPr/>
        <a:lstStyle/>
        <a:p>
          <a:pPr rtl="0"/>
          <a:r>
            <a:rPr lang="en-US" dirty="0" smtClean="0"/>
            <a:t>2</a:t>
          </a:r>
          <a:r>
            <a:rPr lang="zh-CN" dirty="0" smtClean="0"/>
            <a:t>月</a:t>
          </a:r>
          <a:r>
            <a:rPr lang="en-US" dirty="0" smtClean="0"/>
            <a:t>1</a:t>
          </a:r>
          <a:r>
            <a:rPr lang="zh-CN" dirty="0" smtClean="0"/>
            <a:t>日起</a:t>
          </a:r>
          <a:endParaRPr lang="zh-CN" altLang="en-US" dirty="0"/>
        </a:p>
      </dgm:t>
    </dgm:pt>
    <dgm:pt modelId="{C5F0285E-064D-4E55-97AC-75B6B7DCAE4E}" type="parTrans" cxnId="{10F6F7E3-E3EF-4897-8162-1CBA92DD6329}">
      <dgm:prSet/>
      <dgm:spPr/>
      <dgm:t>
        <a:bodyPr/>
        <a:lstStyle/>
        <a:p>
          <a:endParaRPr lang="zh-CN" altLang="en-US"/>
        </a:p>
      </dgm:t>
    </dgm:pt>
    <dgm:pt modelId="{CB27AD48-2538-4A72-A58F-B18FE8B0938A}" type="sibTrans" cxnId="{10F6F7E3-E3EF-4897-8162-1CBA92DD6329}">
      <dgm:prSet/>
      <dgm:spPr/>
      <dgm:t>
        <a:bodyPr/>
        <a:lstStyle/>
        <a:p>
          <a:endParaRPr lang="zh-CN" altLang="en-US"/>
        </a:p>
      </dgm:t>
    </dgm:pt>
    <dgm:pt modelId="{DF78479D-9C4B-4666-8A31-59A34278E34C}">
      <dgm:prSet phldrT="[文本]"/>
      <dgm:spPr/>
      <dgm:t>
        <a:bodyPr/>
        <a:lstStyle/>
        <a:p>
          <a:r>
            <a:rPr lang="zh-CN" dirty="0" smtClean="0"/>
            <a:t>各项诺贝尔奖评委会对推荐的候选人进行筛选、审定，工作情况严加保密</a:t>
          </a:r>
          <a:endParaRPr lang="zh-CN" altLang="en-US" dirty="0"/>
        </a:p>
      </dgm:t>
    </dgm:pt>
    <dgm:pt modelId="{0F70AE5C-DA33-49E9-B0F9-89813143C392}" type="parTrans" cxnId="{40D212C6-7107-4B89-94B1-615F730C6E5B}">
      <dgm:prSet/>
      <dgm:spPr/>
      <dgm:t>
        <a:bodyPr/>
        <a:lstStyle/>
        <a:p>
          <a:endParaRPr lang="zh-CN" altLang="en-US"/>
        </a:p>
      </dgm:t>
    </dgm:pt>
    <dgm:pt modelId="{5CE03C0A-7226-4D3C-954B-7B9D6F0B3DF3}" type="sibTrans" cxnId="{40D212C6-7107-4B89-94B1-615F730C6E5B}">
      <dgm:prSet/>
      <dgm:spPr/>
      <dgm:t>
        <a:bodyPr/>
        <a:lstStyle/>
        <a:p>
          <a:endParaRPr lang="zh-CN" altLang="en-US"/>
        </a:p>
      </dgm:t>
    </dgm:pt>
    <dgm:pt modelId="{4146D952-191D-48DE-9901-559F62988814}" type="pres">
      <dgm:prSet presAssocID="{4A753A6F-77A6-4DD5-94A8-3926A78C1AF2}" presName="Name0" presStyleCnt="0">
        <dgm:presLayoutVars>
          <dgm:dir/>
          <dgm:animLvl val="lvl"/>
          <dgm:resizeHandles val="exact"/>
        </dgm:presLayoutVars>
      </dgm:prSet>
      <dgm:spPr/>
    </dgm:pt>
    <dgm:pt modelId="{E484480C-385B-4B4B-A5C3-D74A10EAAB7D}" type="pres">
      <dgm:prSet presAssocID="{4A753A6F-77A6-4DD5-94A8-3926A78C1AF2}" presName="tSp" presStyleCnt="0"/>
      <dgm:spPr/>
    </dgm:pt>
    <dgm:pt modelId="{914677C6-F664-47BE-90CA-CBBA52A472A0}" type="pres">
      <dgm:prSet presAssocID="{4A753A6F-77A6-4DD5-94A8-3926A78C1AF2}" presName="bSp" presStyleCnt="0"/>
      <dgm:spPr/>
    </dgm:pt>
    <dgm:pt modelId="{0153B54C-3414-498A-A707-FCC049EC114B}" type="pres">
      <dgm:prSet presAssocID="{4A753A6F-77A6-4DD5-94A8-3926A78C1AF2}" presName="process" presStyleCnt="0"/>
      <dgm:spPr/>
    </dgm:pt>
    <dgm:pt modelId="{E84FE905-4892-4D19-B6C7-25DBE2FEA26A}" type="pres">
      <dgm:prSet presAssocID="{667E1FFD-F2D4-431F-B0FA-C3435EF3025A}" presName="composite1" presStyleCnt="0"/>
      <dgm:spPr/>
    </dgm:pt>
    <dgm:pt modelId="{9E25B4E8-6056-4EE3-97E6-C99DC50C0450}" type="pres">
      <dgm:prSet presAssocID="{667E1FFD-F2D4-431F-B0FA-C3435EF3025A}" presName="dummyNode1" presStyleLbl="node1" presStyleIdx="0" presStyleCnt="4"/>
      <dgm:spPr/>
    </dgm:pt>
    <dgm:pt modelId="{83F56A17-3432-43C8-AB13-002890D6C503}" type="pres">
      <dgm:prSet presAssocID="{667E1FFD-F2D4-431F-B0FA-C3435EF3025A}" presName="childNode1" presStyleLbl="bgAcc1" presStyleIdx="0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17A1DBF-76B2-405F-8F3E-A47ABD7B187C}" type="pres">
      <dgm:prSet presAssocID="{667E1FFD-F2D4-431F-B0FA-C3435EF3025A}" presName="childNode1tx" presStyleLbl="bgAcc1" presStyleIdx="0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F818CB0-01AD-43E5-A1E8-342B403362D3}" type="pres">
      <dgm:prSet presAssocID="{667E1FFD-F2D4-431F-B0FA-C3435EF3025A}" presName="parentNode1" presStyleLbl="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2D6F4F4-EDFC-46AD-9E0A-2D64F25AB450}" type="pres">
      <dgm:prSet presAssocID="{667E1FFD-F2D4-431F-B0FA-C3435EF3025A}" presName="connSite1" presStyleCnt="0"/>
      <dgm:spPr/>
    </dgm:pt>
    <dgm:pt modelId="{FE94F3C4-A4B9-4244-A5D4-3836D07AD11E}" type="pres">
      <dgm:prSet presAssocID="{92B7826A-0477-4300-B6C3-9A0FFFBD6A78}" presName="Name9" presStyleLbl="sibTrans2D1" presStyleIdx="0" presStyleCnt="3"/>
      <dgm:spPr/>
    </dgm:pt>
    <dgm:pt modelId="{ECA4E24F-3AB8-4742-BA0F-8B3D51FBC9C2}" type="pres">
      <dgm:prSet presAssocID="{39C2472F-7158-4E30-B87D-7B5ACE9B1224}" presName="composite2" presStyleCnt="0"/>
      <dgm:spPr/>
    </dgm:pt>
    <dgm:pt modelId="{D6214BDC-E240-4C97-A12B-1ED6E18FF6FA}" type="pres">
      <dgm:prSet presAssocID="{39C2472F-7158-4E30-B87D-7B5ACE9B1224}" presName="dummyNode2" presStyleLbl="node1" presStyleIdx="0" presStyleCnt="4"/>
      <dgm:spPr/>
    </dgm:pt>
    <dgm:pt modelId="{0BFFCCE7-43D2-49F9-8820-1294A5CB0E65}" type="pres">
      <dgm:prSet presAssocID="{39C2472F-7158-4E30-B87D-7B5ACE9B1224}" presName="childNode2" presStyleLbl="bgAcc1" presStyleIdx="1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05995563-F926-4053-BF00-C779D35B0112}" type="pres">
      <dgm:prSet presAssocID="{39C2472F-7158-4E30-B87D-7B5ACE9B1224}" presName="childNode2tx" presStyleLbl="bgAcc1" presStyleIdx="1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3CA4B62-466F-4D86-920C-7F2246ED1D20}" type="pres">
      <dgm:prSet presAssocID="{39C2472F-7158-4E30-B87D-7B5ACE9B1224}" presName="parentNode2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0BB6BD5-AF1E-4FB6-8C02-727C18910F11}" type="pres">
      <dgm:prSet presAssocID="{39C2472F-7158-4E30-B87D-7B5ACE9B1224}" presName="connSite2" presStyleCnt="0"/>
      <dgm:spPr/>
    </dgm:pt>
    <dgm:pt modelId="{8CDB15C1-DFA1-4D09-B9F0-F76B0D5A9D6F}" type="pres">
      <dgm:prSet presAssocID="{CB27AD48-2538-4A72-A58F-B18FE8B0938A}" presName="Name18" presStyleLbl="sibTrans2D1" presStyleIdx="1" presStyleCnt="3"/>
      <dgm:spPr/>
    </dgm:pt>
    <dgm:pt modelId="{6F6BE975-294F-411C-B58B-01171B311A6A}" type="pres">
      <dgm:prSet presAssocID="{B46BE41F-34D9-422A-8F8B-ED27CABA2CCB}" presName="composite1" presStyleCnt="0"/>
      <dgm:spPr/>
    </dgm:pt>
    <dgm:pt modelId="{2AA92D1F-010D-402E-AF45-66F3238C12EF}" type="pres">
      <dgm:prSet presAssocID="{B46BE41F-34D9-422A-8F8B-ED27CABA2CCB}" presName="dummyNode1" presStyleLbl="node1" presStyleIdx="1" presStyleCnt="4"/>
      <dgm:spPr/>
    </dgm:pt>
    <dgm:pt modelId="{028D16D9-8560-4F61-A549-2CC0259905A2}" type="pres">
      <dgm:prSet presAssocID="{B46BE41F-34D9-422A-8F8B-ED27CABA2CCB}" presName="childNode1" presStyleLbl="bgAcc1" presStyleIdx="2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9596ADA5-07AA-4FD3-8C31-1AC9B6A27F8E}" type="pres">
      <dgm:prSet presAssocID="{B46BE41F-34D9-422A-8F8B-ED27CABA2CCB}" presName="childNode1tx" presStyleLbl="bgAcc1" presStyleIdx="2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2291C99-1FF9-409B-9D08-A1C0D88235B9}" type="pres">
      <dgm:prSet presAssocID="{B46BE41F-34D9-422A-8F8B-ED27CABA2CCB}" presName="parentNode1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0E53531-AB99-4F20-A2F6-E90BA85BAF96}" type="pres">
      <dgm:prSet presAssocID="{B46BE41F-34D9-422A-8F8B-ED27CABA2CCB}" presName="connSite1" presStyleCnt="0"/>
      <dgm:spPr/>
    </dgm:pt>
    <dgm:pt modelId="{00F4B1DE-6C50-4A7D-9044-3BC40D0C6F33}" type="pres">
      <dgm:prSet presAssocID="{FAC463EC-7F29-4FD0-AEFC-936B2BD20E51}" presName="Name9" presStyleLbl="sibTrans2D1" presStyleIdx="2" presStyleCnt="3"/>
      <dgm:spPr/>
    </dgm:pt>
    <dgm:pt modelId="{F205A3AF-DA67-4E99-AFB8-B3DAD3578BEB}" type="pres">
      <dgm:prSet presAssocID="{1CCB882D-D699-401A-A42A-324656405579}" presName="composite2" presStyleCnt="0"/>
      <dgm:spPr/>
    </dgm:pt>
    <dgm:pt modelId="{7D5F0A42-4AC8-47FB-9586-5DD3C91A7C4E}" type="pres">
      <dgm:prSet presAssocID="{1CCB882D-D699-401A-A42A-324656405579}" presName="dummyNode2" presStyleLbl="node1" presStyleIdx="2" presStyleCnt="4"/>
      <dgm:spPr/>
    </dgm:pt>
    <dgm:pt modelId="{523CFD8C-4269-4EE4-842B-5A728742BAD3}" type="pres">
      <dgm:prSet presAssocID="{1CCB882D-D699-401A-A42A-324656405579}" presName="childNode2" presStyleLbl="bgAcc1" presStyleIdx="3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D01D9A9-408E-41F6-B5F4-E4AF87AB8976}" type="pres">
      <dgm:prSet presAssocID="{1CCB882D-D699-401A-A42A-324656405579}" presName="childNode2tx" presStyleLbl="bgAcc1" presStyleIdx="3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AE5F2F5-BBA5-4F53-B8D3-9457A542BBC9}" type="pres">
      <dgm:prSet presAssocID="{1CCB882D-D699-401A-A42A-324656405579}" presName="parentNode2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4E30F74-648A-4A0D-8C23-9FD998DA0D8F}" type="pres">
      <dgm:prSet presAssocID="{1CCB882D-D699-401A-A42A-324656405579}" presName="connSite2" presStyleCnt="0"/>
      <dgm:spPr/>
    </dgm:pt>
  </dgm:ptLst>
  <dgm:cxnLst>
    <dgm:cxn modelId="{B991C7FA-BB4A-4194-BF69-6C087AF73775}" srcId="{B46BE41F-34D9-422A-8F8B-ED27CABA2CCB}" destId="{10E16777-49B7-491C-948B-6B82ECE735D1}" srcOrd="0" destOrd="0" parTransId="{9CB44CE7-6D68-488F-A66D-07FB4C4350DA}" sibTransId="{DAA26BCC-6B1C-47AE-B93E-30D8020612B8}"/>
    <dgm:cxn modelId="{E3A04178-4D4F-4325-AF3C-CA0A95337A6F}" type="presOf" srcId="{10E16777-49B7-491C-948B-6B82ECE735D1}" destId="{9596ADA5-07AA-4FD3-8C31-1AC9B6A27F8E}" srcOrd="1" destOrd="0" presId="urn:microsoft.com/office/officeart/2005/8/layout/hProcess4"/>
    <dgm:cxn modelId="{07BC06CC-DA68-4798-A210-D3717824268D}" type="presOf" srcId="{1CCB882D-D699-401A-A42A-324656405579}" destId="{6AE5F2F5-BBA5-4F53-B8D3-9457A542BBC9}" srcOrd="0" destOrd="0" presId="urn:microsoft.com/office/officeart/2005/8/layout/hProcess4"/>
    <dgm:cxn modelId="{AF213460-9C03-4545-ADCE-42B285E772F3}" type="presOf" srcId="{CB27AD48-2538-4A72-A58F-B18FE8B0938A}" destId="{8CDB15C1-DFA1-4D09-B9F0-F76B0D5A9D6F}" srcOrd="0" destOrd="0" presId="urn:microsoft.com/office/officeart/2005/8/layout/hProcess4"/>
    <dgm:cxn modelId="{12BF7227-8060-4ED4-9873-8D1AABE18DBC}" type="presOf" srcId="{10E16777-49B7-491C-948B-6B82ECE735D1}" destId="{028D16D9-8560-4F61-A549-2CC0259905A2}" srcOrd="0" destOrd="0" presId="urn:microsoft.com/office/officeart/2005/8/layout/hProcess4"/>
    <dgm:cxn modelId="{1283A2EF-9840-4334-93A4-F9A282C03026}" type="presOf" srcId="{68815FD7-7666-4E02-8B78-73F8A6FAAEF3}" destId="{83F56A17-3432-43C8-AB13-002890D6C503}" srcOrd="0" destOrd="0" presId="urn:microsoft.com/office/officeart/2005/8/layout/hProcess4"/>
    <dgm:cxn modelId="{6DAE8070-2BE1-42B1-A40C-0C82B938CE86}" type="presOf" srcId="{48C8150F-3C76-4609-980B-4B05F18C0B4E}" destId="{523CFD8C-4269-4EE4-842B-5A728742BAD3}" srcOrd="0" destOrd="0" presId="urn:microsoft.com/office/officeart/2005/8/layout/hProcess4"/>
    <dgm:cxn modelId="{E00A3B9B-16B0-4746-A405-D5656009BCC0}" srcId="{667E1FFD-F2D4-431F-B0FA-C3435EF3025A}" destId="{68815FD7-7666-4E02-8B78-73F8A6FAAEF3}" srcOrd="0" destOrd="0" parTransId="{79F1C852-F119-4210-9F12-28EEB60C0E28}" sibTransId="{A656601C-00D1-427E-A1F7-D7F58012AA3B}"/>
    <dgm:cxn modelId="{8923CE64-DCCC-4032-AF2B-C1DC8833F6AF}" type="presOf" srcId="{667E1FFD-F2D4-431F-B0FA-C3435EF3025A}" destId="{5F818CB0-01AD-43E5-A1E8-342B403362D3}" srcOrd="0" destOrd="0" presId="urn:microsoft.com/office/officeart/2005/8/layout/hProcess4"/>
    <dgm:cxn modelId="{9055888F-8A08-4B76-8796-75AE9662307C}" type="presOf" srcId="{B46BE41F-34D9-422A-8F8B-ED27CABA2CCB}" destId="{D2291C99-1FF9-409B-9D08-A1C0D88235B9}" srcOrd="0" destOrd="0" presId="urn:microsoft.com/office/officeart/2005/8/layout/hProcess4"/>
    <dgm:cxn modelId="{901B9424-B5B0-43B8-B000-3F871ADB35DF}" srcId="{4A753A6F-77A6-4DD5-94A8-3926A78C1AF2}" destId="{667E1FFD-F2D4-431F-B0FA-C3435EF3025A}" srcOrd="0" destOrd="0" parTransId="{F84D1DDC-E2FB-4A76-A2DE-FE6F5E943F01}" sibTransId="{92B7826A-0477-4300-B6C3-9A0FFFBD6A78}"/>
    <dgm:cxn modelId="{6CE3AE3F-B70A-4793-B161-CD95E2A82DA1}" type="presOf" srcId="{68815FD7-7666-4E02-8B78-73F8A6FAAEF3}" destId="{E17A1DBF-76B2-405F-8F3E-A47ABD7B187C}" srcOrd="1" destOrd="0" presId="urn:microsoft.com/office/officeart/2005/8/layout/hProcess4"/>
    <dgm:cxn modelId="{2CE77FF5-FDB2-43B9-9A74-D71F82F9793F}" srcId="{4A753A6F-77A6-4DD5-94A8-3926A78C1AF2}" destId="{B46BE41F-34D9-422A-8F8B-ED27CABA2CCB}" srcOrd="2" destOrd="0" parTransId="{56AC622F-9237-4713-B7DD-8E74F78F7F54}" sibTransId="{FAC463EC-7F29-4FD0-AEFC-936B2BD20E51}"/>
    <dgm:cxn modelId="{F215D795-7AC1-41C3-B31A-8AE2DF6B55BA}" srcId="{4A753A6F-77A6-4DD5-94A8-3926A78C1AF2}" destId="{1CCB882D-D699-401A-A42A-324656405579}" srcOrd="3" destOrd="0" parTransId="{DA8B74D4-C7F5-4A10-A711-79F946C43DD8}" sibTransId="{A09F4412-CF25-4B3D-99A7-6DCE6413C062}"/>
    <dgm:cxn modelId="{99AD4BF7-E478-447C-A5FD-B3DC0B4D1624}" type="presOf" srcId="{FAC463EC-7F29-4FD0-AEFC-936B2BD20E51}" destId="{00F4B1DE-6C50-4A7D-9044-3BC40D0C6F33}" srcOrd="0" destOrd="0" presId="urn:microsoft.com/office/officeart/2005/8/layout/hProcess4"/>
    <dgm:cxn modelId="{6D0422FE-7CCE-4013-AF8D-8675DD73E09B}" type="presOf" srcId="{DF78479D-9C4B-4666-8A31-59A34278E34C}" destId="{0BFFCCE7-43D2-49F9-8820-1294A5CB0E65}" srcOrd="0" destOrd="0" presId="urn:microsoft.com/office/officeart/2005/8/layout/hProcess4"/>
    <dgm:cxn modelId="{10F6F7E3-E3EF-4897-8162-1CBA92DD6329}" srcId="{4A753A6F-77A6-4DD5-94A8-3926A78C1AF2}" destId="{39C2472F-7158-4E30-B87D-7B5ACE9B1224}" srcOrd="1" destOrd="0" parTransId="{C5F0285E-064D-4E55-97AC-75B6B7DCAE4E}" sibTransId="{CB27AD48-2538-4A72-A58F-B18FE8B0938A}"/>
    <dgm:cxn modelId="{C98D98C3-6F0D-4872-85CE-299AB9968D38}" type="presOf" srcId="{DF78479D-9C4B-4666-8A31-59A34278E34C}" destId="{05995563-F926-4053-BF00-C779D35B0112}" srcOrd="1" destOrd="0" presId="urn:microsoft.com/office/officeart/2005/8/layout/hProcess4"/>
    <dgm:cxn modelId="{E26162EE-0658-4B3D-9A03-3F13357F8C03}" type="presOf" srcId="{92B7826A-0477-4300-B6C3-9A0FFFBD6A78}" destId="{FE94F3C4-A4B9-4244-A5D4-3836D07AD11E}" srcOrd="0" destOrd="0" presId="urn:microsoft.com/office/officeart/2005/8/layout/hProcess4"/>
    <dgm:cxn modelId="{3AC902AB-3467-42F0-AA78-5B55DB2A730D}" type="presOf" srcId="{39C2472F-7158-4E30-B87D-7B5ACE9B1224}" destId="{83CA4B62-466F-4D86-920C-7F2246ED1D20}" srcOrd="0" destOrd="0" presId="urn:microsoft.com/office/officeart/2005/8/layout/hProcess4"/>
    <dgm:cxn modelId="{AB90EA32-1083-4C8F-9FAA-155C871607EC}" srcId="{1CCB882D-D699-401A-A42A-324656405579}" destId="{48C8150F-3C76-4609-980B-4B05F18C0B4E}" srcOrd="0" destOrd="0" parTransId="{BD0661D7-92FA-45E0-9E89-A70F8CB191C9}" sibTransId="{54BF0D69-FC2F-4759-B59A-7F4C54FF485B}"/>
    <dgm:cxn modelId="{53A92246-EA60-4D85-B240-E1C5B65B20FE}" type="presOf" srcId="{4A753A6F-77A6-4DD5-94A8-3926A78C1AF2}" destId="{4146D952-191D-48DE-9901-559F62988814}" srcOrd="0" destOrd="0" presId="urn:microsoft.com/office/officeart/2005/8/layout/hProcess4"/>
    <dgm:cxn modelId="{5240D526-5185-40DA-8178-AA19F88B1708}" type="presOf" srcId="{48C8150F-3C76-4609-980B-4B05F18C0B4E}" destId="{3D01D9A9-408E-41F6-B5F4-E4AF87AB8976}" srcOrd="1" destOrd="0" presId="urn:microsoft.com/office/officeart/2005/8/layout/hProcess4"/>
    <dgm:cxn modelId="{40D212C6-7107-4B89-94B1-615F730C6E5B}" srcId="{39C2472F-7158-4E30-B87D-7B5ACE9B1224}" destId="{DF78479D-9C4B-4666-8A31-59A34278E34C}" srcOrd="0" destOrd="0" parTransId="{0F70AE5C-DA33-49E9-B0F9-89813143C392}" sibTransId="{5CE03C0A-7226-4D3C-954B-7B9D6F0B3DF3}"/>
    <dgm:cxn modelId="{A4629049-42FE-45FF-B92E-EEAF7061C4F3}" type="presParOf" srcId="{4146D952-191D-48DE-9901-559F62988814}" destId="{E484480C-385B-4B4B-A5C3-D74A10EAAB7D}" srcOrd="0" destOrd="0" presId="urn:microsoft.com/office/officeart/2005/8/layout/hProcess4"/>
    <dgm:cxn modelId="{3D21DCD1-1C03-47DB-859E-F7CF9F46DBFF}" type="presParOf" srcId="{4146D952-191D-48DE-9901-559F62988814}" destId="{914677C6-F664-47BE-90CA-CBBA52A472A0}" srcOrd="1" destOrd="0" presId="urn:microsoft.com/office/officeart/2005/8/layout/hProcess4"/>
    <dgm:cxn modelId="{4DF8DEB3-903C-47A1-8A56-484C720F9494}" type="presParOf" srcId="{4146D952-191D-48DE-9901-559F62988814}" destId="{0153B54C-3414-498A-A707-FCC049EC114B}" srcOrd="2" destOrd="0" presId="urn:microsoft.com/office/officeart/2005/8/layout/hProcess4"/>
    <dgm:cxn modelId="{8CDB67E7-B817-4230-B343-835B641CEE41}" type="presParOf" srcId="{0153B54C-3414-498A-A707-FCC049EC114B}" destId="{E84FE905-4892-4D19-B6C7-25DBE2FEA26A}" srcOrd="0" destOrd="0" presId="urn:microsoft.com/office/officeart/2005/8/layout/hProcess4"/>
    <dgm:cxn modelId="{CBE56060-5AFB-4F13-A569-A29CBE2EEB3C}" type="presParOf" srcId="{E84FE905-4892-4D19-B6C7-25DBE2FEA26A}" destId="{9E25B4E8-6056-4EE3-97E6-C99DC50C0450}" srcOrd="0" destOrd="0" presId="urn:microsoft.com/office/officeart/2005/8/layout/hProcess4"/>
    <dgm:cxn modelId="{DF7D1973-3511-46EC-9F61-C19FC3B68DF8}" type="presParOf" srcId="{E84FE905-4892-4D19-B6C7-25DBE2FEA26A}" destId="{83F56A17-3432-43C8-AB13-002890D6C503}" srcOrd="1" destOrd="0" presId="urn:microsoft.com/office/officeart/2005/8/layout/hProcess4"/>
    <dgm:cxn modelId="{D7BCB6A4-C7C7-4A4A-B86C-CBA35DDF1AB2}" type="presParOf" srcId="{E84FE905-4892-4D19-B6C7-25DBE2FEA26A}" destId="{E17A1DBF-76B2-405F-8F3E-A47ABD7B187C}" srcOrd="2" destOrd="0" presId="urn:microsoft.com/office/officeart/2005/8/layout/hProcess4"/>
    <dgm:cxn modelId="{163483FF-A9BD-4A17-B16F-AC106A6BAD8D}" type="presParOf" srcId="{E84FE905-4892-4D19-B6C7-25DBE2FEA26A}" destId="{5F818CB0-01AD-43E5-A1E8-342B403362D3}" srcOrd="3" destOrd="0" presId="urn:microsoft.com/office/officeart/2005/8/layout/hProcess4"/>
    <dgm:cxn modelId="{00741768-31E8-473F-8D56-016B0960DD8B}" type="presParOf" srcId="{E84FE905-4892-4D19-B6C7-25DBE2FEA26A}" destId="{72D6F4F4-EDFC-46AD-9E0A-2D64F25AB450}" srcOrd="4" destOrd="0" presId="urn:microsoft.com/office/officeart/2005/8/layout/hProcess4"/>
    <dgm:cxn modelId="{FAF37D9C-0252-41FA-A18F-CD771348E954}" type="presParOf" srcId="{0153B54C-3414-498A-A707-FCC049EC114B}" destId="{FE94F3C4-A4B9-4244-A5D4-3836D07AD11E}" srcOrd="1" destOrd="0" presId="urn:microsoft.com/office/officeart/2005/8/layout/hProcess4"/>
    <dgm:cxn modelId="{00D767C1-E934-476C-BAD4-724680F282A9}" type="presParOf" srcId="{0153B54C-3414-498A-A707-FCC049EC114B}" destId="{ECA4E24F-3AB8-4742-BA0F-8B3D51FBC9C2}" srcOrd="2" destOrd="0" presId="urn:microsoft.com/office/officeart/2005/8/layout/hProcess4"/>
    <dgm:cxn modelId="{AB88F364-073F-45DD-B3F9-13C1377D11DC}" type="presParOf" srcId="{ECA4E24F-3AB8-4742-BA0F-8B3D51FBC9C2}" destId="{D6214BDC-E240-4C97-A12B-1ED6E18FF6FA}" srcOrd="0" destOrd="0" presId="urn:microsoft.com/office/officeart/2005/8/layout/hProcess4"/>
    <dgm:cxn modelId="{0815626C-7101-4B16-953F-4F8FEF2BC867}" type="presParOf" srcId="{ECA4E24F-3AB8-4742-BA0F-8B3D51FBC9C2}" destId="{0BFFCCE7-43D2-49F9-8820-1294A5CB0E65}" srcOrd="1" destOrd="0" presId="urn:microsoft.com/office/officeart/2005/8/layout/hProcess4"/>
    <dgm:cxn modelId="{3DE739D7-09C0-473E-9B09-70944321DEBC}" type="presParOf" srcId="{ECA4E24F-3AB8-4742-BA0F-8B3D51FBC9C2}" destId="{05995563-F926-4053-BF00-C779D35B0112}" srcOrd="2" destOrd="0" presId="urn:microsoft.com/office/officeart/2005/8/layout/hProcess4"/>
    <dgm:cxn modelId="{FFF73728-5950-43D4-AFA7-F75A55D9B4E5}" type="presParOf" srcId="{ECA4E24F-3AB8-4742-BA0F-8B3D51FBC9C2}" destId="{83CA4B62-466F-4D86-920C-7F2246ED1D20}" srcOrd="3" destOrd="0" presId="urn:microsoft.com/office/officeart/2005/8/layout/hProcess4"/>
    <dgm:cxn modelId="{196FD209-6C1A-4B0E-A05D-CCDA2D5147D4}" type="presParOf" srcId="{ECA4E24F-3AB8-4742-BA0F-8B3D51FBC9C2}" destId="{F0BB6BD5-AF1E-4FB6-8C02-727C18910F11}" srcOrd="4" destOrd="0" presId="urn:microsoft.com/office/officeart/2005/8/layout/hProcess4"/>
    <dgm:cxn modelId="{A16F0813-7888-40A2-A326-1506A3DAF088}" type="presParOf" srcId="{0153B54C-3414-498A-A707-FCC049EC114B}" destId="{8CDB15C1-DFA1-4D09-B9F0-F76B0D5A9D6F}" srcOrd="3" destOrd="0" presId="urn:microsoft.com/office/officeart/2005/8/layout/hProcess4"/>
    <dgm:cxn modelId="{A5F8F7C5-C7D8-4700-BA22-B92CE19A77CA}" type="presParOf" srcId="{0153B54C-3414-498A-A707-FCC049EC114B}" destId="{6F6BE975-294F-411C-B58B-01171B311A6A}" srcOrd="4" destOrd="0" presId="urn:microsoft.com/office/officeart/2005/8/layout/hProcess4"/>
    <dgm:cxn modelId="{078455D3-D684-45BC-978E-22784246369B}" type="presParOf" srcId="{6F6BE975-294F-411C-B58B-01171B311A6A}" destId="{2AA92D1F-010D-402E-AF45-66F3238C12EF}" srcOrd="0" destOrd="0" presId="urn:microsoft.com/office/officeart/2005/8/layout/hProcess4"/>
    <dgm:cxn modelId="{81993840-4C6D-429F-8F73-1D967787633F}" type="presParOf" srcId="{6F6BE975-294F-411C-B58B-01171B311A6A}" destId="{028D16D9-8560-4F61-A549-2CC0259905A2}" srcOrd="1" destOrd="0" presId="urn:microsoft.com/office/officeart/2005/8/layout/hProcess4"/>
    <dgm:cxn modelId="{E9D7C584-180A-46F6-A150-94DCE598176A}" type="presParOf" srcId="{6F6BE975-294F-411C-B58B-01171B311A6A}" destId="{9596ADA5-07AA-4FD3-8C31-1AC9B6A27F8E}" srcOrd="2" destOrd="0" presId="urn:microsoft.com/office/officeart/2005/8/layout/hProcess4"/>
    <dgm:cxn modelId="{AA8AAE8B-F649-4ADB-AEEC-12D809D4E86B}" type="presParOf" srcId="{6F6BE975-294F-411C-B58B-01171B311A6A}" destId="{D2291C99-1FF9-409B-9D08-A1C0D88235B9}" srcOrd="3" destOrd="0" presId="urn:microsoft.com/office/officeart/2005/8/layout/hProcess4"/>
    <dgm:cxn modelId="{DB4DC693-EDD6-4E41-B8BF-0A31F8E3DFEA}" type="presParOf" srcId="{6F6BE975-294F-411C-B58B-01171B311A6A}" destId="{40E53531-AB99-4F20-A2F6-E90BA85BAF96}" srcOrd="4" destOrd="0" presId="urn:microsoft.com/office/officeart/2005/8/layout/hProcess4"/>
    <dgm:cxn modelId="{6AECD6ED-AE2E-4195-A1F2-47D1380165DA}" type="presParOf" srcId="{0153B54C-3414-498A-A707-FCC049EC114B}" destId="{00F4B1DE-6C50-4A7D-9044-3BC40D0C6F33}" srcOrd="5" destOrd="0" presId="urn:microsoft.com/office/officeart/2005/8/layout/hProcess4"/>
    <dgm:cxn modelId="{3B4EF03F-A488-4270-9825-72509CC156A0}" type="presParOf" srcId="{0153B54C-3414-498A-A707-FCC049EC114B}" destId="{F205A3AF-DA67-4E99-AFB8-B3DAD3578BEB}" srcOrd="6" destOrd="0" presId="urn:microsoft.com/office/officeart/2005/8/layout/hProcess4"/>
    <dgm:cxn modelId="{05FC96C2-C7AA-4ECF-BCBB-88BEA3D53973}" type="presParOf" srcId="{F205A3AF-DA67-4E99-AFB8-B3DAD3578BEB}" destId="{7D5F0A42-4AC8-47FB-9586-5DD3C91A7C4E}" srcOrd="0" destOrd="0" presId="urn:microsoft.com/office/officeart/2005/8/layout/hProcess4"/>
    <dgm:cxn modelId="{CBA664EF-B1A2-4BAC-8A68-93BEEDA74C9D}" type="presParOf" srcId="{F205A3AF-DA67-4E99-AFB8-B3DAD3578BEB}" destId="{523CFD8C-4269-4EE4-842B-5A728742BAD3}" srcOrd="1" destOrd="0" presId="urn:microsoft.com/office/officeart/2005/8/layout/hProcess4"/>
    <dgm:cxn modelId="{4889830F-3488-46E2-AF3A-9F1AE43C3DD0}" type="presParOf" srcId="{F205A3AF-DA67-4E99-AFB8-B3DAD3578BEB}" destId="{3D01D9A9-408E-41F6-B5F4-E4AF87AB8976}" srcOrd="2" destOrd="0" presId="urn:microsoft.com/office/officeart/2005/8/layout/hProcess4"/>
    <dgm:cxn modelId="{218B5A24-3275-4A50-ADBD-F2A710228F76}" type="presParOf" srcId="{F205A3AF-DA67-4E99-AFB8-B3DAD3578BEB}" destId="{6AE5F2F5-BBA5-4F53-B8D3-9457A542BBC9}" srcOrd="3" destOrd="0" presId="urn:microsoft.com/office/officeart/2005/8/layout/hProcess4"/>
    <dgm:cxn modelId="{ADAF78A2-9AF7-4109-A079-20750C5BC154}" type="presParOf" srcId="{F205A3AF-DA67-4E99-AFB8-B3DAD3578BEB}" destId="{74E30F74-648A-4A0D-8C23-9FD998DA0D8F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A2809B-10B0-42D9-B030-FEABD9A857A4}">
      <dsp:nvSpPr>
        <dsp:cNvPr id="0" name=""/>
        <dsp:cNvSpPr/>
      </dsp:nvSpPr>
      <dsp:spPr>
        <a:xfrm rot="16200000">
          <a:off x="-1057749" y="1058707"/>
          <a:ext cx="4608512" cy="2491097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0" rIns="247897" bIns="0" numCol="1" spcCol="1270" anchor="ctr" anchorCtr="0">
          <a:noAutofit/>
        </a:bodyPr>
        <a:lstStyle/>
        <a:p>
          <a:pPr lvl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900" kern="1200" dirty="0" smtClean="0">
              <a:hlinkClick xmlns:r="http://schemas.openxmlformats.org/officeDocument/2006/relationships" r:id="" action="ppaction://hlinksldjump"/>
            </a:rPr>
            <a:t>关于诺贝尔奖</a:t>
          </a:r>
          <a:endParaRPr lang="zh-CN" altLang="en-US" sz="3900" kern="1200" dirty="0"/>
        </a:p>
      </dsp:txBody>
      <dsp:txXfrm rot="5400000">
        <a:off x="958" y="921702"/>
        <a:ext cx="2491097" cy="2765108"/>
      </dsp:txXfrm>
    </dsp:sp>
    <dsp:sp modelId="{AED288F3-2405-4C80-835A-3F896F305B94}">
      <dsp:nvSpPr>
        <dsp:cNvPr id="0" name=""/>
        <dsp:cNvSpPr/>
      </dsp:nvSpPr>
      <dsp:spPr>
        <a:xfrm rot="16200000">
          <a:off x="1620179" y="1058707"/>
          <a:ext cx="4608512" cy="2491097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0" rIns="247897" bIns="0" numCol="1" spcCol="1270" anchor="ctr" anchorCtr="0">
          <a:noAutofit/>
        </a:bodyPr>
        <a:lstStyle/>
        <a:p>
          <a:pPr lvl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900" kern="1200" dirty="0" smtClean="0">
              <a:hlinkClick xmlns:r="http://schemas.openxmlformats.org/officeDocument/2006/relationships" r:id="" action="ppaction://hlinksldjump"/>
            </a:rPr>
            <a:t>诺贝尔奖历史上的趣闻</a:t>
          </a:r>
          <a:endParaRPr lang="zh-CN" altLang="en-US" sz="3900" kern="1200" dirty="0"/>
        </a:p>
      </dsp:txBody>
      <dsp:txXfrm rot="5400000">
        <a:off x="2678886" y="921702"/>
        <a:ext cx="2491097" cy="2765108"/>
      </dsp:txXfrm>
    </dsp:sp>
    <dsp:sp modelId="{E19707E5-E913-4A0F-87EC-288AC91FB626}">
      <dsp:nvSpPr>
        <dsp:cNvPr id="0" name=""/>
        <dsp:cNvSpPr/>
      </dsp:nvSpPr>
      <dsp:spPr>
        <a:xfrm rot="16200000">
          <a:off x="4298109" y="1058707"/>
          <a:ext cx="4608512" cy="2491097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0" rIns="247897" bIns="0" numCol="1" spcCol="1270" anchor="ctr" anchorCtr="0">
          <a:noAutofit/>
        </a:bodyPr>
        <a:lstStyle/>
        <a:p>
          <a:pPr lvl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zh-CN" sz="3900" kern="1200" dirty="0" smtClean="0">
              <a:hlinkClick xmlns:r="http://schemas.openxmlformats.org/officeDocument/2006/relationships" r:id="" action="ppaction://hlinksldjump"/>
            </a:rPr>
            <a:t>诺贝尔奖证书，每张都是一幅画！</a:t>
          </a:r>
          <a:endParaRPr lang="zh-CN" altLang="en-US" sz="3900" kern="1200" dirty="0"/>
        </a:p>
      </dsp:txBody>
      <dsp:txXfrm rot="5400000">
        <a:off x="5356816" y="921702"/>
        <a:ext cx="2491097" cy="276510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F56A17-3432-43C8-AB13-002890D6C503}">
      <dsp:nvSpPr>
        <dsp:cNvPr id="0" name=""/>
        <dsp:cNvSpPr/>
      </dsp:nvSpPr>
      <dsp:spPr>
        <a:xfrm>
          <a:off x="3217" y="1484194"/>
          <a:ext cx="1639313" cy="135209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sz="1200" kern="1200" dirty="0" smtClean="0"/>
            <a:t>接受各项诺贝尔奖推荐的候选人</a:t>
          </a:r>
          <a:endParaRPr lang="zh-CN" altLang="en-US" sz="1200" kern="1200" dirty="0"/>
        </a:p>
      </dsp:txBody>
      <dsp:txXfrm>
        <a:off x="34332" y="1515309"/>
        <a:ext cx="1577083" cy="1000127"/>
      </dsp:txXfrm>
    </dsp:sp>
    <dsp:sp modelId="{FE94F3C4-A4B9-4244-A5D4-3836D07AD11E}">
      <dsp:nvSpPr>
        <dsp:cNvPr id="0" name=""/>
        <dsp:cNvSpPr/>
      </dsp:nvSpPr>
      <dsp:spPr>
        <a:xfrm>
          <a:off x="928707" y="1821444"/>
          <a:ext cx="1785367" cy="1785367"/>
        </a:xfrm>
        <a:prstGeom prst="leftCircularArrow">
          <a:avLst>
            <a:gd name="adj1" fmla="val 3029"/>
            <a:gd name="adj2" fmla="val 371694"/>
            <a:gd name="adj3" fmla="val 2147205"/>
            <a:gd name="adj4" fmla="val 9024489"/>
            <a:gd name="adj5" fmla="val 3534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818CB0-01AD-43E5-A1E8-342B403362D3}">
      <dsp:nvSpPr>
        <dsp:cNvPr id="0" name=""/>
        <dsp:cNvSpPr/>
      </dsp:nvSpPr>
      <dsp:spPr>
        <a:xfrm>
          <a:off x="367509" y="2546551"/>
          <a:ext cx="1457167" cy="5794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600" kern="1200" dirty="0" smtClean="0"/>
            <a:t>每年</a:t>
          </a:r>
          <a:r>
            <a:rPr lang="en-US" sz="1600" kern="1200" dirty="0" smtClean="0"/>
            <a:t>9</a:t>
          </a:r>
          <a:r>
            <a:rPr lang="zh-CN" sz="1600" kern="1200" dirty="0" smtClean="0"/>
            <a:t>月至次年</a:t>
          </a:r>
          <a:r>
            <a:rPr lang="en-US" sz="1600" kern="1200" dirty="0" smtClean="0"/>
            <a:t>1</a:t>
          </a:r>
          <a:r>
            <a:rPr lang="zh-CN" sz="1600" kern="1200" dirty="0" smtClean="0"/>
            <a:t>月</a:t>
          </a:r>
          <a:r>
            <a:rPr lang="en-US" sz="1600" kern="1200" dirty="0" smtClean="0"/>
            <a:t>31</a:t>
          </a:r>
          <a:r>
            <a:rPr lang="zh-CN" sz="1600" kern="1200" dirty="0" smtClean="0"/>
            <a:t>日</a:t>
          </a:r>
          <a:endParaRPr lang="zh-CN" altLang="en-US" sz="1600" kern="1200" dirty="0"/>
        </a:p>
      </dsp:txBody>
      <dsp:txXfrm>
        <a:off x="384481" y="2563523"/>
        <a:ext cx="1423223" cy="545523"/>
      </dsp:txXfrm>
    </dsp:sp>
    <dsp:sp modelId="{0BFFCCE7-43D2-49F9-8820-1294A5CB0E65}">
      <dsp:nvSpPr>
        <dsp:cNvPr id="0" name=""/>
        <dsp:cNvSpPr/>
      </dsp:nvSpPr>
      <dsp:spPr>
        <a:xfrm>
          <a:off x="2082217" y="1484194"/>
          <a:ext cx="1639313" cy="135209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sz="1200" kern="1200" dirty="0" smtClean="0"/>
            <a:t>各项诺贝尔奖评委会对推荐的候选人进行筛选、审定，工作情况严加保密</a:t>
          </a:r>
          <a:endParaRPr lang="zh-CN" altLang="en-US" sz="1200" kern="1200" dirty="0"/>
        </a:p>
      </dsp:txBody>
      <dsp:txXfrm>
        <a:off x="2113332" y="1805043"/>
        <a:ext cx="1577083" cy="1000127"/>
      </dsp:txXfrm>
    </dsp:sp>
    <dsp:sp modelId="{8CDB15C1-DFA1-4D09-B9F0-F76B0D5A9D6F}">
      <dsp:nvSpPr>
        <dsp:cNvPr id="0" name=""/>
        <dsp:cNvSpPr/>
      </dsp:nvSpPr>
      <dsp:spPr>
        <a:xfrm>
          <a:off x="2994047" y="660652"/>
          <a:ext cx="1994835" cy="1994835"/>
        </a:xfrm>
        <a:prstGeom prst="circularArrow">
          <a:avLst>
            <a:gd name="adj1" fmla="val 2711"/>
            <a:gd name="adj2" fmla="val 330194"/>
            <a:gd name="adj3" fmla="val 19494295"/>
            <a:gd name="adj4" fmla="val 12575511"/>
            <a:gd name="adj5" fmla="val 3163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CA4B62-466F-4D86-920C-7F2246ED1D20}">
      <dsp:nvSpPr>
        <dsp:cNvPr id="0" name=""/>
        <dsp:cNvSpPr/>
      </dsp:nvSpPr>
      <dsp:spPr>
        <a:xfrm>
          <a:off x="2446509" y="1194460"/>
          <a:ext cx="1457167" cy="5794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2</a:t>
          </a:r>
          <a:r>
            <a:rPr lang="zh-CN" sz="1600" kern="1200" dirty="0" smtClean="0"/>
            <a:t>月</a:t>
          </a:r>
          <a:r>
            <a:rPr lang="en-US" sz="1600" kern="1200" dirty="0" smtClean="0"/>
            <a:t>1</a:t>
          </a:r>
          <a:r>
            <a:rPr lang="zh-CN" sz="1600" kern="1200" dirty="0" smtClean="0"/>
            <a:t>日起</a:t>
          </a:r>
          <a:endParaRPr lang="zh-CN" altLang="en-US" sz="1600" kern="1200" dirty="0"/>
        </a:p>
      </dsp:txBody>
      <dsp:txXfrm>
        <a:off x="2463481" y="1211432"/>
        <a:ext cx="1423223" cy="545523"/>
      </dsp:txXfrm>
    </dsp:sp>
    <dsp:sp modelId="{028D16D9-8560-4F61-A549-2CC0259905A2}">
      <dsp:nvSpPr>
        <dsp:cNvPr id="0" name=""/>
        <dsp:cNvSpPr/>
      </dsp:nvSpPr>
      <dsp:spPr>
        <a:xfrm>
          <a:off x="4161218" y="1484194"/>
          <a:ext cx="1639313" cy="135209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sz="1200" kern="1200" dirty="0" smtClean="0"/>
            <a:t>公布各项诺贝尔奖获得者名单</a:t>
          </a:r>
          <a:endParaRPr lang="zh-CN" altLang="en-US" sz="1200" kern="1200" dirty="0"/>
        </a:p>
      </dsp:txBody>
      <dsp:txXfrm>
        <a:off x="4192333" y="1515309"/>
        <a:ext cx="1577083" cy="1000127"/>
      </dsp:txXfrm>
    </dsp:sp>
    <dsp:sp modelId="{00F4B1DE-6C50-4A7D-9044-3BC40D0C6F33}">
      <dsp:nvSpPr>
        <dsp:cNvPr id="0" name=""/>
        <dsp:cNvSpPr/>
      </dsp:nvSpPr>
      <dsp:spPr>
        <a:xfrm>
          <a:off x="5086708" y="1821444"/>
          <a:ext cx="1785367" cy="1785367"/>
        </a:xfrm>
        <a:prstGeom prst="leftCircularArrow">
          <a:avLst>
            <a:gd name="adj1" fmla="val 3029"/>
            <a:gd name="adj2" fmla="val 371694"/>
            <a:gd name="adj3" fmla="val 2147205"/>
            <a:gd name="adj4" fmla="val 9024489"/>
            <a:gd name="adj5" fmla="val 3534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291C99-1FF9-409B-9D08-A1C0D88235B9}">
      <dsp:nvSpPr>
        <dsp:cNvPr id="0" name=""/>
        <dsp:cNvSpPr/>
      </dsp:nvSpPr>
      <dsp:spPr>
        <a:xfrm>
          <a:off x="4525510" y="2546551"/>
          <a:ext cx="1457167" cy="5794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10</a:t>
          </a:r>
          <a:r>
            <a:rPr lang="zh-CN" sz="1600" kern="1200" dirty="0" smtClean="0"/>
            <a:t>月中旬</a:t>
          </a:r>
          <a:endParaRPr lang="zh-CN" altLang="en-US" sz="1600" kern="1200" dirty="0"/>
        </a:p>
      </dsp:txBody>
      <dsp:txXfrm>
        <a:off x="4542482" y="2563523"/>
        <a:ext cx="1423223" cy="545523"/>
      </dsp:txXfrm>
    </dsp:sp>
    <dsp:sp modelId="{523CFD8C-4269-4EE4-842B-5A728742BAD3}">
      <dsp:nvSpPr>
        <dsp:cNvPr id="0" name=""/>
        <dsp:cNvSpPr/>
      </dsp:nvSpPr>
      <dsp:spPr>
        <a:xfrm>
          <a:off x="6240219" y="1484194"/>
          <a:ext cx="1639313" cy="135209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sz="1200" kern="1200" dirty="0" smtClean="0"/>
            <a:t>在斯德哥尔摩和奥斯陆分别举行诺贝尔奖颁发仪式，瑞典国王及王后出席并授奖</a:t>
          </a:r>
          <a:endParaRPr lang="zh-CN" altLang="en-US" sz="1200" kern="1200" dirty="0"/>
        </a:p>
      </dsp:txBody>
      <dsp:txXfrm>
        <a:off x="6271334" y="1805043"/>
        <a:ext cx="1577083" cy="1000127"/>
      </dsp:txXfrm>
    </dsp:sp>
    <dsp:sp modelId="{6AE5F2F5-BBA5-4F53-B8D3-9457A542BBC9}">
      <dsp:nvSpPr>
        <dsp:cNvPr id="0" name=""/>
        <dsp:cNvSpPr/>
      </dsp:nvSpPr>
      <dsp:spPr>
        <a:xfrm>
          <a:off x="6604511" y="1194460"/>
          <a:ext cx="1457167" cy="5794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12</a:t>
          </a:r>
          <a:r>
            <a:rPr lang="zh-CN" sz="1600" kern="1200" dirty="0" smtClean="0"/>
            <a:t>月</a:t>
          </a:r>
          <a:r>
            <a:rPr lang="en-US" sz="1600" kern="1200" dirty="0" smtClean="0"/>
            <a:t>10</a:t>
          </a:r>
          <a:r>
            <a:rPr lang="zh-CN" sz="1600" kern="1200" dirty="0" smtClean="0"/>
            <a:t>日诺贝尔逝世纪念日</a:t>
          </a:r>
          <a:endParaRPr lang="zh-CN" altLang="en-US" sz="1600" kern="1200" dirty="0"/>
        </a:p>
      </dsp:txBody>
      <dsp:txXfrm>
        <a:off x="6621483" y="1211432"/>
        <a:ext cx="1423223" cy="5455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436739-9CB7-41E4-9CEF-AF843747E7E6}" type="datetimeFigureOut">
              <a:rPr lang="zh-CN" altLang="en-US" smtClean="0"/>
              <a:t>2021/11/15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F06710-9C08-4DAB-A71B-7C13500E7C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308665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FDFBF5-9C99-4C21-A16F-217B76EEE9FC}" type="datetimeFigureOut">
              <a:rPr lang="zh-CN" altLang="en-US" smtClean="0"/>
              <a:t>2021/11/15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82856B-45B1-40C9-9A46-8AAF1C1DA9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966294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82856B-45B1-40C9-9A46-8AAF1C1DA93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73547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roup 94"/>
          <p:cNvGrpSpPr/>
          <p:nvPr/>
        </p:nvGrpSpPr>
        <p:grpSpPr>
          <a:xfrm>
            <a:off x="0" y="-30477"/>
            <a:ext cx="9067800" cy="6889273"/>
            <a:chOff x="0" y="-30477"/>
            <a:chExt cx="9067800" cy="6889273"/>
          </a:xfrm>
        </p:grpSpPr>
        <p:cxnSp>
          <p:nvCxnSpPr>
            <p:cNvPr id="110" name="Straight Connector 109"/>
            <p:cNvCxnSpPr/>
            <p:nvPr/>
          </p:nvCxnSpPr>
          <p:spPr>
            <a:xfrm rot="16200000" flipH="1">
              <a:off x="-1447800" y="3352800"/>
              <a:ext cx="68580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>
            <a:xfrm rot="16200000" flipH="1">
              <a:off x="-1638300" y="3238500"/>
              <a:ext cx="6858000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/>
            <p:cNvCxnSpPr/>
            <p:nvPr/>
          </p:nvCxnSpPr>
          <p:spPr>
            <a:xfrm rot="5400000">
              <a:off x="-1485900" y="3238500"/>
              <a:ext cx="6858000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/>
          </p:nvCxnSpPr>
          <p:spPr>
            <a:xfrm rot="5400000">
              <a:off x="-3238500" y="3314700"/>
              <a:ext cx="6858000" cy="2286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/>
            <p:cNvCxnSpPr/>
            <p:nvPr/>
          </p:nvCxnSpPr>
          <p:spPr>
            <a:xfrm rot="16200000" flipH="1">
              <a:off x="-3314700" y="3314700"/>
              <a:ext cx="6858000" cy="228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/>
            <p:cNvCxnSpPr/>
            <p:nvPr/>
          </p:nvCxnSpPr>
          <p:spPr>
            <a:xfrm rot="16200000" flipH="1">
              <a:off x="-1371600" y="2971800"/>
              <a:ext cx="6858000" cy="9144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/>
            <p:cNvCxnSpPr/>
            <p:nvPr/>
          </p:nvCxnSpPr>
          <p:spPr>
            <a:xfrm rot="16200000" flipH="1">
              <a:off x="-2819400" y="3200400"/>
              <a:ext cx="6858000" cy="457200"/>
            </a:xfrm>
            <a:prstGeom prst="line">
              <a:avLst/>
            </a:prstGeom>
            <a:ln>
              <a:solidFill>
                <a:schemeClr val="accent1">
                  <a:alpha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/>
          </p:nvCxnSpPr>
          <p:spPr>
            <a:xfrm rot="5400000">
              <a:off x="-2705099" y="3238500"/>
              <a:ext cx="6858000" cy="38100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/>
            <p:cNvCxnSpPr/>
            <p:nvPr/>
          </p:nvCxnSpPr>
          <p:spPr>
            <a:xfrm rot="16200000" flipH="1">
              <a:off x="-2133600" y="3200400"/>
              <a:ext cx="6858000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/>
          </p:nvCxnSpPr>
          <p:spPr>
            <a:xfrm rot="16200000" flipH="1">
              <a:off x="-3124200" y="3276600"/>
              <a:ext cx="6858000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/>
            <p:cNvCxnSpPr/>
            <p:nvPr/>
          </p:nvCxnSpPr>
          <p:spPr>
            <a:xfrm rot="16200000" flipH="1">
              <a:off x="-1828799" y="3352799"/>
              <a:ext cx="6858000" cy="1524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/>
          </p:nvCxnSpPr>
          <p:spPr>
            <a:xfrm rot="16200000" flipH="1">
              <a:off x="-2819400" y="3352800"/>
              <a:ext cx="6858000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/>
            <p:cNvCxnSpPr/>
            <p:nvPr/>
          </p:nvCxnSpPr>
          <p:spPr>
            <a:xfrm rot="16200000" flipH="1">
              <a:off x="-2438400" y="3124200"/>
              <a:ext cx="6858000" cy="60960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>
            <a:xfrm rot="5400000">
              <a:off x="-1731645" y="2722245"/>
              <a:ext cx="6858000" cy="1413510"/>
            </a:xfrm>
            <a:prstGeom prst="line">
              <a:avLst/>
            </a:prstGeom>
            <a:ln>
              <a:solidFill>
                <a:schemeClr val="accent1">
                  <a:alpha val="3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>
            <a:xfrm rot="5400000">
              <a:off x="-1142048" y="3277552"/>
              <a:ext cx="6858000" cy="302895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>
            <a:xfrm rot="5400000">
              <a:off x="-914400" y="3276600"/>
              <a:ext cx="6858000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>
            <a:xfrm rot="5400000">
              <a:off x="-1855470" y="3227070"/>
              <a:ext cx="6858000" cy="40386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rot="16200000" flipH="1">
              <a:off x="-2643187" y="3252788"/>
              <a:ext cx="6858000" cy="352425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/>
            <p:cNvCxnSpPr/>
            <p:nvPr/>
          </p:nvCxnSpPr>
          <p:spPr>
            <a:xfrm rot="16200000" flipH="1">
              <a:off x="-1954530" y="3326130"/>
              <a:ext cx="6858000" cy="205740"/>
            </a:xfrm>
            <a:prstGeom prst="line">
              <a:avLst/>
            </a:prstGeom>
            <a:ln w="50800">
              <a:solidFill>
                <a:schemeClr val="accent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>
            <a:xfrm rot="16200000" flipH="1">
              <a:off x="-2362200" y="3352800"/>
              <a:ext cx="68580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/>
          </p:nvCxnSpPr>
          <p:spPr>
            <a:xfrm rot="16200000" flipH="1">
              <a:off x="-2133600" y="3352800"/>
              <a:ext cx="6858000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/>
            <p:nvPr/>
          </p:nvCxnSpPr>
          <p:spPr>
            <a:xfrm rot="16200000" flipH="1">
              <a:off x="1066800" y="3352800"/>
              <a:ext cx="68580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/>
            <p:cNvCxnSpPr/>
            <p:nvPr/>
          </p:nvCxnSpPr>
          <p:spPr>
            <a:xfrm rot="16200000" flipH="1">
              <a:off x="876300" y="3238500"/>
              <a:ext cx="6858000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/>
            <p:cNvCxnSpPr/>
            <p:nvPr/>
          </p:nvCxnSpPr>
          <p:spPr>
            <a:xfrm rot="5400000">
              <a:off x="1028700" y="3238500"/>
              <a:ext cx="6858000" cy="38100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/>
            <p:cNvCxnSpPr/>
            <p:nvPr/>
          </p:nvCxnSpPr>
          <p:spPr>
            <a:xfrm rot="5400000">
              <a:off x="-723900" y="3314700"/>
              <a:ext cx="6858000" cy="2286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/>
            <p:cNvCxnSpPr/>
            <p:nvPr/>
          </p:nvCxnSpPr>
          <p:spPr>
            <a:xfrm rot="16200000" flipH="1">
              <a:off x="-800100" y="3314700"/>
              <a:ext cx="6858000" cy="228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/>
            <p:cNvCxnSpPr/>
            <p:nvPr/>
          </p:nvCxnSpPr>
          <p:spPr>
            <a:xfrm rot="5400000">
              <a:off x="-152400" y="3429000"/>
              <a:ext cx="6858000" cy="1588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/>
            <p:cNvCxnSpPr/>
            <p:nvPr/>
          </p:nvCxnSpPr>
          <p:spPr>
            <a:xfrm rot="16200000" flipH="1">
              <a:off x="-304800" y="3200400"/>
              <a:ext cx="6858000" cy="45720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/>
            <p:cNvCxnSpPr/>
            <p:nvPr/>
          </p:nvCxnSpPr>
          <p:spPr>
            <a:xfrm rot="5400000">
              <a:off x="-190499" y="3238500"/>
              <a:ext cx="6858000" cy="381000"/>
            </a:xfrm>
            <a:prstGeom prst="line">
              <a:avLst/>
            </a:prstGeom>
            <a:ln w="50800">
              <a:solidFill>
                <a:schemeClr val="accent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/>
            <p:cNvCxnSpPr/>
            <p:nvPr/>
          </p:nvCxnSpPr>
          <p:spPr>
            <a:xfrm rot="16200000" flipH="1">
              <a:off x="381000" y="3200400"/>
              <a:ext cx="6858000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/>
            <p:cNvCxnSpPr/>
            <p:nvPr/>
          </p:nvCxnSpPr>
          <p:spPr>
            <a:xfrm rot="16200000" flipH="1">
              <a:off x="-609600" y="3276600"/>
              <a:ext cx="6858000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/>
          </p:nvCxnSpPr>
          <p:spPr>
            <a:xfrm rot="16200000" flipH="1">
              <a:off x="685801" y="3352799"/>
              <a:ext cx="6858000" cy="152401"/>
            </a:xfrm>
            <a:prstGeom prst="line">
              <a:avLst/>
            </a:prstGeom>
            <a:ln w="50800">
              <a:solidFill>
                <a:schemeClr val="accent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/>
          </p:nvCxnSpPr>
          <p:spPr>
            <a:xfrm rot="16200000" flipH="1">
              <a:off x="-304800" y="3352800"/>
              <a:ext cx="6858000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/>
          </p:nvCxnSpPr>
          <p:spPr>
            <a:xfrm rot="5400000">
              <a:off x="-1028700" y="3314700"/>
              <a:ext cx="6858000" cy="22860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/>
            <p:cNvCxnSpPr/>
            <p:nvPr/>
          </p:nvCxnSpPr>
          <p:spPr>
            <a:xfrm rot="5400000">
              <a:off x="782955" y="2722245"/>
              <a:ext cx="6858000" cy="1413510"/>
            </a:xfrm>
            <a:prstGeom prst="line">
              <a:avLst/>
            </a:prstGeom>
            <a:ln>
              <a:solidFill>
                <a:schemeClr val="accent1">
                  <a:alpha val="3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/>
          </p:nvCxnSpPr>
          <p:spPr>
            <a:xfrm rot="5400000">
              <a:off x="1372552" y="3277552"/>
              <a:ext cx="6858000" cy="302895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/>
            <p:cNvCxnSpPr/>
            <p:nvPr/>
          </p:nvCxnSpPr>
          <p:spPr>
            <a:xfrm rot="5400000">
              <a:off x="1600200" y="3352800"/>
              <a:ext cx="68580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/>
          </p:nvCxnSpPr>
          <p:spPr>
            <a:xfrm rot="5400000">
              <a:off x="659130" y="3227070"/>
              <a:ext cx="6858000" cy="40386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/>
            <p:cNvCxnSpPr/>
            <p:nvPr/>
          </p:nvCxnSpPr>
          <p:spPr>
            <a:xfrm rot="16200000" flipH="1">
              <a:off x="-128587" y="3252788"/>
              <a:ext cx="6858000" cy="352425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/>
          </p:nvCxnSpPr>
          <p:spPr>
            <a:xfrm rot="16200000" flipH="1">
              <a:off x="560070" y="3326130"/>
              <a:ext cx="6858000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/>
            <p:cNvCxnSpPr/>
            <p:nvPr/>
          </p:nvCxnSpPr>
          <p:spPr>
            <a:xfrm rot="16200000" flipH="1">
              <a:off x="152400" y="3352800"/>
              <a:ext cx="68580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/>
          </p:nvCxnSpPr>
          <p:spPr>
            <a:xfrm rot="16200000" flipH="1">
              <a:off x="381000" y="3352800"/>
              <a:ext cx="6858000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/>
            <p:cNvCxnSpPr/>
            <p:nvPr/>
          </p:nvCxnSpPr>
          <p:spPr>
            <a:xfrm rot="16200000" flipH="1">
              <a:off x="2743200" y="3352801"/>
              <a:ext cx="6858000" cy="152400"/>
            </a:xfrm>
            <a:prstGeom prst="line">
              <a:avLst/>
            </a:prstGeom>
            <a:ln w="50800">
              <a:solidFill>
                <a:schemeClr val="accent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/>
          </p:nvCxnSpPr>
          <p:spPr>
            <a:xfrm rot="16200000" flipH="1">
              <a:off x="2095501" y="3238501"/>
              <a:ext cx="6858000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/>
            <p:cNvCxnSpPr/>
            <p:nvPr/>
          </p:nvCxnSpPr>
          <p:spPr>
            <a:xfrm rot="5400000">
              <a:off x="2705100" y="3238501"/>
              <a:ext cx="6858000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/>
          </p:nvCxnSpPr>
          <p:spPr>
            <a:xfrm rot="5400000">
              <a:off x="1828801" y="3276600"/>
              <a:ext cx="6857999" cy="3048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/>
            <p:cNvCxnSpPr/>
            <p:nvPr/>
          </p:nvCxnSpPr>
          <p:spPr>
            <a:xfrm rot="16200000" flipH="1">
              <a:off x="1066800" y="3200402"/>
              <a:ext cx="6858000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/>
            <p:cNvCxnSpPr/>
            <p:nvPr/>
          </p:nvCxnSpPr>
          <p:spPr>
            <a:xfrm rot="16200000" flipH="1">
              <a:off x="2362201" y="3352800"/>
              <a:ext cx="6858000" cy="1524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/>
            <p:cNvCxnSpPr/>
            <p:nvPr/>
          </p:nvCxnSpPr>
          <p:spPr>
            <a:xfrm rot="5400000">
              <a:off x="2646045" y="2722246"/>
              <a:ext cx="6858000" cy="1413510"/>
            </a:xfrm>
            <a:prstGeom prst="line">
              <a:avLst/>
            </a:prstGeom>
            <a:ln>
              <a:solidFill>
                <a:schemeClr val="accent1">
                  <a:alpha val="56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/>
            <p:cNvCxnSpPr/>
            <p:nvPr/>
          </p:nvCxnSpPr>
          <p:spPr>
            <a:xfrm rot="5400000">
              <a:off x="3048952" y="3277553"/>
              <a:ext cx="6858000" cy="302895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/>
            <p:cNvCxnSpPr/>
            <p:nvPr/>
          </p:nvCxnSpPr>
          <p:spPr>
            <a:xfrm rot="5400000">
              <a:off x="2895600" y="3276601"/>
              <a:ext cx="6858000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/>
            <p:cNvCxnSpPr/>
            <p:nvPr/>
          </p:nvCxnSpPr>
          <p:spPr>
            <a:xfrm rot="5400000">
              <a:off x="2388870" y="3227071"/>
              <a:ext cx="6858000" cy="40386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/>
            <p:cNvCxnSpPr/>
            <p:nvPr/>
          </p:nvCxnSpPr>
          <p:spPr>
            <a:xfrm rot="16200000" flipH="1">
              <a:off x="2236470" y="3326131"/>
              <a:ext cx="6858000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/>
            <p:cNvCxnSpPr/>
            <p:nvPr/>
          </p:nvCxnSpPr>
          <p:spPr>
            <a:xfrm rot="16200000" flipH="1">
              <a:off x="1752600" y="3352801"/>
              <a:ext cx="68580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/>
            <p:cNvCxnSpPr/>
            <p:nvPr/>
          </p:nvCxnSpPr>
          <p:spPr>
            <a:xfrm rot="16200000" flipH="1">
              <a:off x="1981200" y="3352800"/>
              <a:ext cx="6858000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/>
            <p:cNvCxnSpPr/>
            <p:nvPr/>
          </p:nvCxnSpPr>
          <p:spPr>
            <a:xfrm rot="5400000">
              <a:off x="3467100" y="3314701"/>
              <a:ext cx="6858000" cy="2286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/>
            <p:cNvCxnSpPr/>
            <p:nvPr/>
          </p:nvCxnSpPr>
          <p:spPr>
            <a:xfrm rot="16200000" flipH="1">
              <a:off x="3467099" y="3314701"/>
              <a:ext cx="6858000" cy="228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/>
            <p:cNvCxnSpPr/>
            <p:nvPr/>
          </p:nvCxnSpPr>
          <p:spPr>
            <a:xfrm rot="5400000">
              <a:off x="4038600" y="3429001"/>
              <a:ext cx="6858000" cy="1588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/>
            <p:cNvCxnSpPr/>
            <p:nvPr/>
          </p:nvCxnSpPr>
          <p:spPr>
            <a:xfrm rot="16200000" flipH="1">
              <a:off x="3886200" y="3200401"/>
              <a:ext cx="6858000" cy="457200"/>
            </a:xfrm>
            <a:prstGeom prst="line">
              <a:avLst/>
            </a:prstGeom>
            <a:ln>
              <a:solidFill>
                <a:schemeClr val="accent1">
                  <a:alpha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/>
            <p:cNvCxnSpPr/>
            <p:nvPr/>
          </p:nvCxnSpPr>
          <p:spPr>
            <a:xfrm rot="5400000">
              <a:off x="4000501" y="3238501"/>
              <a:ext cx="6858000" cy="38100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/>
          </p:nvCxnSpPr>
          <p:spPr>
            <a:xfrm rot="16200000" flipH="1">
              <a:off x="4572000" y="3200401"/>
              <a:ext cx="6858000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/>
          </p:nvCxnSpPr>
          <p:spPr>
            <a:xfrm rot="16200000" flipH="1">
              <a:off x="3733800" y="3352800"/>
              <a:ext cx="6858000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/>
            <p:cNvCxnSpPr/>
            <p:nvPr/>
          </p:nvCxnSpPr>
          <p:spPr>
            <a:xfrm rot="5400000">
              <a:off x="3619500" y="3314700"/>
              <a:ext cx="6858000" cy="22860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/>
          </p:nvCxnSpPr>
          <p:spPr>
            <a:xfrm rot="16200000" flipH="1">
              <a:off x="4214813" y="3252788"/>
              <a:ext cx="6858000" cy="352425"/>
            </a:xfrm>
            <a:prstGeom prst="line">
              <a:avLst/>
            </a:prstGeom>
            <a:ln w="15875">
              <a:solidFill>
                <a:schemeClr val="accent1">
                  <a:alpha val="72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/>
            <p:cNvCxnSpPr/>
            <p:nvPr/>
          </p:nvCxnSpPr>
          <p:spPr>
            <a:xfrm rot="16200000" flipH="1">
              <a:off x="4751070" y="3326131"/>
              <a:ext cx="6858000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/>
          </p:nvCxnSpPr>
          <p:spPr>
            <a:xfrm rot="16200000" flipH="1">
              <a:off x="4343400" y="3352801"/>
              <a:ext cx="68580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/>
            <p:cNvCxnSpPr/>
            <p:nvPr/>
          </p:nvCxnSpPr>
          <p:spPr>
            <a:xfrm rot="16200000" flipH="1">
              <a:off x="4572000" y="3352801"/>
              <a:ext cx="6858000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/>
            <p:cNvCxnSpPr/>
            <p:nvPr/>
          </p:nvCxnSpPr>
          <p:spPr>
            <a:xfrm rot="16200000" flipH="1">
              <a:off x="5257800" y="3352802"/>
              <a:ext cx="68580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/>
          </p:nvCxnSpPr>
          <p:spPr>
            <a:xfrm rot="16200000" flipH="1">
              <a:off x="5067300" y="3238502"/>
              <a:ext cx="6858000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/>
            <p:cNvCxnSpPr/>
            <p:nvPr/>
          </p:nvCxnSpPr>
          <p:spPr>
            <a:xfrm rot="5400000">
              <a:off x="5219700" y="3238502"/>
              <a:ext cx="6858000" cy="381000"/>
            </a:xfrm>
            <a:prstGeom prst="line">
              <a:avLst/>
            </a:prstGeom>
            <a:ln w="50800">
              <a:solidFill>
                <a:schemeClr val="accent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/>
          </p:nvCxnSpPr>
          <p:spPr>
            <a:xfrm rot="16200000" flipH="1">
              <a:off x="4876801" y="3352801"/>
              <a:ext cx="6858000" cy="1524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/>
            <p:cNvCxnSpPr/>
            <p:nvPr/>
          </p:nvCxnSpPr>
          <p:spPr>
            <a:xfrm rot="5400000">
              <a:off x="5527994" y="3318196"/>
              <a:ext cx="6888479" cy="191133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/>
            <p:cNvCxnSpPr/>
            <p:nvPr/>
          </p:nvCxnSpPr>
          <p:spPr>
            <a:xfrm rot="5400000">
              <a:off x="4850130" y="3227072"/>
              <a:ext cx="6858000" cy="40386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/>
          </p:nvCxnSpPr>
          <p:spPr>
            <a:xfrm rot="16200000" flipH="1">
              <a:off x="4751070" y="3326132"/>
              <a:ext cx="6858000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277"/>
            <p:cNvCxnSpPr/>
            <p:nvPr/>
          </p:nvCxnSpPr>
          <p:spPr>
            <a:xfrm rot="5400000">
              <a:off x="5562599" y="3429001"/>
              <a:ext cx="6858002" cy="1588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282"/>
            <p:cNvCxnSpPr/>
            <p:nvPr/>
          </p:nvCxnSpPr>
          <p:spPr>
            <a:xfrm rot="5400000">
              <a:off x="2552700" y="3390900"/>
              <a:ext cx="6858000" cy="76200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/>
            <p:cNvCxnSpPr/>
            <p:nvPr/>
          </p:nvCxnSpPr>
          <p:spPr>
            <a:xfrm rot="16200000" flipH="1">
              <a:off x="3048000" y="3352800"/>
              <a:ext cx="6858000" cy="15240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/>
          </p:nvCxnSpPr>
          <p:spPr>
            <a:xfrm rot="16200000" flipH="1">
              <a:off x="3238500" y="3238500"/>
              <a:ext cx="6858000" cy="381000"/>
            </a:xfrm>
            <a:prstGeom prst="line">
              <a:avLst/>
            </a:prstGeom>
            <a:ln w="19050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/>
          </p:nvCxnSpPr>
          <p:spPr>
            <a:xfrm rot="5400000">
              <a:off x="2133600" y="3276600"/>
              <a:ext cx="6858000" cy="30480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/>
          </p:nvCxnSpPr>
          <p:spPr>
            <a:xfrm rot="16200000" flipH="1">
              <a:off x="3148013" y="3252789"/>
              <a:ext cx="6858000" cy="352425"/>
            </a:xfrm>
            <a:prstGeom prst="line">
              <a:avLst/>
            </a:prstGeom>
            <a:ln w="15875">
              <a:solidFill>
                <a:schemeClr val="accent1">
                  <a:alpha val="72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/>
            <p:cNvCxnSpPr/>
            <p:nvPr/>
          </p:nvCxnSpPr>
          <p:spPr>
            <a:xfrm rot="5400000">
              <a:off x="3771900" y="3238500"/>
              <a:ext cx="6858000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/>
          </p:nvCxnSpPr>
          <p:spPr>
            <a:xfrm rot="5400000">
              <a:off x="4229100" y="2933700"/>
              <a:ext cx="6858000" cy="9906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306"/>
            <p:cNvCxnSpPr/>
            <p:nvPr/>
          </p:nvCxnSpPr>
          <p:spPr>
            <a:xfrm rot="16200000" flipH="1">
              <a:off x="1371600" y="3200403"/>
              <a:ext cx="6858000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B6D11-83CE-466F-BF68-14957A5C5194}" type="datetime1">
              <a:rPr lang="zh-CN" altLang="en-US" smtClean="0"/>
              <a:t>2021/11/15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3" name="Rectangle 112"/>
          <p:cNvSpPr/>
          <p:nvPr/>
        </p:nvSpPr>
        <p:spPr>
          <a:xfrm>
            <a:off x="0" y="1905000"/>
            <a:ext cx="4953000" cy="3124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kern="1200">
              <a:solidFill>
                <a:prstClr val="white"/>
              </a:solidFill>
              <a:latin typeface="Tw Cen MT"/>
              <a:ea typeface="+mn-ea"/>
              <a:cs typeface="+mn-cs"/>
            </a:endParaRPr>
          </a:p>
        </p:txBody>
      </p:sp>
      <p:grpSp>
        <p:nvGrpSpPr>
          <p:cNvPr id="94" name="Group 93"/>
          <p:cNvGrpSpPr/>
          <p:nvPr/>
        </p:nvGrpSpPr>
        <p:grpSpPr>
          <a:xfrm>
            <a:off x="0" y="2057400"/>
            <a:ext cx="4801394" cy="2820988"/>
            <a:chOff x="0" y="2057400"/>
            <a:chExt cx="4801394" cy="2820988"/>
          </a:xfrm>
        </p:grpSpPr>
        <p:cxnSp>
          <p:nvCxnSpPr>
            <p:cNvPr id="117" name="Straight Connector 116"/>
            <p:cNvCxnSpPr/>
            <p:nvPr/>
          </p:nvCxnSpPr>
          <p:spPr>
            <a:xfrm>
              <a:off x="0" y="2057400"/>
              <a:ext cx="4800600" cy="1588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/>
            <p:cNvCxnSpPr/>
            <p:nvPr/>
          </p:nvCxnSpPr>
          <p:spPr>
            <a:xfrm>
              <a:off x="0" y="4876800"/>
              <a:ext cx="4800600" cy="1588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 rot="5400000">
              <a:off x="3391694" y="3467100"/>
              <a:ext cx="2818606" cy="794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2130425"/>
            <a:ext cx="4419600" cy="1600327"/>
          </a:xfrm>
        </p:spPr>
        <p:txBody>
          <a:bodyPr anchor="b">
            <a:normAutofit/>
          </a:bodyPr>
          <a:lstStyle>
            <a:lvl1pPr algn="l">
              <a:defRPr sz="3600" b="1" cap="none" spc="40" baseline="0">
                <a:ln w="13335" cmpd="sng">
                  <a:solidFill>
                    <a:schemeClr val="accent1">
                      <a:lumMod val="5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3733800"/>
            <a:ext cx="4419600" cy="1066800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A6E-FD8B-49DC-B6D6-425C47B3C827}" type="datetime1">
              <a:rPr lang="zh-CN" altLang="en-US" smtClean="0"/>
              <a:t>2021/11/15</a:t>
            </a:fld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491880" y="6309320"/>
            <a:ext cx="2133600" cy="365125"/>
          </a:xfrm>
        </p:spPr>
        <p:txBody>
          <a:bodyPr/>
          <a:lstStyle/>
          <a:p>
            <a:fld id="{FE777675-8CD4-4F9C-BAE8-A5EDBB6B8A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92"/>
          <p:cNvGrpSpPr/>
          <p:nvPr/>
        </p:nvGrpSpPr>
        <p:grpSpPr>
          <a:xfrm>
            <a:off x="1" y="-30478"/>
            <a:ext cx="9067799" cy="4846320"/>
            <a:chOff x="1" y="-30477"/>
            <a:chExt cx="9067799" cy="4526277"/>
          </a:xfrm>
        </p:grpSpPr>
        <p:cxnSp>
          <p:nvCxnSpPr>
            <p:cNvPr id="8" name="Straight Connector 7"/>
            <p:cNvCxnSpPr/>
            <p:nvPr/>
          </p:nvCxnSpPr>
          <p:spPr>
            <a:xfrm rot="16200000" flipH="1">
              <a:off x="-271665" y="2166212"/>
              <a:ext cx="4505731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6200000" flipH="1">
              <a:off x="-462165" y="2051912"/>
              <a:ext cx="4505731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rot="5400000">
              <a:off x="-309765" y="2051912"/>
              <a:ext cx="4505731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5400000">
              <a:off x="-2062365" y="2128112"/>
              <a:ext cx="4505731" cy="2286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rot="16200000" flipH="1">
              <a:off x="-2138565" y="2128112"/>
              <a:ext cx="4505731" cy="228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rot="16200000" flipH="1">
              <a:off x="-195465" y="1785212"/>
              <a:ext cx="4505731" cy="9144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6200000" flipH="1">
              <a:off x="-1643265" y="2013812"/>
              <a:ext cx="4505731" cy="457200"/>
            </a:xfrm>
            <a:prstGeom prst="line">
              <a:avLst/>
            </a:prstGeom>
            <a:ln>
              <a:solidFill>
                <a:schemeClr val="accent1">
                  <a:alpha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5400000">
              <a:off x="-1528964" y="2051912"/>
              <a:ext cx="4505731" cy="38100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6200000" flipH="1">
              <a:off x="-957465" y="2013812"/>
              <a:ext cx="4505731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6200000" flipH="1">
              <a:off x="-1948065" y="2090012"/>
              <a:ext cx="4505731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6200000" flipH="1">
              <a:off x="-652664" y="2166211"/>
              <a:ext cx="4505731" cy="152401"/>
            </a:xfrm>
            <a:prstGeom prst="line">
              <a:avLst/>
            </a:prstGeom>
            <a:ln w="57150">
              <a:solidFill>
                <a:schemeClr val="accent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rot="16200000" flipH="1">
              <a:off x="-1643265" y="2166212"/>
              <a:ext cx="4505731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rot="16200000" flipH="1">
              <a:off x="-1790700" y="2019300"/>
              <a:ext cx="4495800" cy="45720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rot="5400000">
              <a:off x="-555510" y="1535657"/>
              <a:ext cx="4505731" cy="1413510"/>
            </a:xfrm>
            <a:prstGeom prst="line">
              <a:avLst/>
            </a:prstGeom>
            <a:ln>
              <a:solidFill>
                <a:schemeClr val="accent1">
                  <a:alpha val="3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rot="5400000">
              <a:off x="34087" y="2090964"/>
              <a:ext cx="4505731" cy="302895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rot="5400000">
              <a:off x="261735" y="2090012"/>
              <a:ext cx="4505731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 rot="5400000">
              <a:off x="-679335" y="2040482"/>
              <a:ext cx="4505731" cy="40386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 rot="16200000" flipH="1">
              <a:off x="-1467052" y="2066200"/>
              <a:ext cx="4505731" cy="352425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rot="16200000" flipH="1">
              <a:off x="-778395" y="2139542"/>
              <a:ext cx="4505731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rot="16200000" flipH="1">
              <a:off x="-1186065" y="2166212"/>
              <a:ext cx="4505731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rot="16200000" flipH="1">
              <a:off x="-957465" y="2166212"/>
              <a:ext cx="4505731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rot="16200000" flipH="1">
              <a:off x="2242935" y="2166212"/>
              <a:ext cx="4505731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rot="16200000" flipH="1">
              <a:off x="2052435" y="2051912"/>
              <a:ext cx="4505731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rot="5400000">
              <a:off x="2204835" y="2051912"/>
              <a:ext cx="4505731" cy="38100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rot="5400000">
              <a:off x="452235" y="2128112"/>
              <a:ext cx="4505731" cy="2286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rot="16200000" flipH="1">
              <a:off x="376035" y="2128112"/>
              <a:ext cx="4505731" cy="228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rot="5400000">
              <a:off x="1023735" y="2242139"/>
              <a:ext cx="4505731" cy="1588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rot="16200000" flipH="1">
              <a:off x="871335" y="2013812"/>
              <a:ext cx="4505731" cy="45720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 rot="5400000">
              <a:off x="985636" y="2051912"/>
              <a:ext cx="4505731" cy="38100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rot="16200000" flipH="1">
              <a:off x="1557135" y="2013812"/>
              <a:ext cx="4505731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rot="16200000" flipH="1">
              <a:off x="566535" y="2090012"/>
              <a:ext cx="4505731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rot="16200000" flipH="1">
              <a:off x="1861936" y="2166211"/>
              <a:ext cx="4505731" cy="1524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rot="16200000" flipH="1">
              <a:off x="871335" y="2166212"/>
              <a:ext cx="4505731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rot="5400000">
              <a:off x="147435" y="2128112"/>
              <a:ext cx="4505731" cy="22860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rot="5400000">
              <a:off x="1959090" y="1535657"/>
              <a:ext cx="4505731" cy="1413510"/>
            </a:xfrm>
            <a:prstGeom prst="line">
              <a:avLst/>
            </a:prstGeom>
            <a:ln>
              <a:solidFill>
                <a:schemeClr val="accent1">
                  <a:alpha val="3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rot="5400000">
              <a:off x="2548687" y="2090964"/>
              <a:ext cx="4505731" cy="302895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rot="5400000">
              <a:off x="2776335" y="2166212"/>
              <a:ext cx="4505731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rot="5400000">
              <a:off x="1835265" y="2040482"/>
              <a:ext cx="4505731" cy="40386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rot="16200000" flipH="1">
              <a:off x="1047548" y="2066200"/>
              <a:ext cx="4505731" cy="352425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rot="16200000" flipH="1">
              <a:off x="1736205" y="2139542"/>
              <a:ext cx="4505731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rot="16200000" flipH="1">
              <a:off x="1328535" y="2166212"/>
              <a:ext cx="4505731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 rot="16200000" flipH="1">
              <a:off x="1557135" y="2166212"/>
              <a:ext cx="4505731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 rot="16200000" flipH="1">
              <a:off x="3919335" y="2166212"/>
              <a:ext cx="4505731" cy="152400"/>
            </a:xfrm>
            <a:prstGeom prst="line">
              <a:avLst/>
            </a:prstGeom>
            <a:ln w="57150">
              <a:solidFill>
                <a:schemeClr val="accent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rot="16200000" flipH="1">
              <a:off x="3271636" y="2051912"/>
              <a:ext cx="4505731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rot="5400000">
              <a:off x="3881235" y="2051912"/>
              <a:ext cx="4505731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rot="5400000">
              <a:off x="3004936" y="2090012"/>
              <a:ext cx="4505730" cy="3048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 rot="16200000" flipH="1">
              <a:off x="2242935" y="2013813"/>
              <a:ext cx="4505731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rot="16200000" flipH="1">
              <a:off x="3538336" y="2166212"/>
              <a:ext cx="4505731" cy="1524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 rot="5400000">
              <a:off x="3822180" y="1535657"/>
              <a:ext cx="4505731" cy="1413510"/>
            </a:xfrm>
            <a:prstGeom prst="line">
              <a:avLst/>
            </a:prstGeom>
            <a:ln>
              <a:solidFill>
                <a:schemeClr val="accent1">
                  <a:alpha val="56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 rot="5400000">
              <a:off x="4225087" y="2090965"/>
              <a:ext cx="4505731" cy="302895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 rot="5400000">
              <a:off x="4071735" y="2090012"/>
              <a:ext cx="4505731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 rot="5400000">
              <a:off x="3565005" y="2040482"/>
              <a:ext cx="4505731" cy="40386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 rot="16200000" flipH="1">
              <a:off x="3412605" y="2139542"/>
              <a:ext cx="4505731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 rot="16200000" flipH="1">
              <a:off x="2928735" y="2166212"/>
              <a:ext cx="4505731" cy="152400"/>
            </a:xfrm>
            <a:prstGeom prst="line">
              <a:avLst/>
            </a:prstGeom>
            <a:ln w="57150">
              <a:solidFill>
                <a:schemeClr val="accent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 rot="16200000" flipH="1">
              <a:off x="3081135" y="2166212"/>
              <a:ext cx="4505731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 rot="5400000">
              <a:off x="4643235" y="2128112"/>
              <a:ext cx="4505731" cy="2286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 rot="16200000" flipH="1">
              <a:off x="4643234" y="2128112"/>
              <a:ext cx="4505731" cy="228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 rot="5400000">
              <a:off x="5214735" y="2242140"/>
              <a:ext cx="4505731" cy="1588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 rot="16200000" flipH="1">
              <a:off x="5062335" y="2013812"/>
              <a:ext cx="4505731" cy="457200"/>
            </a:xfrm>
            <a:prstGeom prst="line">
              <a:avLst/>
            </a:prstGeom>
            <a:ln>
              <a:solidFill>
                <a:schemeClr val="accent1">
                  <a:alpha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 rot="5400000">
              <a:off x="5176636" y="2051912"/>
              <a:ext cx="4505731" cy="38100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 rot="16200000" flipH="1">
              <a:off x="5748135" y="2013813"/>
              <a:ext cx="4505731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 rot="16200000" flipH="1">
              <a:off x="4909935" y="2166212"/>
              <a:ext cx="4505731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 rot="5400000">
              <a:off x="4795635" y="2128112"/>
              <a:ext cx="4505731" cy="22860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 rot="16200000" flipH="1">
              <a:off x="5390948" y="2066200"/>
              <a:ext cx="4505731" cy="352425"/>
            </a:xfrm>
            <a:prstGeom prst="line">
              <a:avLst/>
            </a:prstGeom>
            <a:ln w="15875">
              <a:solidFill>
                <a:schemeClr val="accent1">
                  <a:alpha val="72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 rot="16200000" flipH="1">
              <a:off x="5927205" y="2139542"/>
              <a:ext cx="4505731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 rot="16200000" flipH="1">
              <a:off x="5519535" y="2166212"/>
              <a:ext cx="4505731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 rot="16200000" flipH="1">
              <a:off x="5748135" y="2166212"/>
              <a:ext cx="4505731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 rot="16200000" flipH="1">
              <a:off x="6433935" y="2166213"/>
              <a:ext cx="4505731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 rot="16200000" flipH="1">
              <a:off x="6243435" y="2051913"/>
              <a:ext cx="4505731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 rot="5400000">
              <a:off x="6395835" y="2051913"/>
              <a:ext cx="4505731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>
            <a:xfrm rot="16200000" flipH="1">
              <a:off x="6052936" y="2166212"/>
              <a:ext cx="4505731" cy="1524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 rot="5400000">
              <a:off x="6709356" y="2136834"/>
              <a:ext cx="4525755" cy="191133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 rot="5400000">
              <a:off x="6026265" y="2040483"/>
              <a:ext cx="4505731" cy="40386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/>
          </p:nvCxnSpPr>
          <p:spPr>
            <a:xfrm rot="16200000" flipH="1">
              <a:off x="5927205" y="2139543"/>
              <a:ext cx="4505731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/>
            <p:nvPr/>
          </p:nvCxnSpPr>
          <p:spPr>
            <a:xfrm rot="5400000">
              <a:off x="6738734" y="2242140"/>
              <a:ext cx="4505732" cy="1588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/>
          </p:nvCxnSpPr>
          <p:spPr>
            <a:xfrm rot="5400000">
              <a:off x="3728835" y="2204312"/>
              <a:ext cx="4505731" cy="76200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/>
            <p:nvPr/>
          </p:nvCxnSpPr>
          <p:spPr>
            <a:xfrm rot="16200000" flipH="1">
              <a:off x="4224135" y="2166212"/>
              <a:ext cx="4505731" cy="15240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/>
            <p:nvPr/>
          </p:nvCxnSpPr>
          <p:spPr>
            <a:xfrm rot="16200000" flipH="1">
              <a:off x="4414635" y="2051912"/>
              <a:ext cx="4505731" cy="381000"/>
            </a:xfrm>
            <a:prstGeom prst="line">
              <a:avLst/>
            </a:prstGeom>
            <a:ln w="19050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/>
            <p:nvPr/>
          </p:nvCxnSpPr>
          <p:spPr>
            <a:xfrm rot="5400000">
              <a:off x="3309735" y="2090012"/>
              <a:ext cx="4505731" cy="30480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/>
            <p:nvPr/>
          </p:nvCxnSpPr>
          <p:spPr>
            <a:xfrm rot="16200000" flipH="1">
              <a:off x="4324148" y="2066200"/>
              <a:ext cx="4505731" cy="352425"/>
            </a:xfrm>
            <a:prstGeom prst="line">
              <a:avLst/>
            </a:prstGeom>
            <a:ln w="15875">
              <a:solidFill>
                <a:schemeClr val="accent1">
                  <a:alpha val="72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/>
            <p:nvPr/>
          </p:nvCxnSpPr>
          <p:spPr>
            <a:xfrm rot="5400000">
              <a:off x="4948035" y="2051912"/>
              <a:ext cx="4505731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/>
            <p:nvPr/>
          </p:nvCxnSpPr>
          <p:spPr>
            <a:xfrm rot="5400000">
              <a:off x="5405235" y="1747112"/>
              <a:ext cx="4505731" cy="9906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/>
            <p:nvPr/>
          </p:nvCxnSpPr>
          <p:spPr>
            <a:xfrm rot="16200000" flipH="1">
              <a:off x="2547735" y="2013814"/>
              <a:ext cx="4505731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4" name="Rectangle 93"/>
          <p:cNvSpPr/>
          <p:nvPr/>
        </p:nvSpPr>
        <p:spPr>
          <a:xfrm>
            <a:off x="0" y="4311168"/>
            <a:ext cx="9144000" cy="1905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kern="1200">
              <a:solidFill>
                <a:prstClr val="white"/>
              </a:solidFill>
              <a:latin typeface="Tw Cen MT"/>
              <a:ea typeface="+mn-ea"/>
              <a:cs typeface="+mn-cs"/>
            </a:endParaRPr>
          </a:p>
        </p:txBody>
      </p:sp>
      <p:cxnSp>
        <p:nvCxnSpPr>
          <p:cNvPr id="96" name="Straight Connector 95"/>
          <p:cNvCxnSpPr/>
          <p:nvPr/>
        </p:nvCxnSpPr>
        <p:spPr>
          <a:xfrm>
            <a:off x="0" y="4387368"/>
            <a:ext cx="9144000" cy="1588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/>
          <p:nvPr/>
        </p:nvCxnSpPr>
        <p:spPr>
          <a:xfrm>
            <a:off x="0" y="6138380"/>
            <a:ext cx="9144000" cy="1588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621364"/>
            <a:ext cx="8305800" cy="414649"/>
          </a:xfrm>
        </p:spPr>
        <p:txBody>
          <a:bodyPr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95" name="Title 94"/>
          <p:cNvSpPr>
            <a:spLocks noGrp="1"/>
          </p:cNvSpPr>
          <p:nvPr>
            <p:ph type="title"/>
          </p:nvPr>
        </p:nvSpPr>
        <p:spPr>
          <a:xfrm>
            <a:off x="457200" y="4463568"/>
            <a:ext cx="83058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079F-DEAF-425D-99E8-9B8A0DCD57B7}" type="datetime1">
              <a:rPr lang="zh-CN" altLang="en-US" smtClean="0"/>
              <a:t>2021/11/15</a:t>
            </a:fld>
            <a:endParaRPr lang="zh-CN" altLang="en-US"/>
          </a:p>
        </p:txBody>
      </p:sp>
      <p:sp>
        <p:nvSpPr>
          <p:cNvPr id="91" name="Footer Placeholder 9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2" name="Slide Number Placeholder 9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73C9A-49DE-4037-A507-77D3310E0967}" type="datetime1">
              <a:rPr lang="zh-CN" altLang="en-US" smtClean="0"/>
              <a:t>2021/11/15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 algn="ctr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 algn="ctr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75661-BB15-4CB7-96BF-3D1DFC5AA765}" type="datetime1">
              <a:rPr lang="zh-CN" altLang="en-US" smtClean="0"/>
              <a:t>2021/11/15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41EB9-79DC-4AE9-ABDF-8600FAE6AFC9}" type="datetime1">
              <a:rPr lang="zh-CN" altLang="en-US" smtClean="0"/>
              <a:t>2021/11/15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4B7E9-B442-4E91-9E93-CEE954F3C4DB}" type="datetime1">
              <a:rPr lang="zh-CN" altLang="en-US" smtClean="0"/>
              <a:t>2021/11/15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00400" y="273050"/>
            <a:ext cx="54864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DDBC7-BEA2-485F-A675-2C4A3F670AD6}" type="datetime1">
              <a:rPr lang="zh-CN" altLang="en-US" smtClean="0"/>
              <a:t>2021/11/15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7" name="Rectangle 36"/>
          <p:cNvSpPr/>
          <p:nvPr/>
        </p:nvSpPr>
        <p:spPr>
          <a:xfrm>
            <a:off x="0" y="1563624"/>
            <a:ext cx="2761488" cy="3313176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kern="1200">
              <a:solidFill>
                <a:prstClr val="white"/>
              </a:solidFill>
              <a:latin typeface="Tw Cen MT"/>
              <a:ea typeface="+mn-ea"/>
              <a:cs typeface="+mn-cs"/>
            </a:endParaRPr>
          </a:p>
        </p:txBody>
      </p:sp>
      <p:cxnSp>
        <p:nvCxnSpPr>
          <p:cNvPr id="39" name="Straight Connector 38"/>
          <p:cNvCxnSpPr/>
          <p:nvPr/>
        </p:nvCxnSpPr>
        <p:spPr>
          <a:xfrm rot="5400000">
            <a:off x="1128157" y="3221339"/>
            <a:ext cx="3017520" cy="794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0" y="1712976"/>
            <a:ext cx="2651760" cy="1588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0" y="4733544"/>
            <a:ext cx="2651760" cy="1588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901952"/>
            <a:ext cx="2377440" cy="137160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tabLst>
                <a:tab pos="3830638" algn="l"/>
              </a:tabLst>
              <a:defRPr lang="en-US" sz="2600" b="1" kern="1200" cap="none" spc="20" baseline="0" dirty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400" y="3273552"/>
            <a:ext cx="2377440" cy="137160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200400" y="381000"/>
            <a:ext cx="5562600" cy="5638800"/>
          </a:xfrm>
          <a:solidFill>
            <a:schemeClr val="bg2"/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C892B-1ED6-41AB-94ED-AB63A0C5FC1E}" type="datetime1">
              <a:rPr lang="zh-CN" altLang="en-US" smtClean="0"/>
              <a:t>2021/11/15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3" name="Rectangle 32"/>
          <p:cNvSpPr/>
          <p:nvPr/>
        </p:nvSpPr>
        <p:spPr>
          <a:xfrm>
            <a:off x="0" y="1563624"/>
            <a:ext cx="2761488" cy="3313176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kern="1200">
              <a:solidFill>
                <a:prstClr val="white"/>
              </a:solidFill>
              <a:latin typeface="Tw Cen MT"/>
              <a:ea typeface="+mn-ea"/>
              <a:cs typeface="+mn-cs"/>
            </a:endParaRPr>
          </a:p>
        </p:txBody>
      </p:sp>
      <p:cxnSp>
        <p:nvCxnSpPr>
          <p:cNvPr id="34" name="Straight Connector 33"/>
          <p:cNvCxnSpPr/>
          <p:nvPr/>
        </p:nvCxnSpPr>
        <p:spPr>
          <a:xfrm rot="5400000">
            <a:off x="1128157" y="3221339"/>
            <a:ext cx="3017520" cy="794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0" y="1712976"/>
            <a:ext cx="2651760" cy="1588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>
            <a:off x="0" y="4733544"/>
            <a:ext cx="2651760" cy="1588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48" y="1905000"/>
            <a:ext cx="2377440" cy="1371600"/>
          </a:xfrm>
        </p:spPr>
        <p:txBody>
          <a:bodyPr anchor="b">
            <a:normAutofit/>
          </a:bodyPr>
          <a:lstStyle>
            <a:lvl1pPr algn="l">
              <a:defRPr sz="2600" b="1" cap="none" spc="20" baseline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400" y="3276600"/>
            <a:ext cx="2377440" cy="137160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3B5D0-10F0-4D00-8FDD-1BCF65FFFA63}" type="datetime1">
              <a:rPr lang="zh-CN" altLang="en-US" smtClean="0"/>
              <a:t>2021/11/15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D4EC9-D74F-4BC3-9B21-2651A588A721}" type="datetime1">
              <a:rPr lang="zh-CN" altLang="en-US" smtClean="0"/>
              <a:t>2021/11/15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Rectangle 189"/>
          <p:cNvSpPr/>
          <p:nvPr/>
        </p:nvSpPr>
        <p:spPr>
          <a:xfrm>
            <a:off x="149352" y="137160"/>
            <a:ext cx="8869680" cy="6583680"/>
          </a:xfrm>
          <a:prstGeom prst="rect">
            <a:avLst/>
          </a:prstGeom>
          <a:noFill/>
          <a:ln w="19050" cmpd="sng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kern="1200">
              <a:solidFill>
                <a:prstClr val="white"/>
              </a:solidFill>
              <a:latin typeface="Tw Cen MT"/>
              <a:ea typeface="+mn-ea"/>
              <a:cs typeface="+mn-cs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1240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53BB97C5-0477-4567-9DAA-623720A4241B}" type="datetime1">
              <a:rPr lang="zh-CN" altLang="en-US" smtClean="0"/>
              <a:t>2021/11/15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31123" y="6312408"/>
            <a:ext cx="34817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1240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FE777675-8CD4-4F9C-BAE8-A5EDBB6B8A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hf hdr="0" ftr="0" dt="0"/>
  <p:txStyles>
    <p:titleStyle>
      <a:lvl1pPr algn="l" defTabSz="914400" rtl="0" eaLnBrk="1" latinLnBrk="0" hangingPunct="1">
        <a:spcBef>
          <a:spcPct val="0"/>
        </a:spcBef>
        <a:buNone/>
        <a:tabLst>
          <a:tab pos="3830638" algn="l"/>
        </a:tabLst>
        <a:defRPr sz="3600" b="1" kern="1200" cap="none" spc="50">
          <a:ln w="13335" cmpd="sng">
            <a:solidFill>
              <a:schemeClr val="accent1">
                <a:lumMod val="50000"/>
              </a:schemeClr>
            </a:solidFill>
            <a:prstDash val="solid"/>
          </a:ln>
          <a:solidFill>
            <a:schemeClr val="accent6">
              <a:tint val="1000"/>
            </a:schemeClr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8872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691640" indent="-18288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6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4884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defTabSz="914400" rtl="0" eaLnBrk="1" latinLnBrk="0" hangingPunct="1">
        <a:spcBef>
          <a:spcPct val="20000"/>
        </a:spcBef>
        <a:buClr>
          <a:schemeClr val="accent6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slide" Target="slide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诺贝尔奖，你了解多少？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84301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内容提要</a:t>
            </a:r>
            <a:endParaRPr lang="zh-CN" altLang="en-US"/>
          </a:p>
        </p:txBody>
      </p:sp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1206642518"/>
              </p:ext>
            </p:extLst>
          </p:nvPr>
        </p:nvGraphicFramePr>
        <p:xfrm>
          <a:off x="611560" y="1700808"/>
          <a:ext cx="7848872" cy="46085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82182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关于诺贝尔奖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99981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诺贝尔奖的由来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诺贝尔奖，是以瑞典著名的化学家、硝化甘油炸药的发明人阿尔弗雷德•贝恩哈德•诺贝尔的部分遗产（</a:t>
            </a:r>
            <a:r>
              <a:rPr lang="en-US" altLang="zh-CN" dirty="0"/>
              <a:t>3100</a:t>
            </a:r>
            <a:r>
              <a:rPr lang="zh-CN" altLang="zh-CN" dirty="0"/>
              <a:t>万瑞典克朗）作为基金创立的。</a:t>
            </a:r>
          </a:p>
          <a:p>
            <a:r>
              <a:rPr lang="zh-CN" altLang="zh-CN" dirty="0"/>
              <a:t>诺贝尔奖分设物理学、化学、生理学或医学、文学、和平和经济学六个奖项，授予世界上在这些领域对人类做出重大贡献的人。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31989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评选流程</a:t>
            </a:r>
            <a:endParaRPr lang="zh-CN" altLang="en-US" dirty="0"/>
          </a:p>
        </p:txBody>
      </p:sp>
      <p:graphicFrame>
        <p:nvGraphicFramePr>
          <p:cNvPr id="3" name="图示 2"/>
          <p:cNvGraphicFramePr/>
          <p:nvPr>
            <p:extLst>
              <p:ext uri="{D42A27DB-BD31-4B8C-83A1-F6EECF244321}">
                <p14:modId xmlns:p14="http://schemas.microsoft.com/office/powerpoint/2010/main" val="400877869"/>
              </p:ext>
            </p:extLst>
          </p:nvPr>
        </p:nvGraphicFramePr>
        <p:xfrm>
          <a:off x="611560" y="1556792"/>
          <a:ext cx="8064896" cy="4320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动作按钮: 后退或前一项 3">
            <a:hlinkClick r:id="rId7" action="ppaction://hlinksldjump" highlightClick="1"/>
          </p:cNvPr>
          <p:cNvSpPr/>
          <p:nvPr/>
        </p:nvSpPr>
        <p:spPr>
          <a:xfrm>
            <a:off x="8042958" y="6129280"/>
            <a:ext cx="504000" cy="360000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71389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F818CB0-01AD-43E5-A1E8-342B403362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graphicEl>
                                              <a:dgm id="{5F818CB0-01AD-43E5-A1E8-342B403362D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3F56A17-3432-43C8-AB13-002890D6C50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graphicEl>
                                              <a:dgm id="{83F56A17-3432-43C8-AB13-002890D6C50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E94F3C4-A4B9-4244-A5D4-3836D07AD11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graphicEl>
                                              <a:dgm id="{FE94F3C4-A4B9-4244-A5D4-3836D07AD11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3CA4B62-466F-4D86-920C-7F2246ED1D2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graphicEl>
                                              <a:dgm id="{83CA4B62-466F-4D86-920C-7F2246ED1D2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BFFCCE7-43D2-49F9-8820-1294A5CB0E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graphicEl>
                                              <a:dgm id="{0BFFCCE7-43D2-49F9-8820-1294A5CB0E6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CDB15C1-DFA1-4D09-B9F0-F76B0D5A9D6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graphicEl>
                                              <a:dgm id="{8CDB15C1-DFA1-4D09-B9F0-F76B0D5A9D6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2291C99-1FF9-409B-9D08-A1C0D88235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graphicEl>
                                              <a:dgm id="{D2291C99-1FF9-409B-9D08-A1C0D88235B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28D16D9-8560-4F61-A549-2CC0259905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graphicEl>
                                              <a:dgm id="{028D16D9-8560-4F61-A549-2CC0259905A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0F4B1DE-6C50-4A7D-9044-3BC40D0C6F3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graphicEl>
                                              <a:dgm id="{00F4B1DE-6C50-4A7D-9044-3BC40D0C6F3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6AE5F2F5-BBA5-4F53-B8D3-9457A542BBC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graphicEl>
                                              <a:dgm id="{6AE5F2F5-BBA5-4F53-B8D3-9457A542BBC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23CFD8C-4269-4EE4-842B-5A728742BA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graphicEl>
                                              <a:dgm id="{523CFD8C-4269-4EE4-842B-5A728742BAD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诺贝尔奖历史上的趣闻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64906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最“另类”的诺贝尔奖得主</a:t>
            </a:r>
          </a:p>
        </p:txBody>
      </p:sp>
      <p:sp>
        <p:nvSpPr>
          <p:cNvPr id="2" name="内容占位符 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总有那么“另类”的人，面对殊荣不屑一顾。法国当代著名文学家让</a:t>
            </a:r>
            <a:r>
              <a:rPr lang="en-US" altLang="zh-CN" dirty="0"/>
              <a:t>•</a:t>
            </a:r>
            <a:r>
              <a:rPr lang="zh-CN" altLang="en-US" dirty="0"/>
              <a:t>保罗</a:t>
            </a:r>
            <a:r>
              <a:rPr lang="en-US" altLang="zh-CN" dirty="0"/>
              <a:t>•</a:t>
            </a:r>
            <a:r>
              <a:rPr lang="zh-CN" altLang="en-US" dirty="0"/>
              <a:t>萨特就是如此，当他得知自己获得诺贝尔文学奖后即刻对外发表声明，拒绝接受此奖项，理由很简单：谢绝一切来自官方的荣誉。</a:t>
            </a:r>
          </a:p>
          <a:p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2204864"/>
            <a:ext cx="2582540" cy="3342545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48341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最“奇葩”的诺贝尔奖得主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sz="2000" dirty="0"/>
              <a:t>现代社会，手机无处不在，你能想象没有手机的生活吗？</a:t>
            </a:r>
            <a:r>
              <a:rPr lang="en-US" altLang="zh-CN" sz="2000" dirty="0"/>
              <a:t>2013</a:t>
            </a:r>
            <a:r>
              <a:rPr lang="zh-CN" altLang="en-US" sz="2000" dirty="0"/>
              <a:t>年度诺贝尔物理学奖获得者彼得</a:t>
            </a:r>
            <a:r>
              <a:rPr lang="en-US" altLang="zh-CN" sz="2000" dirty="0"/>
              <a:t>•</a:t>
            </a:r>
            <a:r>
              <a:rPr lang="zh-CN" altLang="en-US" sz="2000" dirty="0"/>
              <a:t>希格斯教授就是这样一个“奇葩”人物，他至今都不用手机，以至于他未能在第一时间获得自己获奖的消息，而是从邻居的祝贺中才得知自己获奖的事情。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0112" y="2276872"/>
            <a:ext cx="1980321" cy="2967192"/>
          </a:xfrm>
          <a:prstGeom prst="rect">
            <a:avLst/>
          </a:prstGeom>
        </p:spPr>
      </p:pic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3185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最“省事儿”的诺贝尔奖得主</a:t>
            </a:r>
          </a:p>
        </p:txBody>
      </p:sp>
      <p:sp>
        <p:nvSpPr>
          <p:cNvPr id="4" name="文本占位符 3"/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altLang="zh-CN" sz="2000" dirty="0"/>
              <a:t>1901</a:t>
            </a:r>
            <a:r>
              <a:rPr lang="zh-CN" altLang="en-US" sz="2000" dirty="0"/>
              <a:t>年，</a:t>
            </a:r>
            <a:r>
              <a:rPr lang="en-US" altLang="zh-CN" sz="2000" dirty="0"/>
              <a:t>X</a:t>
            </a:r>
            <a:r>
              <a:rPr lang="zh-CN" altLang="en-US" sz="2000" dirty="0"/>
              <a:t>射线发明人德国科学家伦琴收到来信，信中邀请他前往斯德哥尔摩领取诺贝尔物理学奖。而这位教授随即回复了一封出人意料的回信，信上说：斯德哥尔摩路途遥远，需向校长请假才行，麻烦得很，将奖牌与奖金寄过来行不行？瑞典的答复是，奖牌不能寄，还是跑一趟吧。伦琴无奈来到了斯德哥尔摩，但他领到奖金和奖牌后就即刻打道回府，连获奖后例行的讲座也取消了。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8232" y="2780928"/>
            <a:ext cx="1524000" cy="2139696"/>
          </a:xfrm>
          <a:prstGeom prst="rect">
            <a:avLst/>
          </a:prstGeom>
        </p:spPr>
      </p:pic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92808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诺贝尔奖证书，每张都是一幅画！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27396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/>
              <a:t>是</a:t>
            </a:r>
            <a:r>
              <a:rPr lang="en-US" altLang="zh-CN" dirty="0"/>
              <a:t>1962</a:t>
            </a:r>
            <a:r>
              <a:rPr lang="zh-CN" altLang="en-US" dirty="0"/>
              <a:t>年生理学</a:t>
            </a:r>
            <a:r>
              <a:rPr lang="en-US" altLang="zh-CN" dirty="0"/>
              <a:t>/</a:t>
            </a:r>
            <a:r>
              <a:rPr lang="zh-CN" altLang="en-US" dirty="0"/>
              <a:t>医学奖得住弗朗西斯</a:t>
            </a:r>
            <a:r>
              <a:rPr lang="en-US" altLang="zh-CN" dirty="0"/>
              <a:t>•</a:t>
            </a:r>
            <a:r>
              <a:rPr lang="zh-CN" altLang="en-US" dirty="0"/>
              <a:t>克里克的证书。克里克是发现</a:t>
            </a:r>
            <a:r>
              <a:rPr lang="en-US" altLang="zh-CN" dirty="0"/>
              <a:t>DNA</a:t>
            </a:r>
            <a:r>
              <a:rPr lang="zh-CN" altLang="en-US" dirty="0"/>
              <a:t>结构的二人之一，</a:t>
            </a:r>
            <a:r>
              <a:rPr lang="en-US" altLang="zh-CN" dirty="0"/>
              <a:t>DNA</a:t>
            </a:r>
            <a:r>
              <a:rPr lang="zh-CN" altLang="en-US" dirty="0"/>
              <a:t>是生命的螺旋，画上的这个人，手中也拿着一个发出光亮的好像是螺旋的东西。</a:t>
            </a:r>
          </a:p>
          <a:p>
            <a:pPr>
              <a:lnSpc>
                <a:spcPct val="120000"/>
              </a:lnSpc>
            </a:pPr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早期：古典朴素的美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4005064"/>
            <a:ext cx="3665984" cy="24989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94200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zh-CN" altLang="en-US" dirty="0"/>
              <a:t>近年来，诺贝尔证书的艺术风格更加多样化，除了传统的版画、装饰画和油画以外，还有富有现代艺术气息的水彩、抽象画、波普风设计的等等。</a:t>
            </a:r>
          </a:p>
          <a:p>
            <a:pPr>
              <a:lnSpc>
                <a:spcPct val="120000"/>
              </a:lnSpc>
            </a:pPr>
            <a:r>
              <a:rPr lang="en-US" altLang="zh-CN" dirty="0"/>
              <a:t>2013</a:t>
            </a:r>
            <a:r>
              <a:rPr lang="zh-CN" altLang="en-US" dirty="0"/>
              <a:t>年物理学奖彼得</a:t>
            </a:r>
            <a:r>
              <a:rPr lang="en-US" altLang="zh-CN" dirty="0"/>
              <a:t>•</a:t>
            </a:r>
            <a:r>
              <a:rPr lang="zh-CN" altLang="en-US" dirty="0"/>
              <a:t>希格斯的证书。证书里面的深邃的蓝色隐喻宇宙，而那颗仿佛有质量的粒子正坠进深空。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如今的科学奖项</a:t>
            </a:r>
            <a:r>
              <a:rPr lang="zh-CN" altLang="en-US"/>
              <a:t>证书</a:t>
            </a:r>
            <a:r>
              <a:rPr lang="zh-CN" altLang="en-US" smtClean="0"/>
              <a:t>：艺术</a:t>
            </a:r>
            <a:r>
              <a:rPr lang="zh-CN" altLang="en-US" dirty="0"/>
              <a:t>，是种感觉</a:t>
            </a:r>
            <a:r>
              <a:rPr lang="en-US" altLang="zh-CN" dirty="0"/>
              <a:t>……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064" y="3990662"/>
            <a:ext cx="3449960" cy="2621970"/>
          </a:xfrm>
          <a:prstGeom prst="rect">
            <a:avLst/>
          </a:prstGeom>
        </p:spPr>
      </p:pic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79883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zh-CN" altLang="en-US" dirty="0"/>
              <a:t>文学奖的证书是最有艺术气息，也最能传达获奖者主旨的。</a:t>
            </a:r>
          </a:p>
          <a:p>
            <a:pPr>
              <a:lnSpc>
                <a:spcPct val="120000"/>
              </a:lnSpc>
            </a:pPr>
            <a:r>
              <a:rPr lang="zh-CN" altLang="en-US" dirty="0"/>
              <a:t>犹太作家辛格的证书。版画风格的设计，融合了许多元素：中间是犹太人的大卫之星，旁边分别有</a:t>
            </a:r>
            <a:r>
              <a:rPr lang="en-US" altLang="zh-CN" dirty="0"/>
              <a:t>The Magician of Lublin</a:t>
            </a:r>
            <a:r>
              <a:rPr lang="zh-CN" altLang="en-US" dirty="0"/>
              <a:t>、拉比拿着犹太人的</a:t>
            </a:r>
            <a:r>
              <a:rPr lang="en-US" altLang="zh-CN" dirty="0"/>
              <a:t>Torah Roll</a:t>
            </a:r>
            <a:r>
              <a:rPr lang="zh-CN" altLang="en-US" dirty="0"/>
              <a:t>、</a:t>
            </a:r>
            <a:r>
              <a:rPr lang="en-US" altLang="zh-CN" dirty="0"/>
              <a:t>The Slave</a:t>
            </a:r>
            <a:r>
              <a:rPr lang="zh-CN" altLang="en-US" dirty="0"/>
              <a:t>里的</a:t>
            </a:r>
            <a:r>
              <a:rPr lang="en-US" altLang="zh-CN" dirty="0"/>
              <a:t>Jacob</a:t>
            </a:r>
            <a:r>
              <a:rPr lang="zh-CN" altLang="en-US" dirty="0"/>
              <a:t>、</a:t>
            </a:r>
            <a:r>
              <a:rPr lang="en-US" altLang="zh-CN" dirty="0"/>
              <a:t>Satan in </a:t>
            </a:r>
            <a:r>
              <a:rPr lang="en-US" altLang="zh-CN" dirty="0" err="1"/>
              <a:t>Goray</a:t>
            </a:r>
            <a:r>
              <a:rPr lang="zh-CN" altLang="en-US" dirty="0"/>
              <a:t>、弥赛亚，最右边还有纳粹。中间是纽约。</a:t>
            </a:r>
          </a:p>
          <a:p>
            <a:pPr>
              <a:lnSpc>
                <a:spcPct val="120000"/>
              </a:lnSpc>
            </a:pP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文学奖证书：看，艺术的共通之处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120" y="4242690"/>
            <a:ext cx="2729880" cy="2056510"/>
          </a:xfrm>
          <a:prstGeom prst="rect">
            <a:avLst/>
          </a:prstGeom>
        </p:spPr>
      </p:pic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17597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932040" y="2636912"/>
            <a:ext cx="33843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与柏拉图为友</a:t>
            </a:r>
            <a:r>
              <a:rPr lang="en-US" altLang="zh-CN" dirty="0" smtClean="0"/>
              <a:t>,</a:t>
            </a:r>
            <a:endParaRPr lang="en-US" altLang="zh-CN" dirty="0"/>
          </a:p>
          <a:p>
            <a:r>
              <a:rPr lang="zh-CN" altLang="en-US" dirty="0" smtClean="0"/>
              <a:t>与亚里士多德为友</a:t>
            </a:r>
            <a:r>
              <a:rPr lang="en-US" altLang="zh-CN" dirty="0" smtClean="0"/>
              <a:t>,</a:t>
            </a:r>
            <a:endParaRPr lang="en-US" altLang="zh-CN" dirty="0"/>
          </a:p>
          <a:p>
            <a:r>
              <a:rPr lang="zh-CN" altLang="en-US" dirty="0" smtClean="0"/>
              <a:t>更要与真理为友！</a:t>
            </a:r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331640" y="2924944"/>
            <a:ext cx="30963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/>
              <a:t>谢谢聆听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4252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32ba1ef23c1f5bdc293c5234722f85bbcd872ece"/>
</p:tagLst>
</file>

<file path=ppt/theme/theme1.xml><?xml version="1.0" encoding="utf-8"?>
<a:theme xmlns:a="http://schemas.openxmlformats.org/drawingml/2006/main" name="茅草">
  <a:themeElements>
    <a:clrScheme name="茅草">
      <a:dk1>
        <a:sysClr val="windowText" lastClr="000000"/>
      </a:dk1>
      <a:lt1>
        <a:sysClr val="window" lastClr="FFFFFF"/>
      </a:lt1>
      <a:dk2>
        <a:srgbClr val="1D3641"/>
      </a:dk2>
      <a:lt2>
        <a:srgbClr val="DFE6D0"/>
      </a:lt2>
      <a:accent1>
        <a:srgbClr val="759AA5"/>
      </a:accent1>
      <a:accent2>
        <a:srgbClr val="CFC60D"/>
      </a:accent2>
      <a:accent3>
        <a:srgbClr val="99987F"/>
      </a:accent3>
      <a:accent4>
        <a:srgbClr val="90AC97"/>
      </a:accent4>
      <a:accent5>
        <a:srgbClr val="FFAD1C"/>
      </a:accent5>
      <a:accent6>
        <a:srgbClr val="B9AB6F"/>
      </a:accent6>
      <a:hlink>
        <a:srgbClr val="66AACD"/>
      </a:hlink>
      <a:folHlink>
        <a:srgbClr val="809DB3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茅草">
      <a:fillStyleLst>
        <a:solidFill>
          <a:schemeClr val="phClr"/>
        </a:solidFill>
        <a:gradFill rotWithShape="1">
          <a:gsLst>
            <a:gs pos="0">
              <a:schemeClr val="phClr">
                <a:tint val="79000"/>
                <a:satMod val="180000"/>
              </a:schemeClr>
            </a:gs>
            <a:gs pos="65000">
              <a:schemeClr val="phClr">
                <a:tint val="52000"/>
                <a:satMod val="250000"/>
              </a:schemeClr>
            </a:gs>
            <a:gs pos="100000">
              <a:schemeClr val="phClr">
                <a:tint val="29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000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8700000"/>
            </a:lightRig>
          </a:scene3d>
          <a:sp3d contourW="12700" prstMaterial="dkEdge">
            <a:bevelT w="0" h="0" prst="relaxedInset"/>
            <a:contourClr>
              <a:schemeClr val="phClr">
                <a:shade val="65000"/>
                <a:satMod val="15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13200000"/>
            </a:lightRig>
          </a:scene3d>
          <a:sp3d prstMaterial="dkEdge">
            <a:bevelT w="63500" h="50800" prst="relaxedIns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hade val="95000"/>
                <a:satMod val="200000"/>
              </a:schemeClr>
            </a:gs>
            <a:gs pos="53000">
              <a:schemeClr val="phClr">
                <a:shade val="60000"/>
                <a:satMod val="220000"/>
              </a:schemeClr>
            </a:gs>
            <a:gs pos="100000">
              <a:schemeClr val="phClr">
                <a:shade val="45000"/>
                <a:satMod val="22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3000"/>
                <a:shade val="97000"/>
                <a:satMod val="230000"/>
              </a:schemeClr>
            </a:gs>
            <a:gs pos="100000">
              <a:schemeClr val="phClr">
                <a:shade val="35000"/>
                <a:satMod val="250000"/>
              </a:schemeClr>
            </a:gs>
          </a:gsLst>
          <a:path path="circle">
            <a:fillToRect l="15000" t="50000" r="85000" b="6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Thatch</Template>
  <TotalTime>0</TotalTime>
  <Words>688</Words>
  <Application>Microsoft Office PowerPoint</Application>
  <PresentationFormat>全屏显示(4:3)</PresentationFormat>
  <Paragraphs>52</Paragraphs>
  <Slides>14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5" baseType="lpstr">
      <vt:lpstr>茅草</vt:lpstr>
      <vt:lpstr>诺贝尔奖，你了解多少？</vt:lpstr>
      <vt:lpstr>内容提要</vt:lpstr>
      <vt:lpstr>关于诺贝尔奖</vt:lpstr>
      <vt:lpstr>诺贝尔奖的由来</vt:lpstr>
      <vt:lpstr>评选流程</vt:lpstr>
      <vt:lpstr>诺贝尔奖历史上的趣闻</vt:lpstr>
      <vt:lpstr>最“另类”的诺贝尔奖得主</vt:lpstr>
      <vt:lpstr>最“奇葩”的诺贝尔奖得主</vt:lpstr>
      <vt:lpstr>最“省事儿”的诺贝尔奖得主</vt:lpstr>
      <vt:lpstr>诺贝尔奖证书，每张都是一幅画！</vt:lpstr>
      <vt:lpstr>早期：古典朴素的美</vt:lpstr>
      <vt:lpstr>如今的科学奖项证书：艺术，是种感觉……</vt:lpstr>
      <vt:lpstr>文学奖证书：看，艺术的共通之处</vt:lpstr>
      <vt:lpstr>PowerPoint 演示文稿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2017-01-07T06:52:44Z</dcterms:created>
  <dcterms:modified xsi:type="dcterms:W3CDTF">2021-11-15T06:38:44Z</dcterms:modified>
</cp:coreProperties>
</file>