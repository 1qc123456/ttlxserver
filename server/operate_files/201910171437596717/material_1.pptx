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56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75A5E-0B24-4163-B98D-C13E6FC3349E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59DE2-684D-455B-A85D-C15FDA0FE9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59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F9F0A94B-6529-45FA-83A4-07C86D2F4E40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26111-096D-4AD2-98F1-D5690B449C94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8AE733DB-A0D2-45E2-AE50-3DCFD11FF320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03F0-5B9C-4FD9-B525-7D33859FBA62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D4B3-C3A3-402B-A957-D5921B6D1FEF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0E706-B24A-49CD-9CD7-F70D6BD8E5B8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8D08B-F18A-43C0-A7BA-0C9E177C0C3F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691F4-E116-4E9B-85F6-6E7E951EA556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B6C9-ED89-4AA8-9D41-E6D8E73E1380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2449-409D-493B-B390-3CF9F0F55700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9F0C3-AAFF-4EFA-9764-E4BDA8B47D98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87BCFB8-6452-47EF-9CB5-8926D706C73F}" type="datetime1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 dir="r"/>
  </p:transition>
  <p:timing>
    <p:tnLst>
      <p:par>
        <p:cTn id="1" dur="indefinite" restart="never" nodeType="tmRoot"/>
      </p:par>
    </p:tnLst>
  </p:timing>
  <p:hf sldNum="0" hdr="0" dt="0"/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400" b="1" dirty="0" smtClean="0"/>
              <a:t>龟兔赛跑</a:t>
            </a:r>
            <a:endParaRPr lang="zh-CN" altLang="en-US" sz="6400" b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25511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43100"/>
            <a:ext cx="3657600" cy="2743200"/>
          </a:xfr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5658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421892"/>
            <a:ext cx="6858000" cy="4014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龟兔赛跑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83523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复合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复合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3</TotalTime>
  <Words>12</Words>
  <Application>Microsoft Office PowerPoint</Application>
  <PresentationFormat>全屏显示(4:3)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复合</vt:lpstr>
      <vt:lpstr>龟兔赛跑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2</cp:revision>
  <dcterms:created xsi:type="dcterms:W3CDTF">2019-10-17T06:19:52Z</dcterms:created>
  <dcterms:modified xsi:type="dcterms:W3CDTF">2021-05-07T02:38:20Z</dcterms:modified>
</cp:coreProperties>
</file>