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5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70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1.png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37305" y="608330"/>
            <a:ext cx="3898265" cy="705485"/>
          </a:xfrm>
        </p:spPr>
        <p:txBody>
          <a:bodyPr/>
          <a:p>
            <a:r>
              <a:rPr lang="zh-CN" altLang="en-US"/>
              <a:t>梅花定义与特点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08330" y="2273300"/>
            <a:ext cx="7431405" cy="3135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梅花，属于蔷薇科、李属木本植物，是一种小乔木，高4-10米。</a:t>
            </a:r>
            <a:endParaRPr lang="zh-CN" altLang="en-US" sz="28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endParaRPr lang="zh-CN" altLang="en-US" sz="28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 sz="28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梅花先于叶开放，花瓣倒卵形，白色至粉红色，花萼通常红褐色，花期冬春季，果期5-6月。它以其坚韧不拔、傲寒怒放的精神而深受人们喜爱。</a:t>
            </a:r>
            <a:endParaRPr lang="zh-CN" altLang="en-US" sz="28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629015" y="608330"/>
            <a:ext cx="2894965" cy="59804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06380" y="1111250"/>
            <a:ext cx="642620" cy="5158105"/>
          </a:xfrm>
        </p:spPr>
        <p:txBody>
          <a:bodyPr>
            <a:normAutofit fontScale="90000"/>
          </a:bodyPr>
          <a:p>
            <a:r>
              <a:rPr lang="zh-CN" altLang="en-US"/>
              <a:t>品种分类及分布区域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28700" y="1417320"/>
            <a:ext cx="8155940" cy="5158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梅花品种繁多，按枝条及生长姿态可分为叶梅、直角梅、照水梅等类；按花色花型可分为宫粉梅、红梅、照水梅、绿萼梅、大红梅、玉碟梅、洒金梅等型。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分布区域：梅花原产中国南方，已有三千多年的栽培历史，无论作观赏或果树均有许多品种。许多类型不但露地栽培供观赏，还可以栽为盆花，制作梅桩。鲜花可提取香精，花、叶、根和种仁均可入药。果实可食、盐渍或干制，或熏制成乌梅入药，有止咳、止泻、生津、止渴之效。梅又能抗根线虫危害，可作核果类果树的砧木。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330200"/>
            <a:ext cx="3954145" cy="705485"/>
          </a:xfrm>
        </p:spPr>
        <p:txBody>
          <a:bodyPr/>
          <a:p>
            <a:r>
              <a:rPr lang="zh-CN" altLang="en-US"/>
              <a:t>生长环境与习性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72440" y="1313815"/>
            <a:ext cx="6791960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800"/>
              <a:t>梅花具有较强的耐寒性，但也需要适当保暖以顺利越冬。</a:t>
            </a:r>
            <a:endParaRPr lang="zh-CN" altLang="en-US" sz="2800"/>
          </a:p>
          <a:p>
            <a:pPr indent="0" fontAlgn="auto">
              <a:lnSpc>
                <a:spcPct val="150000"/>
              </a:lnSpc>
            </a:pPr>
            <a:r>
              <a:rPr lang="zh-CN" altLang="en-US" sz="2800"/>
              <a:t>梅花怕涝，要求也比较严格，盆土过湿轻则根系发育不良，叶黄而落，重则伤根毁树，过干则短枝少，新梢伸长慢易落叶，花芽发育不良，因此盆栽梅花应干湿干湿，见干见湿，不干不浇，浇则浇透，雨天要避免盆土内积水。</a:t>
            </a:r>
            <a:endParaRPr lang="zh-CN" altLang="en-US" sz="28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COMMONDATA" val="eyJoZGlkIjoiNzFlMGY3OGRmZGU1YjQ0MmVmN2U4Yjg3M2ZkYWM1Zj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455</Words>
  <Application>WPS 演示</Application>
  <PresentationFormat>宽屏</PresentationFormat>
  <Paragraphs>16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仿宋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Y</cp:lastModifiedBy>
  <cp:revision>155</cp:revision>
  <dcterms:created xsi:type="dcterms:W3CDTF">2019-06-19T02:08:00Z</dcterms:created>
  <dcterms:modified xsi:type="dcterms:W3CDTF">2024-11-11T08:00:11Z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AFA74C80F2A84EE3B2E305DC9DF9D355_11</vt:lpwstr>
  </property>
</Properties>
</file>