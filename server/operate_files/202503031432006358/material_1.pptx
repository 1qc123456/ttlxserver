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Animation="0">
    <p:kiosk/>
    <p:sldRg st="1" end="2"/>
  </p:showPr>
  <p:clrMru>
    <a:srgbClr val="DB7E7A"/>
    <a:srgbClr val="F1CECC"/>
    <a:srgbClr val="F5D5C8"/>
    <a:srgbClr val="EBD2FE"/>
    <a:srgbClr val="F9C0FD"/>
    <a:srgbClr val="FFFFFF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6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春日的浪漫</a:t>
            </a:r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春日的浪漫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春日的浪漫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春日的浪漫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春日的浪漫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春日的浪漫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春日的浪漫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春日的浪漫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春日的浪漫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春日的浪漫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春日的浪漫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春日的浪漫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543165" y="276225"/>
            <a:ext cx="4401185" cy="2570480"/>
          </a:xfrm>
        </p:spPr>
        <p:txBody>
          <a:bodyPr/>
          <a:p>
            <a:pPr algn="dist">
              <a:lnSpc>
                <a:spcPct val="100000"/>
              </a:lnSpc>
            </a:pPr>
            <a:r>
              <a:rPr lang="zh-CN" altLang="zh-CN" sz="8800">
                <a:solidFill>
                  <a:schemeClr val="accent6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樱花</a:t>
            </a:r>
            <a:endParaRPr lang="zh-CN" altLang="zh-CN" sz="8800">
              <a:solidFill>
                <a:schemeClr val="accent6">
                  <a:lumMod val="60000"/>
                  <a:lumOff val="4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4000">
        <p:blinds dir="vert"/>
      </p:transition>
    </mc:Choice>
    <mc:Fallback>
      <p:transition spd="slow" advClick="0" advTm="4000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335915" y="188595"/>
            <a:ext cx="11520000" cy="64800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bIns="288290"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192520" y="1780540"/>
            <a:ext cx="462089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樱花，是春天的诗，是岁月的温柔。它在枝头绽放，如粉色的云霞，轻柔地拂过人间。每一朵樱花都似娇羞的少女，带着淡淡的胭脂色，低眉浅笑，却又不失灵动。花瓣轻盈如羽，随风飘落，仿佛一场粉色的雪，落在肩头、发梢，也落在心底。</a:t>
            </a:r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  <a:p>
            <a:pPr algn="ctr"/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当樱花盛开，整个世界都被染上了梦幻的色彩。它们簇拥在一起，密密匝匝，却又透着空灵，像是天空中洒落的繁星，又似少女的梦境，甜美而纯净。阳光透过花瓣的缝隙，洒下斑驳的光影，像是大自然精心编织的锦绣，美得令人窒息。</a:t>
            </a:r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  <a:p>
            <a:pPr algn="ctr"/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668645" y="432435"/>
            <a:ext cx="5760000" cy="5760000"/>
          </a:xfrm>
          <a:prstGeom prst="ellipse">
            <a:avLst/>
          </a:pr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330440" y="978535"/>
            <a:ext cx="22567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 b="1">
                <a:solidFill>
                  <a:schemeClr val="accent6"/>
                </a:solidFill>
                <a:latin typeface="等线" panose="02010600030101010101" charset="-122"/>
                <a:ea typeface="等线" panose="02010600030101010101" charset="-122"/>
              </a:rPr>
              <a:t>春</a:t>
            </a:r>
            <a:r>
              <a:rPr lang="zh-CN" altLang="en-US" sz="3600" b="1">
                <a:solidFill>
                  <a:schemeClr val="accent6"/>
                </a:solidFill>
                <a:latin typeface="等线" panose="02010600030101010101" charset="-122"/>
                <a:ea typeface="等线" panose="02010600030101010101" charset="-122"/>
              </a:rPr>
              <a:t>日樱花</a:t>
            </a:r>
            <a:endParaRPr lang="zh-CN" altLang="en-US" sz="3600" b="1">
              <a:solidFill>
                <a:schemeClr val="accent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春日的浪漫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WPS 演示</Application>
  <PresentationFormat>宽屏</PresentationFormat>
  <Paragraphs>12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黑体</vt:lpstr>
      <vt:lpstr>楷体</vt:lpstr>
      <vt:lpstr>等线</vt:lpstr>
      <vt:lpstr>微软雅黑</vt:lpstr>
      <vt:lpstr>Arial Unicode MS</vt:lpstr>
      <vt:lpstr>Calibri</vt:lpstr>
      <vt:lpstr>WPS</vt:lpstr>
      <vt:lpstr>樱花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</cp:lastModifiedBy>
  <cp:revision>156</cp:revision>
  <dcterms:created xsi:type="dcterms:W3CDTF">2019-06-19T02:08:00Z</dcterms:created>
  <dcterms:modified xsi:type="dcterms:W3CDTF">2025-03-03T03:43:16Z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ADB1D594A15845DD84097D64168AA7D7_11</vt:lpwstr>
  </property>
</Properties>
</file>