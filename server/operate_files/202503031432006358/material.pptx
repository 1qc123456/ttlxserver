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542000" y="277200"/>
            <a:ext cx="4402800" cy="2570400"/>
          </a:xfrm>
        </p:spPr>
        <p:txBody>
          <a:bodyPr/>
          <a:p>
            <a:endParaRPr lang="zh-CN" altLang="zh-CN" b="0"/>
          </a:p>
        </p:txBody>
      </p:sp>
    </p:spTree>
    <p:custDataLst>
      <p:tags r:id="rId2"/>
    </p:custData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157</cp:revision>
  <dcterms:created xsi:type="dcterms:W3CDTF">2019-06-19T02:08:00Z</dcterms:created>
  <dcterms:modified xsi:type="dcterms:W3CDTF">2025-03-03T08:24:55Z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224174DFA0FA41A0B0CE471DA5A194E8_11</vt:lpwstr>
  </property>
</Properties>
</file>