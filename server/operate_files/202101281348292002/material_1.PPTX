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609" autoAdjust="0"/>
  </p:normalViewPr>
  <p:slideViewPr>
    <p:cSldViewPr>
      <p:cViewPr varScale="1">
        <p:scale>
          <a:sx n="121" d="100"/>
          <a:sy n="121" d="100"/>
        </p:scale>
        <p:origin x="-139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指导老师基本资料</a:t>
            </a:r>
            <a:endParaRPr lang="zh-CN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815" y="3645024"/>
            <a:ext cx="3203597" cy="256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8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99592" y="2420888"/>
            <a:ext cx="2092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zh-CN" altLang="en-US" dirty="0" smtClean="0"/>
              <a:t>姓名：王虎</a:t>
            </a:r>
            <a:endParaRPr lang="en-US" altLang="zh-CN" dirty="0" smtClean="0"/>
          </a:p>
          <a:p>
            <a:pPr marL="285750" indent="-285750">
              <a:buFont typeface="Wingdings" pitchFamily="2" charset="2"/>
              <a:buChar char="p"/>
            </a:pPr>
            <a:r>
              <a:rPr lang="zh-CN" altLang="en-US" dirty="0" smtClean="0"/>
              <a:t>学历：本科</a:t>
            </a:r>
            <a:endParaRPr lang="en-US" altLang="zh-CN" dirty="0" smtClean="0"/>
          </a:p>
          <a:p>
            <a:pPr marL="285750" indent="-285750">
              <a:buFont typeface="Wingdings" pitchFamily="2" charset="2"/>
              <a:buChar char="p"/>
            </a:pPr>
            <a:r>
              <a:rPr lang="zh-CN" altLang="en-US" dirty="0" smtClean="0"/>
              <a:t>从教时间：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年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068960"/>
            <a:ext cx="4019690" cy="30469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66056" y="1124744"/>
            <a:ext cx="29674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个人简介</a:t>
            </a:r>
            <a:endParaRPr lang="zh-CN" altLang="en-US" sz="54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84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指导老师基本资料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指导老师基本资料</dc:title>
  <dc:creator>Administrator</dc:creator>
  <cp:lastModifiedBy>lipp</cp:lastModifiedBy>
  <cp:revision>16</cp:revision>
  <dcterms:created xsi:type="dcterms:W3CDTF">2018-12-28T08:22:15Z</dcterms:created>
  <dcterms:modified xsi:type="dcterms:W3CDTF">2021-01-28T05:34:47Z</dcterms:modified>
</cp:coreProperties>
</file>