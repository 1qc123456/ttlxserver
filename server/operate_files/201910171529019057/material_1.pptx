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fade thruBlk="1"/>
  </p:transition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27784" y="1124744"/>
            <a:ext cx="262123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itchFamily="49" charset="-122"/>
                <a:ea typeface="幼圆" pitchFamily="49" charset="-122"/>
              </a:rPr>
              <a:t>动物园游行</a:t>
            </a:r>
            <a:endParaRPr lang="zh-CN" altLang="en-US" sz="3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itchFamily="49" charset="-122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0116934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2780928"/>
            <a:ext cx="288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34145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0</TotalTime>
  <Words>2</Words>
  <Application>Microsoft Office PowerPoint</Application>
  <PresentationFormat>全屏显示(4:3)</PresentationFormat>
  <Paragraphs>1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龙腾四海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1</cp:revision>
  <dcterms:created xsi:type="dcterms:W3CDTF">2019-10-17T07:05:02Z</dcterms:created>
  <dcterms:modified xsi:type="dcterms:W3CDTF">2021-05-07T02:29:11Z</dcterms:modified>
</cp:coreProperties>
</file>