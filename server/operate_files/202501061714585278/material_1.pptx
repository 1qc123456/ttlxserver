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59" r:id="rId4"/>
    <p:sldId id="258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4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6"/>
          <p:cNvCxnSpPr/>
          <p:nvPr>
            <p:custDataLst>
              <p:tags r:id="rId2"/>
            </p:custDataLst>
          </p:nvPr>
        </p:nvCxnSpPr>
        <p:spPr>
          <a:xfrm>
            <a:off x="1434704" y="4314825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>
            <a:off x="1524000" y="4314825"/>
            <a:ext cx="16609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777704" y="3438525"/>
            <a:ext cx="3142800" cy="700727"/>
          </a:xfrm>
        </p:spPr>
        <p:txBody>
          <a:bodyPr anchor="b">
            <a:normAutofit/>
          </a:bodyPr>
          <a:lstStyle>
            <a:lvl1pPr algn="ctr">
              <a:defRPr sz="27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777704" y="4514851"/>
            <a:ext cx="3142800" cy="31718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13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14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5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0C0402A-642B-420F-B811-C36D8EDD19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D800C65-C4CA-4E72-A5A4-B8F30AB8B76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/>
          <p:cNvCxnSpPr/>
          <p:nvPr>
            <p:custDataLst>
              <p:tags r:id="rId2"/>
            </p:custDataLst>
          </p:nvPr>
        </p:nvCxnSpPr>
        <p:spPr>
          <a:xfrm flipH="1">
            <a:off x="3082529" y="3198813"/>
            <a:ext cx="6061472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072833" y="2382361"/>
            <a:ext cx="5928293" cy="701731"/>
          </a:xfrm>
        </p:spPr>
        <p:txBody>
          <a:bodyPr anchor="b">
            <a:normAutofit/>
          </a:bodyPr>
          <a:lstStyle>
            <a:lvl1pPr>
              <a:defRPr sz="3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3072833" y="3315284"/>
            <a:ext cx="5928293" cy="286232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4BAFB4B-89F1-4D0D-BA21-2121557527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5092B55-8606-42BD-B417-D2769575004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EB0A591-E4F7-4C9F-A0BF-C343CD97B0E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AA113-0A0D-4826-9E23-1280D9003A42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8A19420-8DF2-4621-97AE-DF4F368D63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99A5ACF-62B5-4372-9D65-A41367E008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35CF98F-1517-4008-AED8-6391B2789D0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8545C-41A2-4515-8542-2CF25804E6B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727381" y="2738120"/>
            <a:ext cx="4066200" cy="1090800"/>
          </a:xfrm>
        </p:spPr>
        <p:txBody>
          <a:bodyPr rIns="25400" rtlCol="0" anchor="ctr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050" b="1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92814-EA41-4E92-BD9F-9B3797F3E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E7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2A683BB-582A-4E2B-8662-A9FC582E7C26}" type="slidenum">
              <a:rPr lang="en-US" altLang="zh-CN"/>
            </a:fld>
            <a:endParaRPr lang="en-US" altLang="zh-CN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777875" y="3438525"/>
            <a:ext cx="8128000" cy="701040"/>
          </a:xfrm>
        </p:spPr>
        <p:txBody>
          <a:bodyPr>
            <a:normAutofit fontScale="90000"/>
          </a:bodyPr>
          <a:p>
            <a:r>
              <a:rPr lang="zh-CN" altLang="en-US" sz="5000">
                <a:latin typeface="黑体" panose="02010609060101010101" charset="-122"/>
                <a:ea typeface="黑体" panose="02010609060101010101" charset="-122"/>
              </a:rPr>
              <a:t>分质供水，离我们有多远</a:t>
            </a:r>
            <a:endParaRPr lang="zh-CN" altLang="en-US" sz="5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水龙头一开，生水可饮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 dirty="0"/>
              <a:t>要想赶上欧美国家的标准，还需要很长一段时间</a:t>
            </a:r>
            <a:endParaRPr lang="zh-CN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en-US" dirty="0"/>
              <a:t>北京自来水水质检测中心高先生也喝</a:t>
            </a:r>
            <a:r>
              <a:rPr lang="zh-CN" altLang="en-US" dirty="0" smtClean="0"/>
              <a:t>生水，</a:t>
            </a:r>
            <a:r>
              <a:rPr lang="zh-CN" altLang="en-US" dirty="0"/>
              <a:t>他</a:t>
            </a:r>
            <a:r>
              <a:rPr lang="zh-CN" altLang="en-US" dirty="0" smtClean="0"/>
              <a:t>说北京</a:t>
            </a:r>
            <a:r>
              <a:rPr lang="zh-CN" altLang="en-US" dirty="0"/>
              <a:t>的水处理得好，一出来</a:t>
            </a:r>
            <a:r>
              <a:rPr lang="zh-CN" altLang="en-US" dirty="0" smtClean="0"/>
              <a:t>就符合</a:t>
            </a:r>
            <a:r>
              <a:rPr lang="zh-CN" altLang="en-US" dirty="0"/>
              <a:t>国家饮用水的标准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同样</a:t>
            </a:r>
            <a:r>
              <a:rPr lang="zh-CN" altLang="en-US" dirty="0"/>
              <a:t>是达标，但我们和其他国家达到的标准也不一样</a:t>
            </a:r>
            <a:r>
              <a:rPr lang="zh-CN" altLang="en-US" dirty="0" smtClean="0"/>
              <a:t>。我国</a:t>
            </a:r>
            <a:r>
              <a:rPr lang="zh-CN" altLang="en-US" dirty="0"/>
              <a:t>的水质不如欧美国家的水质好。</a:t>
            </a:r>
            <a:r>
              <a:rPr lang="en-US" altLang="zh-CN" dirty="0"/>
              <a:t>…...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分质供水</a:t>
            </a: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随着社会的日益发展，人们的生活标准越来越高，许多城市家庭用上了纯净水，无须处理即可以直接引用。最近上海人更是走在前面，十几个新建小区打起了“水龙头</a:t>
            </a:r>
            <a:r>
              <a:rPr lang="zh-CN" altLang="en-US"/>
              <a:t>一</a:t>
            </a:r>
            <a:r>
              <a:rPr lang="zh-CN" altLang="en-US" smtClean="0"/>
              <a:t>开就生水</a:t>
            </a:r>
            <a:r>
              <a:rPr lang="zh-CN" altLang="en-US" dirty="0"/>
              <a:t>可饮”的口号，提前进入“生饮水时代”，用上了分质供水。</a:t>
            </a:r>
            <a:endParaRPr lang="zh-CN" altLang="en-US" dirty="0"/>
          </a:p>
        </p:txBody>
      </p:sp>
      <p:pic>
        <p:nvPicPr>
          <p:cNvPr id="6" name="内容占位符 5" descr="WPS演示036素材文件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222875" y="2209165"/>
            <a:ext cx="2874010" cy="2874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80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8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COMBINE_RELATE_SLIDE_ID" val="background20185109_1"/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96580"/>
</p:tagLst>
</file>

<file path=ppt/tags/tag64.xml><?xml version="1.0" encoding="utf-8"?>
<p:tagLst xmlns:p="http://schemas.openxmlformats.org/presentationml/2006/main">
  <p:tag name="KSO_WPP_MARK_KEY" val="939cfecf-ee22-454b-9e51-13eb7a2bd5ce"/>
  <p:tag name="COMMONDATA" val="eyJoZGlkIjoiM2Q2NDY3ODBmZDEyZTZiNTFiOWYyZGE1YmNkNTA1NzMifQ=="/>
</p:tagLst>
</file>

<file path=ppt/theme/theme1.xml><?xml version="1.0" encoding="utf-8"?>
<a:theme xmlns:a="http://schemas.openxmlformats.org/drawingml/2006/main" name="主题六">
  <a:themeElements>
    <a:clrScheme name="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5A6E8C"/>
      </a:accent3>
      <a:accent4>
        <a:srgbClr val="E4E4E4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WPS 演示</Application>
  <PresentationFormat>全屏显示(4:3)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仿宋</vt:lpstr>
      <vt:lpstr>新宋体</vt:lpstr>
      <vt:lpstr>等线 Light</vt:lpstr>
      <vt:lpstr>黑体</vt:lpstr>
      <vt:lpstr>主题六</vt:lpstr>
      <vt:lpstr>PowerPoint 演示文稿</vt:lpstr>
      <vt:lpstr>要想赶上欧美国家的标准，还需要很长一段时间</vt:lpstr>
      <vt:lpstr>PowerPoint 演示文稿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3分质供水离我们有多远</dc:title>
  <dc:creator>Zhang</dc:creator>
  <cp:lastModifiedBy>zy</cp:lastModifiedBy>
  <cp:revision>10</cp:revision>
  <dcterms:created xsi:type="dcterms:W3CDTF">2001-12-19T00:17:00Z</dcterms:created>
  <dcterms:modified xsi:type="dcterms:W3CDTF">2023-10-24T09:24:09Z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BA5FD69729BF48DA96359DEA0A427D8D_12</vt:lpwstr>
  </property>
  <property fmtid="{D5CDD505-2E9C-101B-9397-08002B2CF9AE}" pid="3" name="KSOProductBuildVer">
    <vt:lpwstr>2052-11.1.0.14227</vt:lpwstr>
  </property>
</Properties>
</file>