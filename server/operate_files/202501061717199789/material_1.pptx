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-66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第一期学员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一班</c:v>
                </c:pt>
                <c:pt idx="1">
                  <c:v>二班</c:v>
                </c:pt>
                <c:pt idx="2">
                  <c:v>三班</c:v>
                </c:pt>
                <c:pt idx="3">
                  <c:v>四班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0.8</c:v>
                </c:pt>
                <c:pt idx="1">
                  <c:v>0.75</c:v>
                </c:pt>
                <c:pt idx="2">
                  <c:v>0.86</c:v>
                </c:pt>
                <c:pt idx="3">
                  <c:v>0.83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第二期学员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一班</c:v>
                </c:pt>
                <c:pt idx="1">
                  <c:v>二班</c:v>
                </c:pt>
                <c:pt idx="2">
                  <c:v>三班</c:v>
                </c:pt>
                <c:pt idx="3">
                  <c:v>四班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0.89</c:v>
                </c:pt>
                <c:pt idx="1">
                  <c:v>0.91</c:v>
                </c:pt>
                <c:pt idx="2">
                  <c:v>0.92</c:v>
                </c:pt>
                <c:pt idx="3">
                  <c:v>0.9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第三期学员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一班</c:v>
                </c:pt>
                <c:pt idx="1">
                  <c:v>二班</c:v>
                </c:pt>
                <c:pt idx="2">
                  <c:v>三班</c:v>
                </c:pt>
                <c:pt idx="3">
                  <c:v>四班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0.92</c:v>
                </c:pt>
                <c:pt idx="1">
                  <c:v>0.93</c:v>
                </c:pt>
                <c:pt idx="2">
                  <c:v>0.92</c:v>
                </c:pt>
                <c:pt idx="3">
                  <c:v>0.94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第四期学员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一班</c:v>
                </c:pt>
                <c:pt idx="1">
                  <c:v>二班</c:v>
                </c:pt>
                <c:pt idx="2">
                  <c:v>三班</c:v>
                </c:pt>
                <c:pt idx="3">
                  <c:v>四班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0.95</c:v>
                </c:pt>
                <c:pt idx="1">
                  <c:v>0.96</c:v>
                </c:pt>
                <c:pt idx="2">
                  <c:v>0.98</c:v>
                </c:pt>
                <c:pt idx="3">
                  <c:v>0.98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046336"/>
        <c:axId val="76048640"/>
      </c:barChart>
      <c:catAx>
        <c:axId val="76046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76048640"/>
        <c:crosses val="autoZero"/>
        <c:auto val="1"/>
        <c:lblAlgn val="ctr"/>
        <c:lblOffset val="100"/>
        <c:noMultiLvlLbl val="0"/>
      </c:catAx>
      <c:valAx>
        <c:axId val="7604864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76046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047DBF-95AA-40BC-A783-377E8F18B84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9CF950A0-AF63-4EEF-9FFD-96C1F7E7E392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ym typeface="+mn-ea"/>
            </a:rPr>
            <a:t>课程介绍</a:t>
          </a:r>
          <a:r>
            <a:rPr lang="zh-CN" altLang="en-US"/>
            <a:t/>
          </a:r>
          <a:endParaRPr lang="zh-CN" altLang="en-US"/>
        </a:p>
      </dgm:t>
    </dgm:pt>
    <dgm:pt modelId="{C208B5D8-5995-4479-A42A-8A55E56C12D9}" cxnId="{60184B65-B3C5-4F9B-BCC7-8C32DBC333C9}" type="parTrans">
      <dgm:prSet/>
      <dgm:spPr/>
      <dgm:t>
        <a:bodyPr/>
        <a:p>
          <a:endParaRPr lang="zh-CN" altLang="en-US"/>
        </a:p>
      </dgm:t>
    </dgm:pt>
    <dgm:pt modelId="{789CBC20-C209-4F6E-8277-16D1CD2BC23E}" cxnId="{60184B65-B3C5-4F9B-BCC7-8C32DBC333C9}" type="sibTrans">
      <dgm:prSet/>
      <dgm:spPr/>
      <dgm:t>
        <a:bodyPr/>
        <a:p>
          <a:endParaRPr lang="zh-CN" altLang="en-US"/>
        </a:p>
      </dgm:t>
    </dgm:pt>
    <dgm:pt modelId="{43C98814-3703-4708-9480-0269618948C5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ym typeface="+mn-ea"/>
            </a:rPr>
            <a:t>基本功能介绍</a:t>
          </a:r>
          <a:r>
            <a:rPr lang="zh-CN" altLang="en-US"/>
            <a:t/>
          </a:r>
          <a:endParaRPr lang="zh-CN" altLang="en-US"/>
        </a:p>
      </dgm:t>
    </dgm:pt>
    <dgm:pt modelId="{CEE48522-27B1-4F7F-84F9-D98425D345C1}" cxnId="{86A3B70F-7B54-42DF-A81E-6E4E0D6A74AE}" type="parTrans">
      <dgm:prSet/>
      <dgm:spPr/>
      <dgm:t>
        <a:bodyPr/>
        <a:p>
          <a:endParaRPr lang="zh-CN" altLang="en-US"/>
        </a:p>
      </dgm:t>
    </dgm:pt>
    <dgm:pt modelId="{8F8E0805-276C-4375-BEB7-3681B4D5E062}" cxnId="{86A3B70F-7B54-42DF-A81E-6E4E0D6A74AE}" type="sibTrans">
      <dgm:prSet/>
      <dgm:spPr/>
      <dgm:t>
        <a:bodyPr/>
        <a:p>
          <a:endParaRPr lang="zh-CN" altLang="en-US"/>
        </a:p>
      </dgm:t>
    </dgm:pt>
    <dgm:pt modelId="{EEA9BF43-52EA-422D-B843-A7E2D98344F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ym typeface="+mn-ea"/>
            </a:rPr>
            <a:t>数据图表制作</a:t>
          </a:r>
          <a:r>
            <a:rPr lang="zh-CN" altLang="en-US"/>
            <a:t/>
          </a:r>
          <a:endParaRPr lang="zh-CN" altLang="en-US"/>
        </a:p>
      </dgm:t>
    </dgm:pt>
    <dgm:pt modelId="{DD4B9A5E-AF0E-4E40-AE50-8ADA48B6C96E}" cxnId="{E45B4F1C-CCBE-47D3-88D9-997BF117C379}" type="parTrans">
      <dgm:prSet/>
      <dgm:spPr/>
      <dgm:t>
        <a:bodyPr/>
        <a:p>
          <a:endParaRPr lang="zh-CN" altLang="en-US"/>
        </a:p>
      </dgm:t>
    </dgm:pt>
    <dgm:pt modelId="{35829CFD-40BE-4AAC-B481-B24731CD799F}" cxnId="{E45B4F1C-CCBE-47D3-88D9-997BF117C379}" type="sibTrans">
      <dgm:prSet/>
      <dgm:spPr/>
      <dgm:t>
        <a:bodyPr/>
        <a:p>
          <a:endParaRPr lang="zh-CN" altLang="en-US"/>
        </a:p>
      </dgm:t>
    </dgm:pt>
    <dgm:pt modelId="{05B7883E-08CA-4B11-978A-0E031766AB04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ym typeface="+mn-ea"/>
            </a:rPr>
            <a:t>函数公式应用</a:t>
          </a:r>
          <a:r>
            <a:rPr lang="zh-CN" altLang="en-US"/>
            <a:t/>
          </a:r>
          <a:endParaRPr lang="zh-CN" altLang="en-US"/>
        </a:p>
      </dgm:t>
    </dgm:pt>
    <dgm:pt modelId="{D3AE5FBF-22B8-495D-8175-D008E6DBE25A}" cxnId="{73EC2F23-FFFA-4CE9-8594-53973CD7E0F0}" type="parTrans">
      <dgm:prSet/>
      <dgm:spPr/>
      <dgm:t>
        <a:bodyPr/>
        <a:p>
          <a:endParaRPr lang="zh-CN" altLang="en-US"/>
        </a:p>
      </dgm:t>
    </dgm:pt>
    <dgm:pt modelId="{07129F62-24FE-4443-9066-E2A8C0818369}" cxnId="{73EC2F23-FFFA-4CE9-8594-53973CD7E0F0}" type="sibTrans">
      <dgm:prSet/>
      <dgm:spPr/>
      <dgm:t>
        <a:bodyPr/>
        <a:p>
          <a:endParaRPr lang="zh-CN" altLang="en-US"/>
        </a:p>
      </dgm:t>
    </dgm:pt>
    <dgm:pt modelId="{D46EE152-774F-4CA8-9116-98CB08AEFA88}" type="pres">
      <dgm:prSet presAssocID="{D6047DBF-95AA-40BC-A783-377E8F18B84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1C58439-AB41-4D73-94D5-800644F6883C}" type="pres">
      <dgm:prSet presAssocID="{9CF950A0-AF63-4EEF-9FFD-96C1F7E7E392}" presName="root1" presStyleCnt="0"/>
      <dgm:spPr/>
    </dgm:pt>
    <dgm:pt modelId="{9B9BF0AB-5901-4E79-B4D7-EC064A6E4281}" type="pres">
      <dgm:prSet presAssocID="{9CF950A0-AF63-4EEF-9FFD-96C1F7E7E392}" presName="LevelOneTextNode" presStyleLbl="node0" presStyleIdx="0" presStyleCnt="1">
        <dgm:presLayoutVars>
          <dgm:chPref val="3"/>
        </dgm:presLayoutVars>
      </dgm:prSet>
      <dgm:spPr/>
    </dgm:pt>
    <dgm:pt modelId="{A6E13702-6C97-4911-A4E2-59EE8E68C431}" type="pres">
      <dgm:prSet presAssocID="{9CF950A0-AF63-4EEF-9FFD-96C1F7E7E392}" presName="level2hierChild" presStyleCnt="0"/>
      <dgm:spPr/>
    </dgm:pt>
    <dgm:pt modelId="{64B430B3-FF1B-406C-9FF2-27BA23788747}" type="pres">
      <dgm:prSet presAssocID="{CEE48522-27B1-4F7F-84F9-D98425D345C1}" presName="conn2-1" presStyleLbl="parChTrans1D2" presStyleIdx="0" presStyleCnt="3"/>
      <dgm:spPr/>
    </dgm:pt>
    <dgm:pt modelId="{C069D299-1B39-4BB1-9C27-833B58C46156}" type="pres">
      <dgm:prSet presAssocID="{CEE48522-27B1-4F7F-84F9-D98425D345C1}" presName="connTx" presStyleCnt="0"/>
      <dgm:spPr/>
    </dgm:pt>
    <dgm:pt modelId="{9C4BE19C-8DBD-46B6-9067-607184141480}" type="pres">
      <dgm:prSet presAssocID="{43C98814-3703-4708-9480-0269618948C5}" presName="root2" presStyleCnt="0"/>
      <dgm:spPr/>
    </dgm:pt>
    <dgm:pt modelId="{CDA235D6-AC41-4ED3-AF28-D9CD9EDCBAED}" type="pres">
      <dgm:prSet presAssocID="{43C98814-3703-4708-9480-0269618948C5}" presName="LevelTwoTextNode" presStyleLbl="node2" presStyleIdx="0" presStyleCnt="3">
        <dgm:presLayoutVars>
          <dgm:chPref val="3"/>
        </dgm:presLayoutVars>
      </dgm:prSet>
      <dgm:spPr/>
    </dgm:pt>
    <dgm:pt modelId="{72E265FC-36E6-4BBF-AC05-214FD6415DAB}" type="pres">
      <dgm:prSet presAssocID="{43C98814-3703-4708-9480-0269618948C5}" presName="level3hierChild" presStyleCnt="0"/>
      <dgm:spPr/>
    </dgm:pt>
    <dgm:pt modelId="{2F66960D-CF7A-443C-8CB9-E7DD0B261214}" type="pres">
      <dgm:prSet presAssocID="{DD4B9A5E-AF0E-4E40-AE50-8ADA48B6C96E}" presName="conn2-1" presStyleLbl="parChTrans1D2" presStyleIdx="1" presStyleCnt="3"/>
      <dgm:spPr/>
    </dgm:pt>
    <dgm:pt modelId="{5BBFF12A-A69F-4078-A83D-A1EAB54C5269}" type="pres">
      <dgm:prSet presAssocID="{DD4B9A5E-AF0E-4E40-AE50-8ADA48B6C96E}" presName="connTx" presStyleCnt="0"/>
      <dgm:spPr/>
    </dgm:pt>
    <dgm:pt modelId="{C34060C1-0884-4F60-ADDF-610222CEEF01}" type="pres">
      <dgm:prSet presAssocID="{EEA9BF43-52EA-422D-B843-A7E2D98344F1}" presName="root2" presStyleCnt="0"/>
      <dgm:spPr/>
    </dgm:pt>
    <dgm:pt modelId="{3540059A-19CD-4FBD-A598-B7A4BB9DA52D}" type="pres">
      <dgm:prSet presAssocID="{EEA9BF43-52EA-422D-B843-A7E2D98344F1}" presName="LevelTwoTextNode" presStyleLbl="node2" presStyleIdx="1" presStyleCnt="3">
        <dgm:presLayoutVars>
          <dgm:chPref val="3"/>
        </dgm:presLayoutVars>
      </dgm:prSet>
      <dgm:spPr/>
    </dgm:pt>
    <dgm:pt modelId="{5F2B1077-175E-4F04-9ED5-8097B74233FF}" type="pres">
      <dgm:prSet presAssocID="{EEA9BF43-52EA-422D-B843-A7E2D98344F1}" presName="level3hierChild" presStyleCnt="0"/>
      <dgm:spPr/>
    </dgm:pt>
    <dgm:pt modelId="{CED1A3A3-B184-469E-86AE-670623BA4E5D}" type="pres">
      <dgm:prSet presAssocID="{D3AE5FBF-22B8-495D-8175-D008E6DBE25A}" presName="conn2-1" presStyleLbl="parChTrans1D2" presStyleIdx="2" presStyleCnt="3"/>
      <dgm:spPr/>
    </dgm:pt>
    <dgm:pt modelId="{925CFC76-454F-4CEF-ADE7-B0D5EBC96571}" type="pres">
      <dgm:prSet presAssocID="{D3AE5FBF-22B8-495D-8175-D008E6DBE25A}" presName="connTx" presStyleCnt="0"/>
      <dgm:spPr/>
    </dgm:pt>
    <dgm:pt modelId="{FE25D188-752C-49DB-8CF7-81DAD4AA116D}" type="pres">
      <dgm:prSet presAssocID="{05B7883E-08CA-4B11-978A-0E031766AB04}" presName="root2" presStyleCnt="0"/>
      <dgm:spPr/>
    </dgm:pt>
    <dgm:pt modelId="{E8D2105A-5421-473B-835F-F6E08D9D2D9B}" type="pres">
      <dgm:prSet presAssocID="{05B7883E-08CA-4B11-978A-0E031766AB04}" presName="LevelTwoTextNode" presStyleLbl="node2" presStyleIdx="2" presStyleCnt="3">
        <dgm:presLayoutVars>
          <dgm:chPref val="3"/>
        </dgm:presLayoutVars>
      </dgm:prSet>
      <dgm:spPr/>
    </dgm:pt>
    <dgm:pt modelId="{8A9817AD-1B7B-4DD1-A786-15A6E30FA3D8}" type="pres">
      <dgm:prSet presAssocID="{05B7883E-08CA-4B11-978A-0E031766AB04}" presName="level3hierChild" presStyleCnt="0"/>
      <dgm:spPr/>
    </dgm:pt>
  </dgm:ptLst>
  <dgm:cxnLst>
    <dgm:cxn modelId="{60184B65-B3C5-4F9B-BCC7-8C32DBC333C9}" srcId="{D6047DBF-95AA-40BC-A783-377E8F18B84D}" destId="{9CF950A0-AF63-4EEF-9FFD-96C1F7E7E392}" srcOrd="0" destOrd="0" parTransId="{C208B5D8-5995-4479-A42A-8A55E56C12D9}" sibTransId="{789CBC20-C209-4F6E-8277-16D1CD2BC23E}"/>
    <dgm:cxn modelId="{86A3B70F-7B54-42DF-A81E-6E4E0D6A74AE}" srcId="{9CF950A0-AF63-4EEF-9FFD-96C1F7E7E392}" destId="{43C98814-3703-4708-9480-0269618948C5}" srcOrd="0" destOrd="0" parTransId="{CEE48522-27B1-4F7F-84F9-D98425D345C1}" sibTransId="{8F8E0805-276C-4375-BEB7-3681B4D5E062}"/>
    <dgm:cxn modelId="{E45B4F1C-CCBE-47D3-88D9-997BF117C379}" srcId="{9CF950A0-AF63-4EEF-9FFD-96C1F7E7E392}" destId="{EEA9BF43-52EA-422D-B843-A7E2D98344F1}" srcOrd="1" destOrd="0" parTransId="{DD4B9A5E-AF0E-4E40-AE50-8ADA48B6C96E}" sibTransId="{35829CFD-40BE-4AAC-B481-B24731CD799F}"/>
    <dgm:cxn modelId="{73EC2F23-FFFA-4CE9-8594-53973CD7E0F0}" srcId="{9CF950A0-AF63-4EEF-9FFD-96C1F7E7E392}" destId="{05B7883E-08CA-4B11-978A-0E031766AB04}" srcOrd="2" destOrd="0" parTransId="{D3AE5FBF-22B8-495D-8175-D008E6DBE25A}" sibTransId="{07129F62-24FE-4443-9066-E2A8C0818369}"/>
    <dgm:cxn modelId="{E4901E74-A0FC-41B7-831F-4ED871D8F54C}" type="presOf" srcId="{D6047DBF-95AA-40BC-A783-377E8F18B84D}" destId="{D46EE152-774F-4CA8-9116-98CB08AEFA88}" srcOrd="0" destOrd="0" presId="urn:microsoft.com/office/officeart/2008/layout/HorizontalMultiLevelHierarchy"/>
    <dgm:cxn modelId="{B25129D8-F2B5-4FB2-9F5F-105A169DC3BF}" type="presParOf" srcId="{D46EE152-774F-4CA8-9116-98CB08AEFA88}" destId="{D1C58439-AB41-4D73-94D5-800644F6883C}" srcOrd="0" destOrd="0" presId="urn:microsoft.com/office/officeart/2008/layout/HorizontalMultiLevelHierarchy"/>
    <dgm:cxn modelId="{572846AF-AE9B-4F60-8EA8-EED65221D522}" type="presParOf" srcId="{D1C58439-AB41-4D73-94D5-800644F6883C}" destId="{9B9BF0AB-5901-4E79-B4D7-EC064A6E4281}" srcOrd="0" destOrd="0" presId="urn:microsoft.com/office/officeart/2008/layout/HorizontalMultiLevelHierarchy"/>
    <dgm:cxn modelId="{228E6F76-244F-4A38-B32A-F5A83345EEF3}" type="presOf" srcId="{9CF950A0-AF63-4EEF-9FFD-96C1F7E7E392}" destId="{9B9BF0AB-5901-4E79-B4D7-EC064A6E4281}" srcOrd="0" destOrd="0" presId="urn:microsoft.com/office/officeart/2008/layout/HorizontalMultiLevelHierarchy"/>
    <dgm:cxn modelId="{1A206E1C-D6C5-4AD2-A879-AE0766FA02E4}" type="presParOf" srcId="{D1C58439-AB41-4D73-94D5-800644F6883C}" destId="{A6E13702-6C97-4911-A4E2-59EE8E68C431}" srcOrd="1" destOrd="0" presId="urn:microsoft.com/office/officeart/2008/layout/HorizontalMultiLevelHierarchy"/>
    <dgm:cxn modelId="{6C15A9FD-3356-4FDE-9FDE-9781487475A6}" type="presParOf" srcId="{A6E13702-6C97-4911-A4E2-59EE8E68C431}" destId="{64B430B3-FF1B-406C-9FF2-27BA23788747}" srcOrd="0" destOrd="1" presId="urn:microsoft.com/office/officeart/2008/layout/HorizontalMultiLevelHierarchy"/>
    <dgm:cxn modelId="{E14E5022-271E-4494-A481-1FC2A91F29DE}" type="presOf" srcId="{CEE48522-27B1-4F7F-84F9-D98425D345C1}" destId="{64B430B3-FF1B-406C-9FF2-27BA23788747}" srcOrd="0" destOrd="0" presId="urn:microsoft.com/office/officeart/2008/layout/HorizontalMultiLevelHierarchy"/>
    <dgm:cxn modelId="{A3BA0FB9-55AF-4190-8C69-A8C85D18B1FB}" type="presParOf" srcId="{64B430B3-FF1B-406C-9FF2-27BA23788747}" destId="{C069D299-1B39-4BB1-9C27-833B58C46156}" srcOrd="0" destOrd="0" presId="urn:microsoft.com/office/officeart/2008/layout/HorizontalMultiLevelHierarchy"/>
    <dgm:cxn modelId="{BBC32E28-8572-4AC1-B837-04D89AE8C84A}" type="presOf" srcId="{CEE48522-27B1-4F7F-84F9-D98425D345C1}" destId="{C069D299-1B39-4BB1-9C27-833B58C46156}" srcOrd="1" destOrd="0" presId="urn:microsoft.com/office/officeart/2008/layout/HorizontalMultiLevelHierarchy"/>
    <dgm:cxn modelId="{1951F5C9-AA14-4274-8FF5-F4734C67CF8B}" type="presParOf" srcId="{A6E13702-6C97-4911-A4E2-59EE8E68C431}" destId="{9C4BE19C-8DBD-46B6-9067-607184141480}" srcOrd="1" destOrd="1" presId="urn:microsoft.com/office/officeart/2008/layout/HorizontalMultiLevelHierarchy"/>
    <dgm:cxn modelId="{8F7A9AE2-2AB8-4EEC-ADE1-23049C548FD7}" type="presParOf" srcId="{9C4BE19C-8DBD-46B6-9067-607184141480}" destId="{CDA235D6-AC41-4ED3-AF28-D9CD9EDCBAED}" srcOrd="0" destOrd="1" presId="urn:microsoft.com/office/officeart/2008/layout/HorizontalMultiLevelHierarchy"/>
    <dgm:cxn modelId="{73B8940E-CA0C-4177-A7D0-49D459FE8955}" type="presOf" srcId="{43C98814-3703-4708-9480-0269618948C5}" destId="{CDA235D6-AC41-4ED3-AF28-D9CD9EDCBAED}" srcOrd="0" destOrd="0" presId="urn:microsoft.com/office/officeart/2008/layout/HorizontalMultiLevelHierarchy"/>
    <dgm:cxn modelId="{D57A679D-B1AF-48D2-B25D-52FBE03E21D1}" type="presParOf" srcId="{9C4BE19C-8DBD-46B6-9067-607184141480}" destId="{72E265FC-36E6-4BBF-AC05-214FD6415DAB}" srcOrd="1" destOrd="1" presId="urn:microsoft.com/office/officeart/2008/layout/HorizontalMultiLevelHierarchy"/>
    <dgm:cxn modelId="{DB3BCE24-3EE4-49CE-9D88-241740E5F034}" type="presParOf" srcId="{A6E13702-6C97-4911-A4E2-59EE8E68C431}" destId="{2F66960D-CF7A-443C-8CB9-E7DD0B261214}" srcOrd="2" destOrd="1" presId="urn:microsoft.com/office/officeart/2008/layout/HorizontalMultiLevelHierarchy"/>
    <dgm:cxn modelId="{CF428B21-B7F5-4EAB-80DA-3BED0A2D59DD}" type="presOf" srcId="{DD4B9A5E-AF0E-4E40-AE50-8ADA48B6C96E}" destId="{2F66960D-CF7A-443C-8CB9-E7DD0B261214}" srcOrd="0" destOrd="0" presId="urn:microsoft.com/office/officeart/2008/layout/HorizontalMultiLevelHierarchy"/>
    <dgm:cxn modelId="{70BE180D-D767-4013-BA4C-F97D298785EE}" type="presParOf" srcId="{2F66960D-CF7A-443C-8CB9-E7DD0B261214}" destId="{5BBFF12A-A69F-4078-A83D-A1EAB54C5269}" srcOrd="0" destOrd="2" presId="urn:microsoft.com/office/officeart/2008/layout/HorizontalMultiLevelHierarchy"/>
    <dgm:cxn modelId="{DE447645-12BC-4FFA-8CDA-D1F7F8FC6202}" type="presOf" srcId="{DD4B9A5E-AF0E-4E40-AE50-8ADA48B6C96E}" destId="{5BBFF12A-A69F-4078-A83D-A1EAB54C5269}" srcOrd="1" destOrd="0" presId="urn:microsoft.com/office/officeart/2008/layout/HorizontalMultiLevelHierarchy"/>
    <dgm:cxn modelId="{34848EF5-38A0-433F-BEB5-716020A0EBC7}" type="presParOf" srcId="{A6E13702-6C97-4911-A4E2-59EE8E68C431}" destId="{C34060C1-0884-4F60-ADDF-610222CEEF01}" srcOrd="3" destOrd="1" presId="urn:microsoft.com/office/officeart/2008/layout/HorizontalMultiLevelHierarchy"/>
    <dgm:cxn modelId="{E1672DC6-78B9-4856-82A0-935CBE8268BC}" type="presParOf" srcId="{C34060C1-0884-4F60-ADDF-610222CEEF01}" destId="{3540059A-19CD-4FBD-A598-B7A4BB9DA52D}" srcOrd="0" destOrd="3" presId="urn:microsoft.com/office/officeart/2008/layout/HorizontalMultiLevelHierarchy"/>
    <dgm:cxn modelId="{1DEFCB8C-D8EE-45C8-ADDA-FE2466906DE2}" type="presOf" srcId="{EEA9BF43-52EA-422D-B843-A7E2D98344F1}" destId="{3540059A-19CD-4FBD-A598-B7A4BB9DA52D}" srcOrd="0" destOrd="0" presId="urn:microsoft.com/office/officeart/2008/layout/HorizontalMultiLevelHierarchy"/>
    <dgm:cxn modelId="{55025201-5D0C-4B1F-AE8F-723BFE383E87}" type="presParOf" srcId="{C34060C1-0884-4F60-ADDF-610222CEEF01}" destId="{5F2B1077-175E-4F04-9ED5-8097B74233FF}" srcOrd="1" destOrd="3" presId="urn:microsoft.com/office/officeart/2008/layout/HorizontalMultiLevelHierarchy"/>
    <dgm:cxn modelId="{0F5A32F4-90BE-4E1B-B9B1-45CEFD495B8E}" type="presParOf" srcId="{A6E13702-6C97-4911-A4E2-59EE8E68C431}" destId="{CED1A3A3-B184-469E-86AE-670623BA4E5D}" srcOrd="4" destOrd="1" presId="urn:microsoft.com/office/officeart/2008/layout/HorizontalMultiLevelHierarchy"/>
    <dgm:cxn modelId="{42CFFEB7-439C-4CC1-9CEB-3BFC043EBAB1}" type="presOf" srcId="{D3AE5FBF-22B8-495D-8175-D008E6DBE25A}" destId="{CED1A3A3-B184-469E-86AE-670623BA4E5D}" srcOrd="0" destOrd="0" presId="urn:microsoft.com/office/officeart/2008/layout/HorizontalMultiLevelHierarchy"/>
    <dgm:cxn modelId="{DAD292A7-3A53-4AB8-95CC-152FFF25406E}" type="presParOf" srcId="{CED1A3A3-B184-469E-86AE-670623BA4E5D}" destId="{925CFC76-454F-4CEF-ADE7-B0D5EBC96571}" srcOrd="0" destOrd="4" presId="urn:microsoft.com/office/officeart/2008/layout/HorizontalMultiLevelHierarchy"/>
    <dgm:cxn modelId="{0EA652FA-38F6-44F9-8BA6-36365D7D3ED5}" type="presOf" srcId="{D3AE5FBF-22B8-495D-8175-D008E6DBE25A}" destId="{925CFC76-454F-4CEF-ADE7-B0D5EBC96571}" srcOrd="1" destOrd="0" presId="urn:microsoft.com/office/officeart/2008/layout/HorizontalMultiLevelHierarchy"/>
    <dgm:cxn modelId="{1BB8C49C-6C9E-4638-947A-6130BEA3E82B}" type="presParOf" srcId="{A6E13702-6C97-4911-A4E2-59EE8E68C431}" destId="{FE25D188-752C-49DB-8CF7-81DAD4AA116D}" srcOrd="5" destOrd="1" presId="urn:microsoft.com/office/officeart/2008/layout/HorizontalMultiLevelHierarchy"/>
    <dgm:cxn modelId="{5215F640-67BE-4AFA-BFCD-C7AEFA4B7FB8}" type="presParOf" srcId="{FE25D188-752C-49DB-8CF7-81DAD4AA116D}" destId="{E8D2105A-5421-473B-835F-F6E08D9D2D9B}" srcOrd="0" destOrd="5" presId="urn:microsoft.com/office/officeart/2008/layout/HorizontalMultiLevelHierarchy"/>
    <dgm:cxn modelId="{944C8B30-D3CC-42AB-BC75-09B3956D18E3}" type="presOf" srcId="{05B7883E-08CA-4B11-978A-0E031766AB04}" destId="{E8D2105A-5421-473B-835F-F6E08D9D2D9B}" srcOrd="0" destOrd="0" presId="urn:microsoft.com/office/officeart/2008/layout/HorizontalMultiLevelHierarchy"/>
    <dgm:cxn modelId="{D4995D9E-5E0E-407D-9F35-A8BD3BB984E2}" type="presParOf" srcId="{FE25D188-752C-49DB-8CF7-81DAD4AA116D}" destId="{8A9817AD-1B7B-4DD1-A786-15A6E30FA3D8}" srcOrd="1" destOrd="5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C63BD4-ADE7-43C6-ACA7-ABFEE7B04007}" type="doc">
      <dgm:prSet loTypeId="urn:microsoft.com/office/officeart/2005/8/layout/orgChart1" loCatId="hierarchy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EA682A3-3C5F-4C1A-AF5F-913F149A9D5B}">
      <dgm:prSet phldrT="[文本]"/>
      <dgm:spPr/>
      <dgm:t>
        <a:bodyPr/>
        <a:lstStyle/>
        <a:p>
          <a:r>
            <a:rPr lang="zh-CN" altLang="en-US" dirty="0" smtClean="0"/>
            <a:t>培训校长</a:t>
          </a:r>
          <a:endParaRPr lang="zh-CN" altLang="en-US" dirty="0"/>
        </a:p>
      </dgm:t>
    </dgm:pt>
    <dgm:pt modelId="{8C2493E1-6CDA-4B2C-89E9-01747FD2F5B0}" cxnId="{5F40990B-11E2-4827-96A4-9A9C0AB91973}" type="parTrans">
      <dgm:prSet/>
      <dgm:spPr/>
      <dgm:t>
        <a:bodyPr/>
        <a:lstStyle/>
        <a:p>
          <a:endParaRPr lang="zh-CN" altLang="en-US"/>
        </a:p>
      </dgm:t>
    </dgm:pt>
    <dgm:pt modelId="{0C236FE4-EB49-4489-A499-D9685B594C19}" cxnId="{5F40990B-11E2-4827-96A4-9A9C0AB91973}" type="sibTrans">
      <dgm:prSet/>
      <dgm:spPr/>
      <dgm:t>
        <a:bodyPr/>
        <a:lstStyle/>
        <a:p>
          <a:endParaRPr lang="zh-CN" altLang="en-US"/>
        </a:p>
      </dgm:t>
    </dgm:pt>
    <dgm:pt modelId="{75C53BCF-3A0E-4252-95F1-B9AC5B62128A}" type="asst">
      <dgm:prSet phldrT="[文本]"/>
      <dgm:spPr/>
      <dgm:t>
        <a:bodyPr/>
        <a:lstStyle/>
        <a:p>
          <a:r>
            <a:rPr lang="zh-CN" altLang="en-US" dirty="0" smtClean="0"/>
            <a:t>校长助理</a:t>
          </a:r>
          <a:endParaRPr lang="zh-CN" altLang="en-US" dirty="0"/>
        </a:p>
      </dgm:t>
    </dgm:pt>
    <dgm:pt modelId="{BD10DFD1-06AB-40CD-8E74-1EB82E8CD596}" cxnId="{25282B27-346E-4F8B-B318-171DF1D37737}" type="parTrans">
      <dgm:prSet/>
      <dgm:spPr/>
      <dgm:t>
        <a:bodyPr/>
        <a:lstStyle/>
        <a:p>
          <a:endParaRPr lang="zh-CN" altLang="en-US"/>
        </a:p>
      </dgm:t>
    </dgm:pt>
    <dgm:pt modelId="{BC5CFF3D-7277-4B7B-A9A9-7DCC6CFE54DE}" cxnId="{25282B27-346E-4F8B-B318-171DF1D37737}" type="sibTrans">
      <dgm:prSet/>
      <dgm:spPr/>
      <dgm:t>
        <a:bodyPr/>
        <a:lstStyle/>
        <a:p>
          <a:endParaRPr lang="zh-CN" altLang="en-US"/>
        </a:p>
      </dgm:t>
    </dgm:pt>
    <dgm:pt modelId="{46F528DF-27D9-4C92-8D8A-9C031929691C}">
      <dgm:prSet phldrT="[文本]"/>
      <dgm:spPr/>
      <dgm:t>
        <a:bodyPr/>
        <a:lstStyle/>
        <a:p>
          <a:r>
            <a:rPr lang="zh-CN" altLang="en-US" smtClean="0"/>
            <a:t>教务主任</a:t>
          </a:r>
          <a:endParaRPr lang="zh-CN" altLang="en-US" dirty="0"/>
        </a:p>
      </dgm:t>
    </dgm:pt>
    <dgm:pt modelId="{DE17B2A1-3624-4BDA-BC33-0057348B1B2F}" cxnId="{70A7DA1F-149F-4F05-AD26-5603999E746A}" type="parTrans">
      <dgm:prSet/>
      <dgm:spPr/>
      <dgm:t>
        <a:bodyPr/>
        <a:lstStyle/>
        <a:p>
          <a:endParaRPr lang="zh-CN" altLang="en-US"/>
        </a:p>
      </dgm:t>
    </dgm:pt>
    <dgm:pt modelId="{A281EEA5-7697-433C-9119-7CA745358ADB}" cxnId="{70A7DA1F-149F-4F05-AD26-5603999E746A}" type="sibTrans">
      <dgm:prSet/>
      <dgm:spPr/>
      <dgm:t>
        <a:bodyPr/>
        <a:lstStyle/>
        <a:p>
          <a:endParaRPr lang="zh-CN" altLang="en-US"/>
        </a:p>
      </dgm:t>
    </dgm:pt>
    <dgm:pt modelId="{CD5A2616-C388-4680-99CC-EC9303B4B565}">
      <dgm:prSet phldrT="[文本]"/>
      <dgm:spPr/>
      <dgm:t>
        <a:bodyPr/>
        <a:lstStyle/>
        <a:p>
          <a:r>
            <a:rPr lang="zh-CN" altLang="en-US" dirty="0" smtClean="0"/>
            <a:t>总务主任</a:t>
          </a:r>
          <a:endParaRPr lang="zh-CN" altLang="en-US" dirty="0"/>
        </a:p>
      </dgm:t>
    </dgm:pt>
    <dgm:pt modelId="{A5A3360C-091F-460D-94FE-D32283BDABA8}" cxnId="{7EE06C43-3825-4451-A6E3-649455B19783}" type="parTrans">
      <dgm:prSet/>
      <dgm:spPr/>
      <dgm:t>
        <a:bodyPr/>
        <a:lstStyle/>
        <a:p>
          <a:endParaRPr lang="zh-CN" altLang="en-US"/>
        </a:p>
      </dgm:t>
    </dgm:pt>
    <dgm:pt modelId="{D9E4A802-BF17-40BB-B9F6-3A258B1E3088}" cxnId="{7EE06C43-3825-4451-A6E3-649455B19783}" type="sibTrans">
      <dgm:prSet/>
      <dgm:spPr/>
      <dgm:t>
        <a:bodyPr/>
        <a:lstStyle/>
        <a:p>
          <a:endParaRPr lang="zh-CN" altLang="en-US"/>
        </a:p>
      </dgm:t>
    </dgm:pt>
    <dgm:pt modelId="{598A26B9-99FB-42E6-968A-5B949BCD2B19}">
      <dgm:prSet phldrT="[文本]"/>
      <dgm:spPr/>
      <dgm:t>
        <a:bodyPr/>
        <a:lstStyle/>
        <a:p>
          <a:r>
            <a:rPr lang="zh-CN" altLang="en-US" dirty="0" smtClean="0"/>
            <a:t>行政主任</a:t>
          </a:r>
          <a:endParaRPr lang="zh-CN" altLang="en-US" dirty="0"/>
        </a:p>
      </dgm:t>
    </dgm:pt>
    <dgm:pt modelId="{ACE97A34-6014-4212-8E3A-80EB41D722EC}" cxnId="{FF266FBD-56D8-40E5-9BCE-4335335961F9}" type="parTrans">
      <dgm:prSet/>
      <dgm:spPr/>
      <dgm:t>
        <a:bodyPr/>
        <a:lstStyle/>
        <a:p>
          <a:endParaRPr lang="zh-CN" altLang="en-US"/>
        </a:p>
      </dgm:t>
    </dgm:pt>
    <dgm:pt modelId="{52D6C96A-CBCE-4AFA-954C-508F85144929}" cxnId="{FF266FBD-56D8-40E5-9BCE-4335335961F9}" type="sibTrans">
      <dgm:prSet/>
      <dgm:spPr/>
      <dgm:t>
        <a:bodyPr/>
        <a:lstStyle/>
        <a:p>
          <a:endParaRPr lang="zh-CN" altLang="en-US"/>
        </a:p>
      </dgm:t>
    </dgm:pt>
    <dgm:pt modelId="{E35F037D-D19B-4DB9-9CC0-88094544049E}">
      <dgm:prSet/>
      <dgm:spPr/>
      <dgm:t>
        <a:bodyPr/>
        <a:lstStyle/>
        <a:p>
          <a:r>
            <a:rPr lang="zh-CN" altLang="en-US" dirty="0" smtClean="0"/>
            <a:t>软件教师</a:t>
          </a:r>
          <a:endParaRPr lang="zh-CN" altLang="en-US" dirty="0"/>
        </a:p>
      </dgm:t>
    </dgm:pt>
    <dgm:pt modelId="{BDDF91B1-CB4F-4F07-BEBB-2711FD05E5E8}" cxnId="{89F14694-D8BE-4300-84BE-5B71858DD1C0}" type="parTrans">
      <dgm:prSet/>
      <dgm:spPr/>
      <dgm:t>
        <a:bodyPr/>
        <a:lstStyle/>
        <a:p>
          <a:endParaRPr lang="zh-CN" altLang="en-US"/>
        </a:p>
      </dgm:t>
    </dgm:pt>
    <dgm:pt modelId="{97BE3DDD-86A5-4570-BE75-59DCC29701DD}" cxnId="{89F14694-D8BE-4300-84BE-5B71858DD1C0}" type="sibTrans">
      <dgm:prSet/>
      <dgm:spPr/>
      <dgm:t>
        <a:bodyPr/>
        <a:lstStyle/>
        <a:p>
          <a:endParaRPr lang="zh-CN" altLang="en-US"/>
        </a:p>
      </dgm:t>
    </dgm:pt>
    <dgm:pt modelId="{BBEEBC59-F7C9-48EC-81E7-95E0453EA33F}">
      <dgm:prSet/>
      <dgm:spPr/>
      <dgm:t>
        <a:bodyPr/>
        <a:lstStyle/>
        <a:p>
          <a:r>
            <a:rPr lang="zh-CN" altLang="en-US" dirty="0" smtClean="0"/>
            <a:t>办公教师</a:t>
          </a:r>
          <a:endParaRPr lang="zh-CN" altLang="en-US" dirty="0"/>
        </a:p>
      </dgm:t>
    </dgm:pt>
    <dgm:pt modelId="{C7D25BD8-1263-4593-BFC6-43635D693E4B}" cxnId="{186DB052-2F1B-4F63-98F1-7C6DFBF2BE2E}" type="parTrans">
      <dgm:prSet/>
      <dgm:spPr/>
      <dgm:t>
        <a:bodyPr/>
        <a:lstStyle/>
        <a:p>
          <a:endParaRPr lang="zh-CN" altLang="en-US"/>
        </a:p>
      </dgm:t>
    </dgm:pt>
    <dgm:pt modelId="{A16F551B-5179-4EFB-A72F-F1EC8D5B7629}" cxnId="{186DB052-2F1B-4F63-98F1-7C6DFBF2BE2E}" type="sibTrans">
      <dgm:prSet/>
      <dgm:spPr/>
      <dgm:t>
        <a:bodyPr/>
        <a:lstStyle/>
        <a:p>
          <a:endParaRPr lang="zh-CN" altLang="en-US"/>
        </a:p>
      </dgm:t>
    </dgm:pt>
    <dgm:pt modelId="{FA0667D7-EAB7-4926-9C22-E35C824D7E3A}" type="pres">
      <dgm:prSet presAssocID="{C9C63BD4-ADE7-43C6-ACA7-ABFEE7B0400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1D3A5C8-1D1F-4E2C-B73C-FC56AF979E93}" type="pres">
      <dgm:prSet presAssocID="{BEA682A3-3C5F-4C1A-AF5F-913F149A9D5B}" presName="hierRoot1" presStyleCnt="0">
        <dgm:presLayoutVars>
          <dgm:hierBranch val="init"/>
        </dgm:presLayoutVars>
      </dgm:prSet>
      <dgm:spPr/>
    </dgm:pt>
    <dgm:pt modelId="{456C5082-E594-4EB8-B4FD-FAA0D79A2E88}" type="pres">
      <dgm:prSet presAssocID="{BEA682A3-3C5F-4C1A-AF5F-913F149A9D5B}" presName="rootComposite1" presStyleCnt="0"/>
      <dgm:spPr/>
    </dgm:pt>
    <dgm:pt modelId="{2298D3CB-F7ED-4C3E-8243-094537CCF9BF}" type="pres">
      <dgm:prSet presAssocID="{BEA682A3-3C5F-4C1A-AF5F-913F149A9D5B}" presName="rootText1" presStyleLbl="node0" presStyleIdx="0" presStyleCnt="1">
        <dgm:presLayoutVars>
          <dgm:chPref val="3"/>
        </dgm:presLayoutVars>
      </dgm:prSet>
      <dgm:spPr/>
    </dgm:pt>
    <dgm:pt modelId="{58F0447D-8A5C-4536-8361-5B6EC680CA48}" type="pres">
      <dgm:prSet presAssocID="{BEA682A3-3C5F-4C1A-AF5F-913F149A9D5B}" presName="rootConnector1" presStyleLbl="node1" presStyleIdx="0" presStyleCnt="0"/>
      <dgm:spPr/>
    </dgm:pt>
    <dgm:pt modelId="{B790BCA4-F03C-4A94-B4A9-69CA8FA252D4}" type="pres">
      <dgm:prSet presAssocID="{BEA682A3-3C5F-4C1A-AF5F-913F149A9D5B}" presName="hierChild2" presStyleCnt="0"/>
      <dgm:spPr/>
    </dgm:pt>
    <dgm:pt modelId="{E8387F02-6573-48B9-A52B-277FD15E18C6}" type="pres">
      <dgm:prSet presAssocID="{DE17B2A1-3624-4BDA-BC33-0057348B1B2F}" presName="Name37" presStyleLbl="parChTrans1D2" presStyleIdx="0" presStyleCnt="4"/>
      <dgm:spPr/>
    </dgm:pt>
    <dgm:pt modelId="{9AD8F226-EA43-4E5D-BC85-49BB86A6FD50}" type="pres">
      <dgm:prSet presAssocID="{46F528DF-27D9-4C92-8D8A-9C031929691C}" presName="hierRoot2" presStyleCnt="0">
        <dgm:presLayoutVars>
          <dgm:hierBranch val="init"/>
        </dgm:presLayoutVars>
      </dgm:prSet>
      <dgm:spPr/>
    </dgm:pt>
    <dgm:pt modelId="{47B0B287-0D6A-4E5C-9ACE-836411844578}" type="pres">
      <dgm:prSet presAssocID="{46F528DF-27D9-4C92-8D8A-9C031929691C}" presName="rootComposite" presStyleCnt="0"/>
      <dgm:spPr/>
    </dgm:pt>
    <dgm:pt modelId="{EC2A8B42-7028-46CE-B17B-001B4DA86F03}" type="pres">
      <dgm:prSet presAssocID="{46F528DF-27D9-4C92-8D8A-9C031929691C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0E54C55-2078-4058-AB39-E788AB48CF46}" type="pres">
      <dgm:prSet presAssocID="{46F528DF-27D9-4C92-8D8A-9C031929691C}" presName="rootConnector" presStyleLbl="node2" presStyleIdx="0" presStyleCnt="3"/>
      <dgm:spPr/>
    </dgm:pt>
    <dgm:pt modelId="{29019C29-D8E8-4CA8-8B02-6925291B3303}" type="pres">
      <dgm:prSet presAssocID="{46F528DF-27D9-4C92-8D8A-9C031929691C}" presName="hierChild4" presStyleCnt="0"/>
      <dgm:spPr/>
    </dgm:pt>
    <dgm:pt modelId="{924F8202-36F7-48DA-B5BE-3449AC81BD33}" type="pres">
      <dgm:prSet presAssocID="{BDDF91B1-CB4F-4F07-BEBB-2711FD05E5E8}" presName="Name37" presStyleLbl="parChTrans1D3" presStyleIdx="0" presStyleCnt="2"/>
      <dgm:spPr/>
    </dgm:pt>
    <dgm:pt modelId="{4C969523-B462-4B9B-B4A4-D6703ED0FABA}" type="pres">
      <dgm:prSet presAssocID="{E35F037D-D19B-4DB9-9CC0-88094544049E}" presName="hierRoot2" presStyleCnt="0">
        <dgm:presLayoutVars>
          <dgm:hierBranch/>
        </dgm:presLayoutVars>
      </dgm:prSet>
      <dgm:spPr/>
    </dgm:pt>
    <dgm:pt modelId="{00B033E1-78EF-4167-8F74-6CEC995ADBDD}" type="pres">
      <dgm:prSet presAssocID="{E35F037D-D19B-4DB9-9CC0-88094544049E}" presName="rootComposite" presStyleCnt="0"/>
      <dgm:spPr/>
    </dgm:pt>
    <dgm:pt modelId="{07B45AE3-9330-4542-839A-321F012C54F6}" type="pres">
      <dgm:prSet presAssocID="{E35F037D-D19B-4DB9-9CC0-88094544049E}" presName="rootText" presStyleLbl="node3" presStyleIdx="0" presStyleCnt="2" custLinFactNeighborX="24029" custLinFactNeighborY="-5137">
        <dgm:presLayoutVars>
          <dgm:chPref val="3"/>
        </dgm:presLayoutVars>
      </dgm:prSet>
      <dgm:spPr/>
    </dgm:pt>
    <dgm:pt modelId="{1EBF58E9-6D4C-404D-B10A-5DF40BA34F99}" type="pres">
      <dgm:prSet presAssocID="{E35F037D-D19B-4DB9-9CC0-88094544049E}" presName="rootConnector" presStyleLbl="node3" presStyleIdx="0" presStyleCnt="2"/>
      <dgm:spPr/>
    </dgm:pt>
    <dgm:pt modelId="{261C832F-B0E1-4105-A64E-C161B72348EB}" type="pres">
      <dgm:prSet presAssocID="{E35F037D-D19B-4DB9-9CC0-88094544049E}" presName="hierChild4" presStyleCnt="0"/>
      <dgm:spPr/>
    </dgm:pt>
    <dgm:pt modelId="{228F3CC2-C1B0-452D-83CD-0BEE34EC8CC4}" type="pres">
      <dgm:prSet presAssocID="{E35F037D-D19B-4DB9-9CC0-88094544049E}" presName="hierChild5" presStyleCnt="0"/>
      <dgm:spPr/>
    </dgm:pt>
    <dgm:pt modelId="{D40C7DB9-09F7-439A-A62A-8B377DFBB398}" type="pres">
      <dgm:prSet presAssocID="{C7D25BD8-1263-4593-BFC6-43635D693E4B}" presName="Name37" presStyleLbl="parChTrans1D3" presStyleIdx="1" presStyleCnt="2"/>
      <dgm:spPr/>
    </dgm:pt>
    <dgm:pt modelId="{7B4C7884-E4E2-4112-A38D-794D5BA27E4F}" type="pres">
      <dgm:prSet presAssocID="{BBEEBC59-F7C9-48EC-81E7-95E0453EA33F}" presName="hierRoot2" presStyleCnt="0">
        <dgm:presLayoutVars>
          <dgm:hierBranch val="init"/>
        </dgm:presLayoutVars>
      </dgm:prSet>
      <dgm:spPr/>
    </dgm:pt>
    <dgm:pt modelId="{3ABF24F0-7275-47C9-A60A-A432E0C5F283}" type="pres">
      <dgm:prSet presAssocID="{BBEEBC59-F7C9-48EC-81E7-95E0453EA33F}" presName="rootComposite" presStyleCnt="0"/>
      <dgm:spPr/>
    </dgm:pt>
    <dgm:pt modelId="{1F831609-6EC6-43E3-B849-383A28CB012B}" type="pres">
      <dgm:prSet presAssocID="{BBEEBC59-F7C9-48EC-81E7-95E0453EA33F}" presName="rootText" presStyleLbl="node3" presStyleIdx="1" presStyleCnt="2" custLinFactX="65786" custLinFactY="-44118" custLinFactNeighborX="100000" custLinFactNeighborY="-100000">
        <dgm:presLayoutVars>
          <dgm:chPref val="3"/>
        </dgm:presLayoutVars>
      </dgm:prSet>
      <dgm:spPr/>
    </dgm:pt>
    <dgm:pt modelId="{BCD877CF-2B3C-4352-89DD-786967941771}" type="pres">
      <dgm:prSet presAssocID="{BBEEBC59-F7C9-48EC-81E7-95E0453EA33F}" presName="rootConnector" presStyleLbl="node3" presStyleIdx="1" presStyleCnt="2"/>
      <dgm:spPr/>
    </dgm:pt>
    <dgm:pt modelId="{04C03889-5E34-48C8-B951-CF12D43C170E}" type="pres">
      <dgm:prSet presAssocID="{BBEEBC59-F7C9-48EC-81E7-95E0453EA33F}" presName="hierChild4" presStyleCnt="0"/>
      <dgm:spPr/>
    </dgm:pt>
    <dgm:pt modelId="{31CF8A94-7A57-4D56-8BCB-BAA4270B8555}" type="pres">
      <dgm:prSet presAssocID="{BBEEBC59-F7C9-48EC-81E7-95E0453EA33F}" presName="hierChild5" presStyleCnt="0"/>
      <dgm:spPr/>
    </dgm:pt>
    <dgm:pt modelId="{CF7D682C-632B-4EDC-9C45-353BC5960097}" type="pres">
      <dgm:prSet presAssocID="{46F528DF-27D9-4C92-8D8A-9C031929691C}" presName="hierChild5" presStyleCnt="0"/>
      <dgm:spPr/>
    </dgm:pt>
    <dgm:pt modelId="{2F0EA0BA-2375-4B4D-9EAB-7BC146637F04}" type="pres">
      <dgm:prSet presAssocID="{A5A3360C-091F-460D-94FE-D32283BDABA8}" presName="Name37" presStyleLbl="parChTrans1D2" presStyleIdx="1" presStyleCnt="4"/>
      <dgm:spPr/>
    </dgm:pt>
    <dgm:pt modelId="{4799E20E-3BD9-425C-9DE0-34073413A88F}" type="pres">
      <dgm:prSet presAssocID="{CD5A2616-C388-4680-99CC-EC9303B4B565}" presName="hierRoot2" presStyleCnt="0">
        <dgm:presLayoutVars>
          <dgm:hierBranch val="init"/>
        </dgm:presLayoutVars>
      </dgm:prSet>
      <dgm:spPr/>
    </dgm:pt>
    <dgm:pt modelId="{0195CC05-1627-47B9-A948-3CBCCD646324}" type="pres">
      <dgm:prSet presAssocID="{CD5A2616-C388-4680-99CC-EC9303B4B565}" presName="rootComposite" presStyleCnt="0"/>
      <dgm:spPr/>
    </dgm:pt>
    <dgm:pt modelId="{3D588FF2-5A31-4250-88A3-A30281514B3B}" type="pres">
      <dgm:prSet presAssocID="{CD5A2616-C388-4680-99CC-EC9303B4B565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A78E220-6AFC-42F2-B67E-9D0998A4EDE9}" type="pres">
      <dgm:prSet presAssocID="{CD5A2616-C388-4680-99CC-EC9303B4B565}" presName="rootConnector" presStyleLbl="node2" presStyleIdx="1" presStyleCnt="3"/>
      <dgm:spPr/>
    </dgm:pt>
    <dgm:pt modelId="{F4ACA9AD-78DD-46B4-A052-DD3E72A13E87}" type="pres">
      <dgm:prSet presAssocID="{CD5A2616-C388-4680-99CC-EC9303B4B565}" presName="hierChild4" presStyleCnt="0"/>
      <dgm:spPr/>
    </dgm:pt>
    <dgm:pt modelId="{0DFF6E8F-9FA4-4630-9FE7-161D7E31378D}" type="pres">
      <dgm:prSet presAssocID="{CD5A2616-C388-4680-99CC-EC9303B4B565}" presName="hierChild5" presStyleCnt="0"/>
      <dgm:spPr/>
    </dgm:pt>
    <dgm:pt modelId="{60CC65CC-6A86-4FCE-B826-8B4E64DB5638}" type="pres">
      <dgm:prSet presAssocID="{ACE97A34-6014-4212-8E3A-80EB41D722EC}" presName="Name37" presStyleLbl="parChTrans1D2" presStyleIdx="2" presStyleCnt="4"/>
      <dgm:spPr/>
    </dgm:pt>
    <dgm:pt modelId="{D364F653-B0CB-4EB1-A710-450816760615}" type="pres">
      <dgm:prSet presAssocID="{598A26B9-99FB-42E6-968A-5B949BCD2B19}" presName="hierRoot2" presStyleCnt="0">
        <dgm:presLayoutVars>
          <dgm:hierBranch val="init"/>
        </dgm:presLayoutVars>
      </dgm:prSet>
      <dgm:spPr/>
    </dgm:pt>
    <dgm:pt modelId="{F1B3DEE1-30E8-4BC2-9EF3-B5A9CDE58BF3}" type="pres">
      <dgm:prSet presAssocID="{598A26B9-99FB-42E6-968A-5B949BCD2B19}" presName="rootComposite" presStyleCnt="0"/>
      <dgm:spPr/>
    </dgm:pt>
    <dgm:pt modelId="{D2F3D948-3C4E-4AD4-94A7-A207B03BB862}" type="pres">
      <dgm:prSet presAssocID="{598A26B9-99FB-42E6-968A-5B949BCD2B19}" presName="rootText" presStyleLbl="node2" presStyleIdx="2" presStyleCnt="3">
        <dgm:presLayoutVars>
          <dgm:chPref val="3"/>
        </dgm:presLayoutVars>
      </dgm:prSet>
      <dgm:spPr/>
    </dgm:pt>
    <dgm:pt modelId="{0CB2ABB5-AC0E-40CB-88AF-CFBE246399AA}" type="pres">
      <dgm:prSet presAssocID="{598A26B9-99FB-42E6-968A-5B949BCD2B19}" presName="rootConnector" presStyleLbl="node2" presStyleIdx="2" presStyleCnt="3"/>
      <dgm:spPr/>
    </dgm:pt>
    <dgm:pt modelId="{592F341E-4E14-4FCF-B6C5-0C5ABEAA43F0}" type="pres">
      <dgm:prSet presAssocID="{598A26B9-99FB-42E6-968A-5B949BCD2B19}" presName="hierChild4" presStyleCnt="0"/>
      <dgm:spPr/>
    </dgm:pt>
    <dgm:pt modelId="{DFFB73FE-AC53-4F7A-8C85-0CACCCF07A5D}" type="pres">
      <dgm:prSet presAssocID="{598A26B9-99FB-42E6-968A-5B949BCD2B19}" presName="hierChild5" presStyleCnt="0"/>
      <dgm:spPr/>
    </dgm:pt>
    <dgm:pt modelId="{A803EF42-D2B2-4E11-8D1E-200CB9DDD108}" type="pres">
      <dgm:prSet presAssocID="{BEA682A3-3C5F-4C1A-AF5F-913F149A9D5B}" presName="hierChild3" presStyleCnt="0"/>
      <dgm:spPr/>
    </dgm:pt>
    <dgm:pt modelId="{16050B7F-D584-430A-AF2C-2DFD095655F3}" type="pres">
      <dgm:prSet presAssocID="{BD10DFD1-06AB-40CD-8E74-1EB82E8CD596}" presName="Name111" presStyleLbl="parChTrans1D2" presStyleIdx="3" presStyleCnt="4"/>
      <dgm:spPr/>
    </dgm:pt>
    <dgm:pt modelId="{60D3D664-AA15-44E8-B0EA-F48681AC4C7A}" type="pres">
      <dgm:prSet presAssocID="{75C53BCF-3A0E-4252-95F1-B9AC5B62128A}" presName="hierRoot3" presStyleCnt="0">
        <dgm:presLayoutVars>
          <dgm:hierBranch val="init"/>
        </dgm:presLayoutVars>
      </dgm:prSet>
      <dgm:spPr/>
    </dgm:pt>
    <dgm:pt modelId="{D709A501-9AB6-4AD1-B7EA-DD936E48AA16}" type="pres">
      <dgm:prSet presAssocID="{75C53BCF-3A0E-4252-95F1-B9AC5B62128A}" presName="rootComposite3" presStyleCnt="0"/>
      <dgm:spPr/>
    </dgm:pt>
    <dgm:pt modelId="{E3F9E359-7430-41E7-BCAF-9136D173F0B3}" type="pres">
      <dgm:prSet presAssocID="{75C53BCF-3A0E-4252-95F1-B9AC5B62128A}" presName="rootText3" presStyleLbl="asst1" presStyleIdx="0" presStyleCnt="1">
        <dgm:presLayoutVars>
          <dgm:chPref val="3"/>
        </dgm:presLayoutVars>
      </dgm:prSet>
      <dgm:spPr/>
    </dgm:pt>
    <dgm:pt modelId="{1DB760C9-DE39-4FA9-859E-95D50A7CDB29}" type="pres">
      <dgm:prSet presAssocID="{75C53BCF-3A0E-4252-95F1-B9AC5B62128A}" presName="rootConnector3" presStyleLbl="asst1" presStyleIdx="0" presStyleCnt="1"/>
      <dgm:spPr/>
    </dgm:pt>
    <dgm:pt modelId="{8BFF7518-D9D3-421D-9394-3418395BFAE8}" type="pres">
      <dgm:prSet presAssocID="{75C53BCF-3A0E-4252-95F1-B9AC5B62128A}" presName="hierChild6" presStyleCnt="0"/>
      <dgm:spPr/>
    </dgm:pt>
    <dgm:pt modelId="{451BEE52-90DF-4A81-9526-375E6E64870D}" type="pres">
      <dgm:prSet presAssocID="{75C53BCF-3A0E-4252-95F1-B9AC5B62128A}" presName="hierChild7" presStyleCnt="0"/>
      <dgm:spPr/>
    </dgm:pt>
  </dgm:ptLst>
  <dgm:cxnLst>
    <dgm:cxn modelId="{FF266FBD-56D8-40E5-9BCE-4335335961F9}" srcId="{BEA682A3-3C5F-4C1A-AF5F-913F149A9D5B}" destId="{598A26B9-99FB-42E6-968A-5B949BCD2B19}" srcOrd="3" destOrd="0" parTransId="{ACE97A34-6014-4212-8E3A-80EB41D722EC}" sibTransId="{52D6C96A-CBCE-4AFA-954C-508F85144929}"/>
    <dgm:cxn modelId="{9E5618A6-EE40-4405-BB49-D025C88B0AD7}" type="presOf" srcId="{BDDF91B1-CB4F-4F07-BEBB-2711FD05E5E8}" destId="{924F8202-36F7-48DA-B5BE-3449AC81BD33}" srcOrd="0" destOrd="0" presId="urn:microsoft.com/office/officeart/2005/8/layout/orgChart1"/>
    <dgm:cxn modelId="{25282B27-346E-4F8B-B318-171DF1D37737}" srcId="{BEA682A3-3C5F-4C1A-AF5F-913F149A9D5B}" destId="{75C53BCF-3A0E-4252-95F1-B9AC5B62128A}" srcOrd="0" destOrd="0" parTransId="{BD10DFD1-06AB-40CD-8E74-1EB82E8CD596}" sibTransId="{BC5CFF3D-7277-4B7B-A9A9-7DCC6CFE54DE}"/>
    <dgm:cxn modelId="{186DB052-2F1B-4F63-98F1-7C6DFBF2BE2E}" srcId="{46F528DF-27D9-4C92-8D8A-9C031929691C}" destId="{BBEEBC59-F7C9-48EC-81E7-95E0453EA33F}" srcOrd="1" destOrd="0" parTransId="{C7D25BD8-1263-4593-BFC6-43635D693E4B}" sibTransId="{A16F551B-5179-4EFB-A72F-F1EC8D5B7629}"/>
    <dgm:cxn modelId="{E85207AF-5F95-46DC-AE37-CE2EF33011AB}" type="presOf" srcId="{C7D25BD8-1263-4593-BFC6-43635D693E4B}" destId="{D40C7DB9-09F7-439A-A62A-8B377DFBB398}" srcOrd="0" destOrd="0" presId="urn:microsoft.com/office/officeart/2005/8/layout/orgChart1"/>
    <dgm:cxn modelId="{2D364BDD-AC44-4191-8ADF-39A0D3415838}" type="presOf" srcId="{BEA682A3-3C5F-4C1A-AF5F-913F149A9D5B}" destId="{2298D3CB-F7ED-4C3E-8243-094537CCF9BF}" srcOrd="0" destOrd="0" presId="urn:microsoft.com/office/officeart/2005/8/layout/orgChart1"/>
    <dgm:cxn modelId="{11923B55-5714-4319-9EAC-EA9B4CBD8759}" type="presOf" srcId="{DE17B2A1-3624-4BDA-BC33-0057348B1B2F}" destId="{E8387F02-6573-48B9-A52B-277FD15E18C6}" srcOrd="0" destOrd="0" presId="urn:microsoft.com/office/officeart/2005/8/layout/orgChart1"/>
    <dgm:cxn modelId="{002D2E46-5EAF-464E-B7E4-9A3BEF69B0EF}" type="presOf" srcId="{75C53BCF-3A0E-4252-95F1-B9AC5B62128A}" destId="{E3F9E359-7430-41E7-BCAF-9136D173F0B3}" srcOrd="0" destOrd="0" presId="urn:microsoft.com/office/officeart/2005/8/layout/orgChart1"/>
    <dgm:cxn modelId="{398FFAAB-B25D-433A-A8F7-2CDEA00EE574}" type="presOf" srcId="{BEA682A3-3C5F-4C1A-AF5F-913F149A9D5B}" destId="{58F0447D-8A5C-4536-8361-5B6EC680CA48}" srcOrd="1" destOrd="0" presId="urn:microsoft.com/office/officeart/2005/8/layout/orgChart1"/>
    <dgm:cxn modelId="{70A7DA1F-149F-4F05-AD26-5603999E746A}" srcId="{BEA682A3-3C5F-4C1A-AF5F-913F149A9D5B}" destId="{46F528DF-27D9-4C92-8D8A-9C031929691C}" srcOrd="1" destOrd="0" parTransId="{DE17B2A1-3624-4BDA-BC33-0057348B1B2F}" sibTransId="{A281EEA5-7697-433C-9119-7CA745358ADB}"/>
    <dgm:cxn modelId="{A2D0AD61-02B4-4E85-9920-A1EF5222C313}" type="presOf" srcId="{ACE97A34-6014-4212-8E3A-80EB41D722EC}" destId="{60CC65CC-6A86-4FCE-B826-8B4E64DB5638}" srcOrd="0" destOrd="0" presId="urn:microsoft.com/office/officeart/2005/8/layout/orgChart1"/>
    <dgm:cxn modelId="{1D8FDC61-D722-4B5E-98CF-3F45DCEB9334}" type="presOf" srcId="{75C53BCF-3A0E-4252-95F1-B9AC5B62128A}" destId="{1DB760C9-DE39-4FA9-859E-95D50A7CDB29}" srcOrd="1" destOrd="0" presId="urn:microsoft.com/office/officeart/2005/8/layout/orgChart1"/>
    <dgm:cxn modelId="{EEE0B6CC-8A4B-4F11-AC04-E637AC35018B}" type="presOf" srcId="{46F528DF-27D9-4C92-8D8A-9C031929691C}" destId="{60E54C55-2078-4058-AB39-E788AB48CF46}" srcOrd="1" destOrd="0" presId="urn:microsoft.com/office/officeart/2005/8/layout/orgChart1"/>
    <dgm:cxn modelId="{0F21988C-750E-46E7-A1DA-9F9FBE31F832}" type="presOf" srcId="{46F528DF-27D9-4C92-8D8A-9C031929691C}" destId="{EC2A8B42-7028-46CE-B17B-001B4DA86F03}" srcOrd="0" destOrd="0" presId="urn:microsoft.com/office/officeart/2005/8/layout/orgChart1"/>
    <dgm:cxn modelId="{7EE06C43-3825-4451-A6E3-649455B19783}" srcId="{BEA682A3-3C5F-4C1A-AF5F-913F149A9D5B}" destId="{CD5A2616-C388-4680-99CC-EC9303B4B565}" srcOrd="2" destOrd="0" parTransId="{A5A3360C-091F-460D-94FE-D32283BDABA8}" sibTransId="{D9E4A802-BF17-40BB-B9F6-3A258B1E3088}"/>
    <dgm:cxn modelId="{2FC6D01B-C5AA-45B2-A1CD-2F514541889B}" type="presOf" srcId="{E35F037D-D19B-4DB9-9CC0-88094544049E}" destId="{07B45AE3-9330-4542-839A-321F012C54F6}" srcOrd="0" destOrd="0" presId="urn:microsoft.com/office/officeart/2005/8/layout/orgChart1"/>
    <dgm:cxn modelId="{5F40990B-11E2-4827-96A4-9A9C0AB91973}" srcId="{C9C63BD4-ADE7-43C6-ACA7-ABFEE7B04007}" destId="{BEA682A3-3C5F-4C1A-AF5F-913F149A9D5B}" srcOrd="0" destOrd="0" parTransId="{8C2493E1-6CDA-4B2C-89E9-01747FD2F5B0}" sibTransId="{0C236FE4-EB49-4489-A499-D9685B594C19}"/>
    <dgm:cxn modelId="{97CF52AA-E813-4854-893A-82F8AEAADBAE}" type="presOf" srcId="{E35F037D-D19B-4DB9-9CC0-88094544049E}" destId="{1EBF58E9-6D4C-404D-B10A-5DF40BA34F99}" srcOrd="1" destOrd="0" presId="urn:microsoft.com/office/officeart/2005/8/layout/orgChart1"/>
    <dgm:cxn modelId="{B5BEFFD0-340F-40D4-9247-66CE89DA9DCB}" type="presOf" srcId="{598A26B9-99FB-42E6-968A-5B949BCD2B19}" destId="{D2F3D948-3C4E-4AD4-94A7-A207B03BB862}" srcOrd="0" destOrd="0" presId="urn:microsoft.com/office/officeart/2005/8/layout/orgChart1"/>
    <dgm:cxn modelId="{F5489245-F229-49B7-8883-EAFCB70D57FD}" type="presOf" srcId="{CD5A2616-C388-4680-99CC-EC9303B4B565}" destId="{4A78E220-6AFC-42F2-B67E-9D0998A4EDE9}" srcOrd="1" destOrd="0" presId="urn:microsoft.com/office/officeart/2005/8/layout/orgChart1"/>
    <dgm:cxn modelId="{A7A212DD-F156-43D8-9D0D-AA934D6FB247}" type="presOf" srcId="{BBEEBC59-F7C9-48EC-81E7-95E0453EA33F}" destId="{BCD877CF-2B3C-4352-89DD-786967941771}" srcOrd="1" destOrd="0" presId="urn:microsoft.com/office/officeart/2005/8/layout/orgChart1"/>
    <dgm:cxn modelId="{3FDC43C2-3CAE-4170-959D-E50DEC351B53}" type="presOf" srcId="{A5A3360C-091F-460D-94FE-D32283BDABA8}" destId="{2F0EA0BA-2375-4B4D-9EAB-7BC146637F04}" srcOrd="0" destOrd="0" presId="urn:microsoft.com/office/officeart/2005/8/layout/orgChart1"/>
    <dgm:cxn modelId="{41FC5BBA-1D1B-4460-BB42-197F7992E2F0}" type="presOf" srcId="{BD10DFD1-06AB-40CD-8E74-1EB82E8CD596}" destId="{16050B7F-D584-430A-AF2C-2DFD095655F3}" srcOrd="0" destOrd="0" presId="urn:microsoft.com/office/officeart/2005/8/layout/orgChart1"/>
    <dgm:cxn modelId="{89F14694-D8BE-4300-84BE-5B71858DD1C0}" srcId="{46F528DF-27D9-4C92-8D8A-9C031929691C}" destId="{E35F037D-D19B-4DB9-9CC0-88094544049E}" srcOrd="0" destOrd="0" parTransId="{BDDF91B1-CB4F-4F07-BEBB-2711FD05E5E8}" sibTransId="{97BE3DDD-86A5-4570-BE75-59DCC29701DD}"/>
    <dgm:cxn modelId="{34C868B6-B888-4AD9-924D-44B87D363462}" type="presOf" srcId="{CD5A2616-C388-4680-99CC-EC9303B4B565}" destId="{3D588FF2-5A31-4250-88A3-A30281514B3B}" srcOrd="0" destOrd="0" presId="urn:microsoft.com/office/officeart/2005/8/layout/orgChart1"/>
    <dgm:cxn modelId="{5F966360-4C5C-4903-93FE-F8499ABF39DC}" type="presOf" srcId="{BBEEBC59-F7C9-48EC-81E7-95E0453EA33F}" destId="{1F831609-6EC6-43E3-B849-383A28CB012B}" srcOrd="0" destOrd="0" presId="urn:microsoft.com/office/officeart/2005/8/layout/orgChart1"/>
    <dgm:cxn modelId="{2D7CBC8B-F5E5-481F-AB0C-D6B4F6BD18BB}" type="presOf" srcId="{598A26B9-99FB-42E6-968A-5B949BCD2B19}" destId="{0CB2ABB5-AC0E-40CB-88AF-CFBE246399AA}" srcOrd="1" destOrd="0" presId="urn:microsoft.com/office/officeart/2005/8/layout/orgChart1"/>
    <dgm:cxn modelId="{0B1944A8-4E24-404E-A493-4FF879817A1E}" type="presOf" srcId="{C9C63BD4-ADE7-43C6-ACA7-ABFEE7B04007}" destId="{FA0667D7-EAB7-4926-9C22-E35C824D7E3A}" srcOrd="0" destOrd="0" presId="urn:microsoft.com/office/officeart/2005/8/layout/orgChart1"/>
    <dgm:cxn modelId="{E7C13956-3C36-4CBF-BFA1-0595C0E3A82F}" type="presParOf" srcId="{FA0667D7-EAB7-4926-9C22-E35C824D7E3A}" destId="{71D3A5C8-1D1F-4E2C-B73C-FC56AF979E93}" srcOrd="0" destOrd="0" presId="urn:microsoft.com/office/officeart/2005/8/layout/orgChart1"/>
    <dgm:cxn modelId="{C4DBC5E1-4789-4E52-BAC7-40E469B29780}" type="presParOf" srcId="{71D3A5C8-1D1F-4E2C-B73C-FC56AF979E93}" destId="{456C5082-E594-4EB8-B4FD-FAA0D79A2E88}" srcOrd="0" destOrd="0" presId="urn:microsoft.com/office/officeart/2005/8/layout/orgChart1"/>
    <dgm:cxn modelId="{011CADCB-B686-4159-BBAB-EE1F52393032}" type="presParOf" srcId="{456C5082-E594-4EB8-B4FD-FAA0D79A2E88}" destId="{2298D3CB-F7ED-4C3E-8243-094537CCF9BF}" srcOrd="0" destOrd="0" presId="urn:microsoft.com/office/officeart/2005/8/layout/orgChart1"/>
    <dgm:cxn modelId="{AB88CC31-9DF5-45C4-8AA6-06B4649EB0FD}" type="presParOf" srcId="{456C5082-E594-4EB8-B4FD-FAA0D79A2E88}" destId="{58F0447D-8A5C-4536-8361-5B6EC680CA48}" srcOrd="1" destOrd="0" presId="urn:microsoft.com/office/officeart/2005/8/layout/orgChart1"/>
    <dgm:cxn modelId="{B7235F91-8FD3-46BD-B246-8B07AABF2615}" type="presParOf" srcId="{71D3A5C8-1D1F-4E2C-B73C-FC56AF979E93}" destId="{B790BCA4-F03C-4A94-B4A9-69CA8FA252D4}" srcOrd="1" destOrd="0" presId="urn:microsoft.com/office/officeart/2005/8/layout/orgChart1"/>
    <dgm:cxn modelId="{C02526C8-0290-4C2C-9C66-93643D1C58F3}" type="presParOf" srcId="{B790BCA4-F03C-4A94-B4A9-69CA8FA252D4}" destId="{E8387F02-6573-48B9-A52B-277FD15E18C6}" srcOrd="0" destOrd="0" presId="urn:microsoft.com/office/officeart/2005/8/layout/orgChart1"/>
    <dgm:cxn modelId="{1D53EE25-A505-432C-9A94-3F284C79AC10}" type="presParOf" srcId="{B790BCA4-F03C-4A94-B4A9-69CA8FA252D4}" destId="{9AD8F226-EA43-4E5D-BC85-49BB86A6FD50}" srcOrd="1" destOrd="0" presId="urn:microsoft.com/office/officeart/2005/8/layout/orgChart1"/>
    <dgm:cxn modelId="{5271DE4E-20C8-49E6-A21F-F139C0DE754B}" type="presParOf" srcId="{9AD8F226-EA43-4E5D-BC85-49BB86A6FD50}" destId="{47B0B287-0D6A-4E5C-9ACE-836411844578}" srcOrd="0" destOrd="0" presId="urn:microsoft.com/office/officeart/2005/8/layout/orgChart1"/>
    <dgm:cxn modelId="{DB49D1F8-AF24-422D-9343-6F909917C317}" type="presParOf" srcId="{47B0B287-0D6A-4E5C-9ACE-836411844578}" destId="{EC2A8B42-7028-46CE-B17B-001B4DA86F03}" srcOrd="0" destOrd="0" presId="urn:microsoft.com/office/officeart/2005/8/layout/orgChart1"/>
    <dgm:cxn modelId="{E05CC558-CCCC-4D37-A9FE-E689F72F52FD}" type="presParOf" srcId="{47B0B287-0D6A-4E5C-9ACE-836411844578}" destId="{60E54C55-2078-4058-AB39-E788AB48CF46}" srcOrd="1" destOrd="0" presId="urn:microsoft.com/office/officeart/2005/8/layout/orgChart1"/>
    <dgm:cxn modelId="{CF766CAB-3822-4C81-AD54-F1B8140B2245}" type="presParOf" srcId="{9AD8F226-EA43-4E5D-BC85-49BB86A6FD50}" destId="{29019C29-D8E8-4CA8-8B02-6925291B3303}" srcOrd="1" destOrd="0" presId="urn:microsoft.com/office/officeart/2005/8/layout/orgChart1"/>
    <dgm:cxn modelId="{B59C5027-A0DB-4BF2-96A6-20AB7C3A0FEA}" type="presParOf" srcId="{29019C29-D8E8-4CA8-8B02-6925291B3303}" destId="{924F8202-36F7-48DA-B5BE-3449AC81BD33}" srcOrd="0" destOrd="0" presId="urn:microsoft.com/office/officeart/2005/8/layout/orgChart1"/>
    <dgm:cxn modelId="{FF80331A-3785-4F21-A944-0E9FCB593CD5}" type="presParOf" srcId="{29019C29-D8E8-4CA8-8B02-6925291B3303}" destId="{4C969523-B462-4B9B-B4A4-D6703ED0FABA}" srcOrd="1" destOrd="0" presId="urn:microsoft.com/office/officeart/2005/8/layout/orgChart1"/>
    <dgm:cxn modelId="{CD2E691C-CB21-4273-96C8-A4A5DF21F94B}" type="presParOf" srcId="{4C969523-B462-4B9B-B4A4-D6703ED0FABA}" destId="{00B033E1-78EF-4167-8F74-6CEC995ADBDD}" srcOrd="0" destOrd="0" presId="urn:microsoft.com/office/officeart/2005/8/layout/orgChart1"/>
    <dgm:cxn modelId="{5A952A6E-6DA6-436F-B6B6-BF94C945ED2A}" type="presParOf" srcId="{00B033E1-78EF-4167-8F74-6CEC995ADBDD}" destId="{07B45AE3-9330-4542-839A-321F012C54F6}" srcOrd="0" destOrd="0" presId="urn:microsoft.com/office/officeart/2005/8/layout/orgChart1"/>
    <dgm:cxn modelId="{99919C9A-1240-4A26-9E58-94C729B39AA9}" type="presParOf" srcId="{00B033E1-78EF-4167-8F74-6CEC995ADBDD}" destId="{1EBF58E9-6D4C-404D-B10A-5DF40BA34F99}" srcOrd="1" destOrd="0" presId="urn:microsoft.com/office/officeart/2005/8/layout/orgChart1"/>
    <dgm:cxn modelId="{ADCC80A3-51F7-4FC5-8EF9-903AFE6C2562}" type="presParOf" srcId="{4C969523-B462-4B9B-B4A4-D6703ED0FABA}" destId="{261C832F-B0E1-4105-A64E-C161B72348EB}" srcOrd="1" destOrd="0" presId="urn:microsoft.com/office/officeart/2005/8/layout/orgChart1"/>
    <dgm:cxn modelId="{DCD445D9-6D42-4E49-ABDE-ABA96C8F5C7A}" type="presParOf" srcId="{4C969523-B462-4B9B-B4A4-D6703ED0FABA}" destId="{228F3CC2-C1B0-452D-83CD-0BEE34EC8CC4}" srcOrd="2" destOrd="0" presId="urn:microsoft.com/office/officeart/2005/8/layout/orgChart1"/>
    <dgm:cxn modelId="{441E6D29-29A6-4C7B-8848-5107B5232351}" type="presParOf" srcId="{29019C29-D8E8-4CA8-8B02-6925291B3303}" destId="{D40C7DB9-09F7-439A-A62A-8B377DFBB398}" srcOrd="2" destOrd="0" presId="urn:microsoft.com/office/officeart/2005/8/layout/orgChart1"/>
    <dgm:cxn modelId="{6FF4B494-3C0C-4AB2-8C92-72967AEAE98B}" type="presParOf" srcId="{29019C29-D8E8-4CA8-8B02-6925291B3303}" destId="{7B4C7884-E4E2-4112-A38D-794D5BA27E4F}" srcOrd="3" destOrd="0" presId="urn:microsoft.com/office/officeart/2005/8/layout/orgChart1"/>
    <dgm:cxn modelId="{680BFC4B-1EDC-42B2-B2B4-B34C9655299F}" type="presParOf" srcId="{7B4C7884-E4E2-4112-A38D-794D5BA27E4F}" destId="{3ABF24F0-7275-47C9-A60A-A432E0C5F283}" srcOrd="0" destOrd="0" presId="urn:microsoft.com/office/officeart/2005/8/layout/orgChart1"/>
    <dgm:cxn modelId="{5AFEE6C2-993E-4ABC-9944-5E8C7C9B0B23}" type="presParOf" srcId="{3ABF24F0-7275-47C9-A60A-A432E0C5F283}" destId="{1F831609-6EC6-43E3-B849-383A28CB012B}" srcOrd="0" destOrd="0" presId="urn:microsoft.com/office/officeart/2005/8/layout/orgChart1"/>
    <dgm:cxn modelId="{F7985A44-6312-43FE-9CD5-37D6BEF52D14}" type="presParOf" srcId="{3ABF24F0-7275-47C9-A60A-A432E0C5F283}" destId="{BCD877CF-2B3C-4352-89DD-786967941771}" srcOrd="1" destOrd="0" presId="urn:microsoft.com/office/officeart/2005/8/layout/orgChart1"/>
    <dgm:cxn modelId="{F041DBE3-87B0-4EB0-9C67-5B5C330D3C65}" type="presParOf" srcId="{7B4C7884-E4E2-4112-A38D-794D5BA27E4F}" destId="{04C03889-5E34-48C8-B951-CF12D43C170E}" srcOrd="1" destOrd="0" presId="urn:microsoft.com/office/officeart/2005/8/layout/orgChart1"/>
    <dgm:cxn modelId="{2B051CD0-78D9-4A17-B390-F5323ACFE44B}" type="presParOf" srcId="{7B4C7884-E4E2-4112-A38D-794D5BA27E4F}" destId="{31CF8A94-7A57-4D56-8BCB-BAA4270B8555}" srcOrd="2" destOrd="0" presId="urn:microsoft.com/office/officeart/2005/8/layout/orgChart1"/>
    <dgm:cxn modelId="{C495FE36-758E-4882-9C05-B4A8747A39BC}" type="presParOf" srcId="{9AD8F226-EA43-4E5D-BC85-49BB86A6FD50}" destId="{CF7D682C-632B-4EDC-9C45-353BC5960097}" srcOrd="2" destOrd="0" presId="urn:microsoft.com/office/officeart/2005/8/layout/orgChart1"/>
    <dgm:cxn modelId="{773D783B-6448-41D2-9179-8D480D3CDAE7}" type="presParOf" srcId="{B790BCA4-F03C-4A94-B4A9-69CA8FA252D4}" destId="{2F0EA0BA-2375-4B4D-9EAB-7BC146637F04}" srcOrd="2" destOrd="0" presId="urn:microsoft.com/office/officeart/2005/8/layout/orgChart1"/>
    <dgm:cxn modelId="{692D3FFA-840A-490F-A8C6-4B604E8A51FD}" type="presParOf" srcId="{B790BCA4-F03C-4A94-B4A9-69CA8FA252D4}" destId="{4799E20E-3BD9-425C-9DE0-34073413A88F}" srcOrd="3" destOrd="0" presId="urn:microsoft.com/office/officeart/2005/8/layout/orgChart1"/>
    <dgm:cxn modelId="{CEEBEBED-F865-40CC-85CA-51A10FD304B6}" type="presParOf" srcId="{4799E20E-3BD9-425C-9DE0-34073413A88F}" destId="{0195CC05-1627-47B9-A948-3CBCCD646324}" srcOrd="0" destOrd="0" presId="urn:microsoft.com/office/officeart/2005/8/layout/orgChart1"/>
    <dgm:cxn modelId="{AA8DAA5C-192B-4693-BA98-21ACF97BA0BE}" type="presParOf" srcId="{0195CC05-1627-47B9-A948-3CBCCD646324}" destId="{3D588FF2-5A31-4250-88A3-A30281514B3B}" srcOrd="0" destOrd="0" presId="urn:microsoft.com/office/officeart/2005/8/layout/orgChart1"/>
    <dgm:cxn modelId="{A49D4A9F-949A-4CD3-9C4D-DC083ED38712}" type="presParOf" srcId="{0195CC05-1627-47B9-A948-3CBCCD646324}" destId="{4A78E220-6AFC-42F2-B67E-9D0998A4EDE9}" srcOrd="1" destOrd="0" presId="urn:microsoft.com/office/officeart/2005/8/layout/orgChart1"/>
    <dgm:cxn modelId="{A45FCCEA-6972-4BD0-B7F6-366ADDB29179}" type="presParOf" srcId="{4799E20E-3BD9-425C-9DE0-34073413A88F}" destId="{F4ACA9AD-78DD-46B4-A052-DD3E72A13E87}" srcOrd="1" destOrd="0" presId="urn:microsoft.com/office/officeart/2005/8/layout/orgChart1"/>
    <dgm:cxn modelId="{2D001AE9-D383-422A-BBC7-058A6A749241}" type="presParOf" srcId="{4799E20E-3BD9-425C-9DE0-34073413A88F}" destId="{0DFF6E8F-9FA4-4630-9FE7-161D7E31378D}" srcOrd="2" destOrd="0" presId="urn:microsoft.com/office/officeart/2005/8/layout/orgChart1"/>
    <dgm:cxn modelId="{61356B7E-1367-4F23-956E-40F97B1D6999}" type="presParOf" srcId="{B790BCA4-F03C-4A94-B4A9-69CA8FA252D4}" destId="{60CC65CC-6A86-4FCE-B826-8B4E64DB5638}" srcOrd="4" destOrd="0" presId="urn:microsoft.com/office/officeart/2005/8/layout/orgChart1"/>
    <dgm:cxn modelId="{73746089-E46C-45ED-8705-C5319361EC7C}" type="presParOf" srcId="{B790BCA4-F03C-4A94-B4A9-69CA8FA252D4}" destId="{D364F653-B0CB-4EB1-A710-450816760615}" srcOrd="5" destOrd="0" presId="urn:microsoft.com/office/officeart/2005/8/layout/orgChart1"/>
    <dgm:cxn modelId="{4AB95CAF-5762-4541-8508-381916667119}" type="presParOf" srcId="{D364F653-B0CB-4EB1-A710-450816760615}" destId="{F1B3DEE1-30E8-4BC2-9EF3-B5A9CDE58BF3}" srcOrd="0" destOrd="0" presId="urn:microsoft.com/office/officeart/2005/8/layout/orgChart1"/>
    <dgm:cxn modelId="{BA093082-1F77-464B-AD7A-34580C34A23A}" type="presParOf" srcId="{F1B3DEE1-30E8-4BC2-9EF3-B5A9CDE58BF3}" destId="{D2F3D948-3C4E-4AD4-94A7-A207B03BB862}" srcOrd="0" destOrd="0" presId="urn:microsoft.com/office/officeart/2005/8/layout/orgChart1"/>
    <dgm:cxn modelId="{7E23E58F-422D-4ED2-AC45-9073B76F02AF}" type="presParOf" srcId="{F1B3DEE1-30E8-4BC2-9EF3-B5A9CDE58BF3}" destId="{0CB2ABB5-AC0E-40CB-88AF-CFBE246399AA}" srcOrd="1" destOrd="0" presId="urn:microsoft.com/office/officeart/2005/8/layout/orgChart1"/>
    <dgm:cxn modelId="{5B73340F-C811-4217-B38A-C39A6C1327FE}" type="presParOf" srcId="{D364F653-B0CB-4EB1-A710-450816760615}" destId="{592F341E-4E14-4FCF-B6C5-0C5ABEAA43F0}" srcOrd="1" destOrd="0" presId="urn:microsoft.com/office/officeart/2005/8/layout/orgChart1"/>
    <dgm:cxn modelId="{ED5E4BBC-FA6D-4F47-90B0-11B020E4469F}" type="presParOf" srcId="{D364F653-B0CB-4EB1-A710-450816760615}" destId="{DFFB73FE-AC53-4F7A-8C85-0CACCCF07A5D}" srcOrd="2" destOrd="0" presId="urn:microsoft.com/office/officeart/2005/8/layout/orgChart1"/>
    <dgm:cxn modelId="{B3D8B15B-DFA8-494F-8ED0-6A233BC30B5B}" type="presParOf" srcId="{71D3A5C8-1D1F-4E2C-B73C-FC56AF979E93}" destId="{A803EF42-D2B2-4E11-8D1E-200CB9DDD108}" srcOrd="2" destOrd="0" presId="urn:microsoft.com/office/officeart/2005/8/layout/orgChart1"/>
    <dgm:cxn modelId="{47CF9CC4-4BD8-4B40-967E-7504EF5095CC}" type="presParOf" srcId="{A803EF42-D2B2-4E11-8D1E-200CB9DDD108}" destId="{16050B7F-D584-430A-AF2C-2DFD095655F3}" srcOrd="0" destOrd="0" presId="urn:microsoft.com/office/officeart/2005/8/layout/orgChart1"/>
    <dgm:cxn modelId="{1125ED9E-E08C-4117-BEDD-14F2A1646016}" type="presParOf" srcId="{A803EF42-D2B2-4E11-8D1E-200CB9DDD108}" destId="{60D3D664-AA15-44E8-B0EA-F48681AC4C7A}" srcOrd="1" destOrd="0" presId="urn:microsoft.com/office/officeart/2005/8/layout/orgChart1"/>
    <dgm:cxn modelId="{512323A3-DC88-44C0-AF35-0B1AA8E6FBF0}" type="presParOf" srcId="{60D3D664-AA15-44E8-B0EA-F48681AC4C7A}" destId="{D709A501-9AB6-4AD1-B7EA-DD936E48AA16}" srcOrd="0" destOrd="0" presId="urn:microsoft.com/office/officeart/2005/8/layout/orgChart1"/>
    <dgm:cxn modelId="{A0DE3959-3345-463F-98A2-FCD61642ED7A}" type="presParOf" srcId="{D709A501-9AB6-4AD1-B7EA-DD936E48AA16}" destId="{E3F9E359-7430-41E7-BCAF-9136D173F0B3}" srcOrd="0" destOrd="0" presId="urn:microsoft.com/office/officeart/2005/8/layout/orgChart1"/>
    <dgm:cxn modelId="{1A0ACE8B-E9FB-4BCE-89F6-666185DF05F4}" type="presParOf" srcId="{D709A501-9AB6-4AD1-B7EA-DD936E48AA16}" destId="{1DB760C9-DE39-4FA9-859E-95D50A7CDB29}" srcOrd="1" destOrd="0" presId="urn:microsoft.com/office/officeart/2005/8/layout/orgChart1"/>
    <dgm:cxn modelId="{A6AF7E6E-3F00-479C-B8B4-4ECFE6CE6D9D}" type="presParOf" srcId="{60D3D664-AA15-44E8-B0EA-F48681AC4C7A}" destId="{8BFF7518-D9D3-421D-9394-3418395BFAE8}" srcOrd="1" destOrd="0" presId="urn:microsoft.com/office/officeart/2005/8/layout/orgChart1"/>
    <dgm:cxn modelId="{DA5EE641-203A-43A2-9140-514B23439E1C}" type="presParOf" srcId="{60D3D664-AA15-44E8-B0EA-F48681AC4C7A}" destId="{451BEE52-90DF-4A81-9526-375E6E64870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924550" cy="4093210"/>
        <a:chOff x="0" y="0"/>
        <a:chExt cx="5924550" cy="4093210"/>
      </a:xfrm>
    </dsp:grpSpPr>
    <dsp:sp modelId="{64B430B3-FF1B-406C-9FF2-27BA23788747}">
      <dsp:nvSpPr>
        <dsp:cNvPr id="4" name="任意多边形 3"/>
        <dsp:cNvSpPr/>
      </dsp:nvSpPr>
      <dsp:spPr bwMode="white">
        <a:xfrm>
          <a:off x="1820597" y="1074468"/>
          <a:ext cx="510178" cy="972137"/>
        </a:xfrm>
        <a:custGeom>
          <a:avLst/>
          <a:gdLst/>
          <a:ahLst/>
          <a:cxnLst/>
          <a:pathLst>
            <a:path w="803" h="1531">
              <a:moveTo>
                <a:pt x="0" y="1531"/>
              </a:moveTo>
              <a:lnTo>
                <a:pt x="402" y="1531"/>
              </a:lnTo>
              <a:lnTo>
                <a:pt x="402" y="0"/>
              </a:lnTo>
              <a:lnTo>
                <a:pt x="803" y="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0"/>
          </a:lvl1pPr>
          <a:lvl2pPr marL="285750" indent="-285750" algn="ctr">
            <a:defRPr sz="3900"/>
          </a:lvl2pPr>
          <a:lvl3pPr marL="571500" indent="-285750" algn="ctr">
            <a:defRPr sz="3900"/>
          </a:lvl3pPr>
          <a:lvl4pPr marL="857250" indent="-285750" algn="ctr">
            <a:defRPr sz="3900"/>
          </a:lvl4pPr>
          <a:lvl5pPr marL="1143000" indent="-285750" algn="ctr">
            <a:defRPr sz="3900"/>
          </a:lvl5pPr>
          <a:lvl6pPr marL="1428750" indent="-285750" algn="ctr">
            <a:defRPr sz="3900"/>
          </a:lvl6pPr>
          <a:lvl7pPr marL="1714500" indent="-285750" algn="ctr">
            <a:defRPr sz="3900"/>
          </a:lvl7pPr>
          <a:lvl8pPr marL="2000250" indent="-285750" algn="ctr">
            <a:defRPr sz="3900"/>
          </a:lvl8pPr>
          <a:lvl9pPr marL="2286000" indent="-285750" algn="ctr">
            <a:defRPr sz="3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820597" y="1074468"/>
        <a:ext cx="510178" cy="972137"/>
      </dsp:txXfrm>
    </dsp:sp>
    <dsp:sp modelId="{2F66960D-CF7A-443C-8CB9-E7DD0B261214}">
      <dsp:nvSpPr>
        <dsp:cNvPr id="6" name="任意多边形 5"/>
        <dsp:cNvSpPr/>
      </dsp:nvSpPr>
      <dsp:spPr bwMode="white">
        <a:xfrm>
          <a:off x="1820597" y="2046605"/>
          <a:ext cx="510178" cy="0"/>
        </a:xfrm>
        <a:custGeom>
          <a:avLst/>
          <a:gdLst/>
          <a:ahLst/>
          <a:cxnLst/>
          <a:pathLst>
            <a:path w="803">
              <a:moveTo>
                <a:pt x="0" y="0"/>
              </a:moveTo>
              <a:lnTo>
                <a:pt x="803" y="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820597" y="2046605"/>
        <a:ext cx="510178" cy="0"/>
      </dsp:txXfrm>
    </dsp:sp>
    <dsp:sp modelId="{CED1A3A3-B184-469E-86AE-670623BA4E5D}">
      <dsp:nvSpPr>
        <dsp:cNvPr id="8" name="任意多边形 7"/>
        <dsp:cNvSpPr/>
      </dsp:nvSpPr>
      <dsp:spPr bwMode="white">
        <a:xfrm>
          <a:off x="1820597" y="2046605"/>
          <a:ext cx="510178" cy="972137"/>
        </a:xfrm>
        <a:custGeom>
          <a:avLst/>
          <a:gdLst/>
          <a:ahLst/>
          <a:cxnLst/>
          <a:pathLst>
            <a:path w="803" h="1531">
              <a:moveTo>
                <a:pt x="0" y="0"/>
              </a:moveTo>
              <a:lnTo>
                <a:pt x="402" y="0"/>
              </a:lnTo>
              <a:lnTo>
                <a:pt x="402" y="1531"/>
              </a:lnTo>
              <a:lnTo>
                <a:pt x="803" y="1531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0"/>
          </a:lvl1pPr>
          <a:lvl2pPr marL="285750" indent="-285750" algn="ctr">
            <a:defRPr sz="3900"/>
          </a:lvl2pPr>
          <a:lvl3pPr marL="571500" indent="-285750" algn="ctr">
            <a:defRPr sz="3900"/>
          </a:lvl3pPr>
          <a:lvl4pPr marL="857250" indent="-285750" algn="ctr">
            <a:defRPr sz="3900"/>
          </a:lvl4pPr>
          <a:lvl5pPr marL="1143000" indent="-285750" algn="ctr">
            <a:defRPr sz="3900"/>
          </a:lvl5pPr>
          <a:lvl6pPr marL="1428750" indent="-285750" algn="ctr">
            <a:defRPr sz="3900"/>
          </a:lvl6pPr>
          <a:lvl7pPr marL="1714500" indent="-285750" algn="ctr">
            <a:defRPr sz="3900"/>
          </a:lvl7pPr>
          <a:lvl8pPr marL="2000250" indent="-285750" algn="ctr">
            <a:defRPr sz="3900"/>
          </a:lvl8pPr>
          <a:lvl9pPr marL="2286000" indent="-285750" algn="ctr">
            <a:defRPr sz="3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820597" y="2046605"/>
        <a:ext cx="510178" cy="972137"/>
      </dsp:txXfrm>
    </dsp:sp>
    <dsp:sp modelId="{9B9BF0AB-5901-4E79-B4D7-EC064A6E4281}">
      <dsp:nvSpPr>
        <dsp:cNvPr id="3" name="矩形 2"/>
        <dsp:cNvSpPr/>
      </dsp:nvSpPr>
      <dsp:spPr bwMode="white">
        <a:xfrm rot="16200000">
          <a:off x="-614863" y="1657750"/>
          <a:ext cx="4093210" cy="777710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9845" tIns="29845" rIns="29845" bIns="29845" anchor="ctr"/>
        <a:lstStyle>
          <a:lvl1pPr algn="ctr">
            <a:defRPr sz="4700"/>
          </a:lvl1pPr>
          <a:lvl2pPr marL="285750" indent="-285750" algn="ctr">
            <a:defRPr sz="3600"/>
          </a:lvl2pPr>
          <a:lvl3pPr marL="571500" indent="-285750" algn="ctr">
            <a:defRPr sz="3600"/>
          </a:lvl3pPr>
          <a:lvl4pPr marL="857250" indent="-285750" algn="ctr">
            <a:defRPr sz="3600"/>
          </a:lvl4pPr>
          <a:lvl5pPr marL="1143000" indent="-285750" algn="ctr">
            <a:defRPr sz="3600"/>
          </a:lvl5pPr>
          <a:lvl6pPr marL="1428750" indent="-285750" algn="ctr">
            <a:defRPr sz="3600"/>
          </a:lvl6pPr>
          <a:lvl7pPr marL="1714500" indent="-285750" algn="ctr">
            <a:defRPr sz="3600"/>
          </a:lvl7pPr>
          <a:lvl8pPr marL="2000250" indent="-285750" algn="ctr">
            <a:defRPr sz="3600"/>
          </a:lvl8pPr>
          <a:lvl9pPr marL="2286000" indent="-285750" algn="ctr">
            <a:defRPr sz="3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ym typeface="+mn-ea"/>
            </a:rPr>
            <a:t>课程介绍</a:t>
          </a:r>
          <a:endParaRPr lang="zh-CN" altLang="en-US"/>
        </a:p>
      </dsp:txBody>
      <dsp:txXfrm rot="16200000">
        <a:off x="-614863" y="1657750"/>
        <a:ext cx="4093210" cy="777710"/>
      </dsp:txXfrm>
    </dsp:sp>
    <dsp:sp modelId="{CDA235D6-AC41-4ED3-AF28-D9CD9EDCBAED}">
      <dsp:nvSpPr>
        <dsp:cNvPr id="5" name="矩形 4"/>
        <dsp:cNvSpPr/>
      </dsp:nvSpPr>
      <dsp:spPr bwMode="white">
        <a:xfrm>
          <a:off x="2330775" y="685613"/>
          <a:ext cx="2550888" cy="777710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ym typeface="+mn-ea"/>
            </a:rPr>
            <a:t>基本功能介绍</a:t>
          </a:r>
          <a:endParaRPr lang="zh-CN" altLang="en-US"/>
        </a:p>
      </dsp:txBody>
      <dsp:txXfrm>
        <a:off x="2330775" y="685613"/>
        <a:ext cx="2550888" cy="777710"/>
      </dsp:txXfrm>
    </dsp:sp>
    <dsp:sp modelId="{3540059A-19CD-4FBD-A598-B7A4BB9DA52D}">
      <dsp:nvSpPr>
        <dsp:cNvPr id="7" name="矩形 6"/>
        <dsp:cNvSpPr/>
      </dsp:nvSpPr>
      <dsp:spPr bwMode="white">
        <a:xfrm>
          <a:off x="2330775" y="1657750"/>
          <a:ext cx="2550888" cy="777710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ym typeface="+mn-ea"/>
            </a:rPr>
            <a:t>数据图表制作</a:t>
          </a:r>
          <a:endParaRPr lang="zh-CN" altLang="en-US"/>
        </a:p>
      </dsp:txBody>
      <dsp:txXfrm>
        <a:off x="2330775" y="1657750"/>
        <a:ext cx="2550888" cy="777710"/>
      </dsp:txXfrm>
    </dsp:sp>
    <dsp:sp modelId="{E8D2105A-5421-473B-835F-F6E08D9D2D9B}">
      <dsp:nvSpPr>
        <dsp:cNvPr id="9" name="矩形 8"/>
        <dsp:cNvSpPr/>
      </dsp:nvSpPr>
      <dsp:spPr bwMode="white">
        <a:xfrm>
          <a:off x="2330775" y="2629887"/>
          <a:ext cx="2550888" cy="777710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0320" tIns="20320" rIns="20320" bIns="203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ym typeface="+mn-ea"/>
            </a:rPr>
            <a:t>函数公式应用</a:t>
          </a:r>
          <a:endParaRPr lang="zh-CN" altLang="en-US"/>
        </a:p>
      </dsp:txBody>
      <dsp:txXfrm>
        <a:off x="2330775" y="2629887"/>
        <a:ext cx="2550888" cy="7777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9130553" cy="6293223"/>
        <a:chOff x="0" y="0"/>
        <a:chExt cx="9130553" cy="6293223"/>
      </a:xfrm>
    </dsp:grpSpPr>
    <dsp:sp modelId="{E8387F02-6573-48B9-A52B-277FD15E18C6}">
      <dsp:nvSpPr>
        <dsp:cNvPr id="5" name="任意多边形 4"/>
        <dsp:cNvSpPr/>
      </dsp:nvSpPr>
      <dsp:spPr bwMode="white">
        <a:xfrm>
          <a:off x="2285396" y="942099"/>
          <a:ext cx="2279880" cy="1733463"/>
        </a:xfrm>
        <a:custGeom>
          <a:avLst/>
          <a:gdLst/>
          <a:ahLst/>
          <a:cxnLst/>
          <a:pathLst>
            <a:path w="3590" h="2730">
              <a:moveTo>
                <a:pt x="3590" y="0"/>
              </a:moveTo>
              <a:lnTo>
                <a:pt x="3590" y="2418"/>
              </a:lnTo>
              <a:lnTo>
                <a:pt x="0" y="2418"/>
              </a:lnTo>
              <a:lnTo>
                <a:pt x="0" y="2730"/>
              </a:lnTo>
            </a:path>
          </a:pathLst>
        </a:custGeom>
      </dsp:spPr>
      <dsp:style>
        <a:lnRef idx="2">
          <a:schemeClr val="accent2"/>
        </a:lnRef>
        <a:fillRef idx="0">
          <a:schemeClr val="accent3">
            <a:tint val="90000"/>
          </a:schemeClr>
        </a:fillRef>
        <a:effectRef idx="0">
          <a:scrgbClr r="0" g="0" b="0"/>
        </a:effectRef>
        <a:fontRef idx="minor"/>
      </dsp:style>
      <dsp:txXfrm>
        <a:off x="2285396" y="942099"/>
        <a:ext cx="2279880" cy="1733463"/>
      </dsp:txXfrm>
    </dsp:sp>
    <dsp:sp modelId="{924F8202-36F7-48DA-B5BE-3449AC81BD33}">
      <dsp:nvSpPr>
        <dsp:cNvPr id="8" name="任意多边形 7"/>
        <dsp:cNvSpPr/>
      </dsp:nvSpPr>
      <dsp:spPr bwMode="white">
        <a:xfrm>
          <a:off x="1531717" y="3617661"/>
          <a:ext cx="735384" cy="818336"/>
        </a:xfrm>
        <a:custGeom>
          <a:avLst/>
          <a:gdLst/>
          <a:ahLst/>
          <a:cxnLst/>
          <a:pathLst>
            <a:path w="1158" h="1289">
              <a:moveTo>
                <a:pt x="0" y="0"/>
              </a:moveTo>
              <a:lnTo>
                <a:pt x="0" y="1289"/>
              </a:lnTo>
              <a:lnTo>
                <a:pt x="1158" y="1289"/>
              </a:lnTo>
            </a:path>
          </a:pathLst>
        </a:custGeom>
      </dsp:spPr>
      <dsp:style>
        <a:lnRef idx="2">
          <a:schemeClr val="accent3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Xfrm>
        <a:off x="1531717" y="3617661"/>
        <a:ext cx="735384" cy="818336"/>
      </dsp:txXfrm>
    </dsp:sp>
    <dsp:sp modelId="{D40C7DB9-09F7-439A-A62A-8B377DFBB398}">
      <dsp:nvSpPr>
        <dsp:cNvPr id="11" name="任意多边形 10"/>
        <dsp:cNvSpPr/>
      </dsp:nvSpPr>
      <dsp:spPr bwMode="white">
        <a:xfrm>
          <a:off x="1531717" y="3617661"/>
          <a:ext cx="3406367" cy="846778"/>
        </a:xfrm>
        <a:custGeom>
          <a:avLst/>
          <a:gdLst/>
          <a:ahLst/>
          <a:cxnLst/>
          <a:pathLst>
            <a:path w="5364" h="1334">
              <a:moveTo>
                <a:pt x="0" y="0"/>
              </a:moveTo>
              <a:lnTo>
                <a:pt x="0" y="1334"/>
              </a:lnTo>
              <a:lnTo>
                <a:pt x="5364" y="1334"/>
              </a:lnTo>
            </a:path>
          </a:pathLst>
        </a:custGeom>
      </dsp:spPr>
      <dsp:style>
        <a:lnRef idx="2">
          <a:schemeClr val="accent3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Xfrm>
        <a:off x="1531717" y="3617661"/>
        <a:ext cx="3406367" cy="846778"/>
      </dsp:txXfrm>
    </dsp:sp>
    <dsp:sp modelId="{2F0EA0BA-2375-4B4D-9EAB-7BC146637F04}">
      <dsp:nvSpPr>
        <dsp:cNvPr id="14" name="任意多边形 13"/>
        <dsp:cNvSpPr/>
      </dsp:nvSpPr>
      <dsp:spPr bwMode="white">
        <a:xfrm>
          <a:off x="4565277" y="942099"/>
          <a:ext cx="0" cy="1733463"/>
        </a:xfrm>
        <a:custGeom>
          <a:avLst/>
          <a:gdLst/>
          <a:ahLst/>
          <a:cxnLst/>
          <a:pathLst>
            <a:path h="2730">
              <a:moveTo>
                <a:pt x="0" y="0"/>
              </a:moveTo>
              <a:lnTo>
                <a:pt x="0" y="2730"/>
              </a:lnTo>
            </a:path>
          </a:pathLst>
        </a:custGeom>
      </dsp:spPr>
      <dsp:style>
        <a:lnRef idx="2">
          <a:schemeClr val="accent2"/>
        </a:lnRef>
        <a:fillRef idx="0">
          <a:schemeClr val="accent3">
            <a:tint val="90000"/>
          </a:schemeClr>
        </a:fillRef>
        <a:effectRef idx="0">
          <a:scrgbClr r="0" g="0" b="0"/>
        </a:effectRef>
        <a:fontRef idx="minor"/>
      </dsp:style>
      <dsp:txXfrm>
        <a:off x="4565277" y="942099"/>
        <a:ext cx="0" cy="1733463"/>
      </dsp:txXfrm>
    </dsp:sp>
    <dsp:sp modelId="{60CC65CC-6A86-4FCE-B826-8B4E64DB5638}">
      <dsp:nvSpPr>
        <dsp:cNvPr id="17" name="任意多边形 16"/>
        <dsp:cNvSpPr/>
      </dsp:nvSpPr>
      <dsp:spPr bwMode="white">
        <a:xfrm>
          <a:off x="4565277" y="942099"/>
          <a:ext cx="2279880" cy="1733463"/>
        </a:xfrm>
        <a:custGeom>
          <a:avLst/>
          <a:gdLst/>
          <a:ahLst/>
          <a:cxnLst/>
          <a:pathLst>
            <a:path w="3590" h="2730">
              <a:moveTo>
                <a:pt x="0" y="0"/>
              </a:moveTo>
              <a:lnTo>
                <a:pt x="0" y="2418"/>
              </a:lnTo>
              <a:lnTo>
                <a:pt x="3590" y="2418"/>
              </a:lnTo>
              <a:lnTo>
                <a:pt x="3590" y="2730"/>
              </a:lnTo>
            </a:path>
          </a:pathLst>
        </a:custGeom>
      </dsp:spPr>
      <dsp:style>
        <a:lnRef idx="2">
          <a:schemeClr val="accent2"/>
        </a:lnRef>
        <a:fillRef idx="0">
          <a:schemeClr val="accent3">
            <a:tint val="90000"/>
          </a:schemeClr>
        </a:fillRef>
        <a:effectRef idx="0">
          <a:scrgbClr r="0" g="0" b="0"/>
        </a:effectRef>
        <a:fontRef idx="minor"/>
      </dsp:style>
      <dsp:txXfrm>
        <a:off x="4565277" y="942099"/>
        <a:ext cx="2279880" cy="1733463"/>
      </dsp:txXfrm>
    </dsp:sp>
    <dsp:sp modelId="{16050B7F-D584-430A-AF2C-2DFD095655F3}">
      <dsp:nvSpPr>
        <dsp:cNvPr id="20" name="任意多边形 19"/>
        <dsp:cNvSpPr/>
      </dsp:nvSpPr>
      <dsp:spPr bwMode="white">
        <a:xfrm>
          <a:off x="4367436" y="942099"/>
          <a:ext cx="197841" cy="866731"/>
        </a:xfrm>
        <a:custGeom>
          <a:avLst/>
          <a:gdLst/>
          <a:ahLst/>
          <a:cxnLst/>
          <a:pathLst>
            <a:path w="312" h="1365">
              <a:moveTo>
                <a:pt x="312" y="0"/>
              </a:moveTo>
              <a:lnTo>
                <a:pt x="312" y="1365"/>
              </a:lnTo>
              <a:lnTo>
                <a:pt x="0" y="1365"/>
              </a:lnTo>
            </a:path>
          </a:pathLst>
        </a:custGeom>
      </dsp:spPr>
      <dsp:style>
        <a:lnRef idx="2">
          <a:schemeClr val="accent2"/>
        </a:lnRef>
        <a:fillRef idx="0">
          <a:schemeClr val="accent3">
            <a:tint val="90000"/>
          </a:schemeClr>
        </a:fillRef>
        <a:effectRef idx="0">
          <a:scrgbClr r="0" g="0" b="0"/>
        </a:effectRef>
        <a:fontRef idx="minor"/>
      </dsp:style>
      <dsp:txXfrm>
        <a:off x="4367436" y="942099"/>
        <a:ext cx="197841" cy="866731"/>
      </dsp:txXfrm>
    </dsp:sp>
    <dsp:sp modelId="{2298D3CB-F7ED-4C3E-8243-094537CCF9BF}">
      <dsp:nvSpPr>
        <dsp:cNvPr id="3" name="矩形 2"/>
        <dsp:cNvSpPr/>
      </dsp:nvSpPr>
      <dsp:spPr bwMode="white">
        <a:xfrm>
          <a:off x="3623177" y="0"/>
          <a:ext cx="1884199" cy="942099"/>
        </a:xfrm>
        <a:prstGeom prst="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22860" tIns="22860" rIns="22860" bIns="2286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培训校长</a:t>
          </a:r>
          <a:endParaRPr lang="zh-CN" altLang="en-US" dirty="0"/>
        </a:p>
      </dsp:txBody>
      <dsp:txXfrm>
        <a:off x="3623177" y="0"/>
        <a:ext cx="1884199" cy="942099"/>
      </dsp:txXfrm>
    </dsp:sp>
    <dsp:sp modelId="{EC2A8B42-7028-46CE-B17B-001B4DA86F03}">
      <dsp:nvSpPr>
        <dsp:cNvPr id="6" name="矩形 5"/>
        <dsp:cNvSpPr/>
      </dsp:nvSpPr>
      <dsp:spPr bwMode="white">
        <a:xfrm>
          <a:off x="1343297" y="2675562"/>
          <a:ext cx="1884199" cy="942099"/>
        </a:xfrm>
        <a:prstGeom prst="rect">
          <a:avLst/>
        </a:prstGeom>
      </dsp:spPr>
      <dsp:style>
        <a:lnRef idx="3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22860" tIns="22860" rIns="22860" bIns="2286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mtClean="0"/>
            <a:t>教务主任</a:t>
          </a:r>
          <a:endParaRPr lang="zh-CN" altLang="en-US" dirty="0"/>
        </a:p>
      </dsp:txBody>
      <dsp:txXfrm>
        <a:off x="1343297" y="2675562"/>
        <a:ext cx="1884199" cy="942099"/>
      </dsp:txXfrm>
    </dsp:sp>
    <dsp:sp modelId="{07B45AE3-9330-4542-839A-321F012C54F6}">
      <dsp:nvSpPr>
        <dsp:cNvPr id="9" name="矩形 8"/>
        <dsp:cNvSpPr/>
      </dsp:nvSpPr>
      <dsp:spPr bwMode="white">
        <a:xfrm>
          <a:off x="2267101" y="3964947"/>
          <a:ext cx="1884199" cy="942099"/>
        </a:xfrm>
        <a:prstGeom prst="rect">
          <a:avLst/>
        </a:prstGeom>
      </dsp:spPr>
      <dsp:style>
        <a:lnRef idx="3">
          <a:schemeClr val="lt1"/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22860" tIns="22860" rIns="22860" bIns="2286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软件教师</a:t>
          </a:r>
          <a:endParaRPr lang="zh-CN" altLang="en-US" dirty="0"/>
        </a:p>
      </dsp:txBody>
      <dsp:txXfrm>
        <a:off x="2267101" y="3964947"/>
        <a:ext cx="1884199" cy="942099"/>
      </dsp:txXfrm>
    </dsp:sp>
    <dsp:sp modelId="{1F831609-6EC6-43E3-B849-383A28CB012B}">
      <dsp:nvSpPr>
        <dsp:cNvPr id="12" name="矩形 11"/>
        <dsp:cNvSpPr/>
      </dsp:nvSpPr>
      <dsp:spPr bwMode="white">
        <a:xfrm>
          <a:off x="4938084" y="3993389"/>
          <a:ext cx="1884199" cy="942099"/>
        </a:xfrm>
        <a:prstGeom prst="rect">
          <a:avLst/>
        </a:prstGeom>
      </dsp:spPr>
      <dsp:style>
        <a:lnRef idx="3">
          <a:schemeClr val="lt1"/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22860" tIns="22860" rIns="22860" bIns="2286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办公教师</a:t>
          </a:r>
          <a:endParaRPr lang="zh-CN" altLang="en-US" dirty="0"/>
        </a:p>
      </dsp:txBody>
      <dsp:txXfrm>
        <a:off x="4938084" y="3993389"/>
        <a:ext cx="1884199" cy="942099"/>
      </dsp:txXfrm>
    </dsp:sp>
    <dsp:sp modelId="{3D588FF2-5A31-4250-88A3-A30281514B3B}">
      <dsp:nvSpPr>
        <dsp:cNvPr id="15" name="矩形 14"/>
        <dsp:cNvSpPr/>
      </dsp:nvSpPr>
      <dsp:spPr bwMode="white">
        <a:xfrm>
          <a:off x="3623177" y="2675562"/>
          <a:ext cx="1884199" cy="942099"/>
        </a:xfrm>
        <a:prstGeom prst="rect">
          <a:avLst/>
        </a:prstGeom>
      </dsp:spPr>
      <dsp:style>
        <a:lnRef idx="3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22860" tIns="22860" rIns="22860" bIns="2286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总务主任</a:t>
          </a:r>
          <a:endParaRPr lang="zh-CN" altLang="en-US" dirty="0"/>
        </a:p>
      </dsp:txBody>
      <dsp:txXfrm>
        <a:off x="3623177" y="2675562"/>
        <a:ext cx="1884199" cy="942099"/>
      </dsp:txXfrm>
    </dsp:sp>
    <dsp:sp modelId="{D2F3D948-3C4E-4AD4-94A7-A207B03BB862}">
      <dsp:nvSpPr>
        <dsp:cNvPr id="18" name="矩形 17"/>
        <dsp:cNvSpPr/>
      </dsp:nvSpPr>
      <dsp:spPr bwMode="white">
        <a:xfrm>
          <a:off x="5903057" y="2675562"/>
          <a:ext cx="1884199" cy="942099"/>
        </a:xfrm>
        <a:prstGeom prst="rect">
          <a:avLst/>
        </a:prstGeom>
      </dsp:spPr>
      <dsp:style>
        <a:lnRef idx="3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22860" tIns="22860" rIns="22860" bIns="2286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行政主任</a:t>
          </a:r>
          <a:endParaRPr lang="zh-CN" altLang="en-US" dirty="0"/>
        </a:p>
      </dsp:txBody>
      <dsp:txXfrm>
        <a:off x="5903057" y="2675562"/>
        <a:ext cx="1884199" cy="942099"/>
      </dsp:txXfrm>
    </dsp:sp>
    <dsp:sp modelId="{E3F9E359-7430-41E7-BCAF-9136D173F0B3}">
      <dsp:nvSpPr>
        <dsp:cNvPr id="21" name="矩形 20"/>
        <dsp:cNvSpPr/>
      </dsp:nvSpPr>
      <dsp:spPr bwMode="white">
        <a:xfrm>
          <a:off x="2483237" y="1337781"/>
          <a:ext cx="1884199" cy="942099"/>
        </a:xfrm>
        <a:prstGeom prst="rect">
          <a:avLst/>
        </a:prstGeom>
      </dsp:spPr>
      <dsp:style>
        <a:lnRef idx="3">
          <a:schemeClr val="lt1"/>
        </a:lnRef>
        <a:fillRef idx="1">
          <a:schemeClr val="accent2"/>
        </a:fillRef>
        <a:effectRef idx="1">
          <a:scrgbClr r="0" g="0" b="0"/>
        </a:effectRef>
        <a:fontRef idx="minor">
          <a:schemeClr val="lt1"/>
        </a:fontRef>
      </dsp:style>
      <dsp:txBody>
        <a:bodyPr lIns="22860" tIns="22860" rIns="22860" bIns="2286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校长助理</a:t>
          </a:r>
          <a:endParaRPr lang="zh-CN" altLang="en-US" dirty="0"/>
        </a:p>
      </dsp:txBody>
      <dsp:txXfrm>
        <a:off x="2483237" y="1337781"/>
        <a:ext cx="1884199" cy="942099"/>
      </dsp:txXfrm>
    </dsp:sp>
    <dsp:sp modelId="{58F0447D-8A5C-4536-8361-5B6EC680CA48}">
      <dsp:nvSpPr>
        <dsp:cNvPr id="4" name="矩形 3" hidden="1"/>
        <dsp:cNvSpPr/>
      </dsp:nvSpPr>
      <dsp:spPr>
        <a:xfrm>
          <a:off x="3623177" y="0"/>
          <a:ext cx="376840" cy="942099"/>
        </a:xfrm>
        <a:prstGeom prst="rect">
          <a:avLst/>
        </a:prstGeom>
      </dsp:spPr>
      <dsp:txXfrm>
        <a:off x="3623177" y="0"/>
        <a:ext cx="376840" cy="942099"/>
      </dsp:txXfrm>
    </dsp:sp>
    <dsp:sp modelId="{60E54C55-2078-4058-AB39-E788AB48CF46}">
      <dsp:nvSpPr>
        <dsp:cNvPr id="7" name="矩形 6" hidden="1"/>
        <dsp:cNvSpPr/>
      </dsp:nvSpPr>
      <dsp:spPr>
        <a:xfrm>
          <a:off x="1343297" y="2675562"/>
          <a:ext cx="376840" cy="942099"/>
        </a:xfrm>
        <a:prstGeom prst="rect">
          <a:avLst/>
        </a:prstGeom>
      </dsp:spPr>
      <dsp:txXfrm>
        <a:off x="1343297" y="2675562"/>
        <a:ext cx="376840" cy="942099"/>
      </dsp:txXfrm>
    </dsp:sp>
    <dsp:sp modelId="{1EBF58E9-6D4C-404D-B10A-5DF40BA34F99}">
      <dsp:nvSpPr>
        <dsp:cNvPr id="10" name="矩形 9" hidden="1"/>
        <dsp:cNvSpPr/>
      </dsp:nvSpPr>
      <dsp:spPr>
        <a:xfrm>
          <a:off x="3774460" y="3964947"/>
          <a:ext cx="376840" cy="942099"/>
        </a:xfrm>
        <a:prstGeom prst="rect">
          <a:avLst/>
        </a:prstGeom>
      </dsp:spPr>
      <dsp:txXfrm>
        <a:off x="3774460" y="3964947"/>
        <a:ext cx="376840" cy="942099"/>
      </dsp:txXfrm>
    </dsp:sp>
    <dsp:sp modelId="{BCD877CF-2B3C-4352-89DD-786967941771}">
      <dsp:nvSpPr>
        <dsp:cNvPr id="13" name="矩形 12" hidden="1"/>
        <dsp:cNvSpPr/>
      </dsp:nvSpPr>
      <dsp:spPr>
        <a:xfrm>
          <a:off x="4938084" y="3993389"/>
          <a:ext cx="376840" cy="942099"/>
        </a:xfrm>
        <a:prstGeom prst="rect">
          <a:avLst/>
        </a:prstGeom>
      </dsp:spPr>
      <dsp:txXfrm>
        <a:off x="4938084" y="3993389"/>
        <a:ext cx="376840" cy="942099"/>
      </dsp:txXfrm>
    </dsp:sp>
    <dsp:sp modelId="{4A78E220-6AFC-42F2-B67E-9D0998A4EDE9}">
      <dsp:nvSpPr>
        <dsp:cNvPr id="16" name="矩形 15" hidden="1"/>
        <dsp:cNvSpPr/>
      </dsp:nvSpPr>
      <dsp:spPr>
        <a:xfrm>
          <a:off x="3623177" y="2675562"/>
          <a:ext cx="376840" cy="942099"/>
        </a:xfrm>
        <a:prstGeom prst="rect">
          <a:avLst/>
        </a:prstGeom>
      </dsp:spPr>
      <dsp:txXfrm>
        <a:off x="3623177" y="2675562"/>
        <a:ext cx="376840" cy="942099"/>
      </dsp:txXfrm>
    </dsp:sp>
    <dsp:sp modelId="{0CB2ABB5-AC0E-40CB-88AF-CFBE246399AA}">
      <dsp:nvSpPr>
        <dsp:cNvPr id="19" name="矩形 18" hidden="1"/>
        <dsp:cNvSpPr/>
      </dsp:nvSpPr>
      <dsp:spPr>
        <a:xfrm>
          <a:off x="5903057" y="2675562"/>
          <a:ext cx="376840" cy="942099"/>
        </a:xfrm>
        <a:prstGeom prst="rect">
          <a:avLst/>
        </a:prstGeom>
      </dsp:spPr>
      <dsp:txXfrm>
        <a:off x="5903057" y="2675562"/>
        <a:ext cx="376840" cy="942099"/>
      </dsp:txXfrm>
    </dsp:sp>
    <dsp:sp modelId="{1DB760C9-DE39-4FA9-859E-95D50A7CDB29}">
      <dsp:nvSpPr>
        <dsp:cNvPr id="22" name="矩形 21" hidden="1"/>
        <dsp:cNvSpPr/>
      </dsp:nvSpPr>
      <dsp:spPr>
        <a:xfrm>
          <a:off x="2483237" y="1337781"/>
          <a:ext cx="376840" cy="942099"/>
        </a:xfrm>
        <a:prstGeom prst="rect">
          <a:avLst/>
        </a:prstGeom>
      </dsp:spPr>
      <dsp:txXfrm>
        <a:off x="2483237" y="1337781"/>
        <a:ext cx="376840" cy="942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type="rect" r:blip="" rot="270">
                  <dgm:adjLst/>
                </dgm:shape>
              </dgm:if>
              <dgm:else name="Name11">
                <dgm:shape xmlns:r="http://schemas.openxmlformats.org/officeDocument/2006/relationships" type="rect" r:blip="" rot="90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R"/>
                        <dgm:param type="endPts" val="midL"/>
                      </dgm:alg>
                    </dgm:if>
                    <dgm:else name="Name1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96686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76401"/>
            <a:ext cx="103632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214686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2" name="wind.wav"/>
          </p:stSnd>
        </p:sndAc>
      </p:transition>
    </mc:Choice>
    <mc:Fallback>
      <p:transition spd="slow">
        <p:newsflash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7536" y="6400800"/>
            <a:ext cx="4267200" cy="283800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107936" y="6400800"/>
            <a:ext cx="4978400" cy="283800"/>
          </a:xfrm>
        </p:spPr>
        <p:txBody>
          <a:bodyPr/>
          <a:lstStyle/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2" name="wind.wav"/>
          </p:stSnd>
        </p:sndAc>
      </p:transition>
    </mc:Choice>
    <mc:Fallback>
      <p:transition spd="slow">
        <p:newsflash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43248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3143249"/>
            <a:ext cx="103632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1643062"/>
            <a:ext cx="103632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2" name="wind.wav"/>
          </p:stSnd>
        </p:sndAc>
      </p:transition>
    </mc:Choice>
    <mc:Fallback>
      <p:transition spd="slow">
        <p:newsflash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2" name="wind.wav"/>
          </p:stSnd>
        </p:sndAc>
      </p:transition>
    </mc:Choice>
    <mc:Fallback>
      <p:transition spd="slow">
        <p:newsflash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2" name="wind.wav"/>
          </p:stSnd>
        </p:sndAc>
      </p:transition>
    </mc:Choice>
    <mc:Fallback>
      <p:transition spd="slow">
        <p:newsflash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2" name="wind.wav"/>
          </p:stSnd>
        </p:sndAc>
      </p:transition>
    </mc:Choice>
    <mc:Fallback>
      <p:transition spd="slow">
        <p:newsflash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2" name="wind.wav"/>
          </p:stSnd>
        </p:sndAc>
      </p:transition>
    </mc:Choice>
    <mc:Fallback>
      <p:transition spd="slow">
        <p:newsflash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714733" y="1053546"/>
            <a:ext cx="7872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4734" y="228600"/>
            <a:ext cx="7867669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4733" y="1142984"/>
            <a:ext cx="7867667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7" y="1142984"/>
            <a:ext cx="3009877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2" name="wind.wav"/>
          </p:stSnd>
        </p:sndAc>
      </p:transition>
    </mc:Choice>
    <mc:Fallback>
      <p:transition spd="slow">
        <p:newsflash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04800"/>
            <a:ext cx="85344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35403" y="1143000"/>
            <a:ext cx="9630997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600" y="5410200"/>
            <a:ext cx="7543851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2" name="wind.wav"/>
          </p:stSnd>
        </p:sndAc>
      </p:transition>
    </mc:Choice>
    <mc:Fallback>
      <p:transition spd="slow">
        <p:newsflash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2" name="wind.wav"/>
          </p:stSnd>
        </p:sndAc>
      </p:transition>
    </mc:Choice>
    <mc:Fallback>
      <p:transition spd="slow">
        <p:newsflash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20275" y="274638"/>
            <a:ext cx="1962125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915424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2" name="wind.wav"/>
          </p:stSnd>
        </p:sndAc>
      </p:transition>
    </mc:Choice>
    <mc:Fallback>
      <p:transition spd="slow">
        <p:newsflash/>
        <p:sndAc>
          <p:stSnd>
            <p:snd r:embed="rId2" name="wind.wav"/>
          </p:stSnd>
        </p:sndAc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audio" Target="../media/audio1.wav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1600" y="6400800"/>
            <a:ext cx="42672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112000" y="6400800"/>
            <a:ext cx="49784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486400" y="6400800"/>
            <a:ext cx="12192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12" name="wind.wav"/>
          </p:stSnd>
        </p:sndAc>
      </p:transition>
    </mc:Choice>
    <mc:Fallback>
      <p:transition spd="slow">
        <p:newsflash/>
        <p:sndAc>
          <p:stSnd>
            <p:snd r:embed="rId12" name="wind.wav"/>
          </p:stSnd>
        </p:sndAc>
      </p:transition>
    </mc:Fallback>
  </mc:AlternateContent>
  <p:hf hdr="0" dt="0"/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6600" dirty="0" smtClean="0">
                <a:solidFill>
                  <a:srgbClr val="00B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Excel 2010 </a:t>
            </a:r>
            <a:r>
              <a:rPr lang="zh-CN" altLang="en-US" sz="6600" dirty="0" smtClean="0">
                <a:solidFill>
                  <a:srgbClr val="00B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培训教程</a:t>
            </a:r>
            <a:endParaRPr lang="zh-CN" altLang="en-US" sz="6600" dirty="0" smtClean="0">
              <a:solidFill>
                <a:srgbClr val="00B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rgbClr val="7030A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dirty="0" smtClean="0"/>
              <a:t>课程介绍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7030A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dirty="0" smtClean="0"/>
              <a:t>课程安排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7030A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dirty="0" smtClean="0"/>
              <a:t>学员参加工作情况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7030A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dirty="0" smtClean="0"/>
              <a:t>学校员工组织结构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培训教程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1" name="wind.wav"/>
          </p:stSnd>
        </p:sndAc>
      </p:transition>
    </mc:Choice>
    <mc:Fallback>
      <p:transition spd="slow">
        <p:newsflash/>
        <p:sndAc>
          <p:stSnd>
            <p:snd r:embed="rId1" name="wind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rgbClr val="00B0F0"/>
              </a:buClr>
              <a:buSzPct val="100000"/>
            </a:pPr>
            <a:r>
              <a:rPr lang="zh-CN" altLang="en-US" dirty="0" smtClean="0"/>
              <a:t>基本功能介绍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00B0F0"/>
              </a:buClr>
              <a:buSzPct val="100000"/>
            </a:pPr>
            <a:r>
              <a:rPr lang="zh-CN" altLang="en-US" dirty="0" smtClean="0"/>
              <a:t>数据图表制作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00B0F0"/>
              </a:buClr>
              <a:buSzPct val="100000"/>
            </a:pPr>
            <a:r>
              <a:rPr lang="zh-CN" altLang="en-US" dirty="0" smtClean="0"/>
              <a:t>函数公式应用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培训教程</a:t>
            </a:r>
            <a:endParaRPr lang="zh-CN" altLang="en-US"/>
          </a:p>
        </p:txBody>
      </p:sp>
      <p:graphicFrame>
        <p:nvGraphicFramePr>
          <p:cNvPr id="7" name="图示 6"/>
          <p:cNvGraphicFramePr/>
          <p:nvPr/>
        </p:nvGraphicFramePr>
        <p:xfrm>
          <a:off x="5155565" y="1789430"/>
          <a:ext cx="5924550" cy="4093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6" name="wind.wav"/>
          </p:stSnd>
        </p:sndAc>
      </p:transition>
    </mc:Choice>
    <mc:Fallback>
      <p:transition spd="slow">
        <p:newsflash/>
        <p:sndAc>
          <p:stSnd>
            <p:snd r:embed="rId6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课程安排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072339" y="2030506"/>
          <a:ext cx="8187766" cy="3186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3883"/>
                <a:gridCol w="4093883"/>
              </a:tblGrid>
              <a:tr h="910615">
                <a:tc>
                  <a:txBody>
                    <a:bodyPr/>
                    <a:lstStyle/>
                    <a:p>
                      <a:r>
                        <a:rPr lang="zh-CN" altLang="en-US" sz="3200" dirty="0" smtClean="0"/>
                        <a:t>授课内容</a:t>
                      </a:r>
                      <a:endParaRPr lang="zh-CN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dirty="0" smtClean="0"/>
                        <a:t>课时安排（小时）</a:t>
                      </a:r>
                      <a:endParaRPr lang="zh-CN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779">
                <a:tc>
                  <a:txBody>
                    <a:bodyPr/>
                    <a:lstStyle/>
                    <a:p>
                      <a:r>
                        <a:rPr lang="zh-CN" altLang="en-US" sz="2800" dirty="0" smtClean="0"/>
                        <a:t>基本功能介绍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 smtClean="0"/>
                        <a:t>10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779">
                <a:tc>
                  <a:txBody>
                    <a:bodyPr/>
                    <a:lstStyle/>
                    <a:p>
                      <a:r>
                        <a:rPr lang="zh-CN" altLang="en-US" sz="2800" dirty="0" smtClean="0"/>
                        <a:t>数据图表制作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 smtClean="0"/>
                        <a:t>16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779">
                <a:tc>
                  <a:txBody>
                    <a:bodyPr/>
                    <a:lstStyle/>
                    <a:p>
                      <a:r>
                        <a:rPr lang="zh-CN" altLang="en-US" sz="2800" dirty="0" smtClean="0"/>
                        <a:t>函数公式应用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 smtClean="0"/>
                        <a:t>18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培训教程</a:t>
            </a:r>
            <a:endParaRPr lang="zh-CN" altLang="en-US"/>
          </a:p>
        </p:txBody>
      </p:sp>
      <p:sp>
        <p:nvSpPr>
          <p:cNvPr id="5" name="左箭头 4">
            <a:hlinkClick r:id="" tooltip="" action="ppaction://hlinkshowjump?jump=previousslide"/>
          </p:cNvPr>
          <p:cNvSpPr/>
          <p:nvPr/>
        </p:nvSpPr>
        <p:spPr>
          <a:xfrm>
            <a:off x="8980805" y="5614670"/>
            <a:ext cx="720000" cy="720000"/>
          </a:xfrm>
          <a:prstGeom prst="lef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右箭头 6">
            <a:hlinkClick r:id="" tooltip="" action="ppaction://hlinkshowjump?jump=nextslide"/>
          </p:cNvPr>
          <p:cNvSpPr/>
          <p:nvPr/>
        </p:nvSpPr>
        <p:spPr>
          <a:xfrm>
            <a:off x="10701020" y="5614670"/>
            <a:ext cx="720000" cy="720000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1" name="wind.wav"/>
          </p:stSnd>
        </p:sndAc>
      </p:transition>
    </mc:Choice>
    <mc:Fallback>
      <p:transition spd="slow">
        <p:newsflash/>
        <p:sndAc>
          <p:stSnd>
            <p:snd r:embed="rId1" name="wind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学员参加工作情况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331259" y="1600200"/>
          <a:ext cx="9529482" cy="3738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培训教程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2" name="wind.wav"/>
          </p:stSnd>
        </p:sndAc>
      </p:transition>
    </mc:Choice>
    <mc:Fallback>
      <p:transition spd="slow">
        <p:newsflash/>
        <p:sndAc>
          <p:stSnd>
            <p:snd r:embed="rId2" name="wind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学校员工组织结构</a:t>
            </a:r>
            <a:endParaRPr lang="zh-CN" altLang="en-US" dirty="0"/>
          </a:p>
        </p:txBody>
      </p:sp>
      <p:graphicFrame>
        <p:nvGraphicFramePr>
          <p:cNvPr id="5" name="图示 4"/>
          <p:cNvGraphicFramePr/>
          <p:nvPr/>
        </p:nvGraphicFramePr>
        <p:xfrm>
          <a:off x="1530724" y="1627094"/>
          <a:ext cx="9130553" cy="6293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培训教程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  <p:sndAc>
          <p:stSnd>
            <p:snd r:embed="rId6" name="wind.wav"/>
          </p:stSnd>
        </p:sndAc>
      </p:transition>
    </mc:Choice>
    <mc:Fallback>
      <p:transition spd="slow">
        <p:newsflash/>
        <p:sndAc>
          <p:stSnd>
            <p:snd r:embed="rId6" name="wind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PP_MARK_KEY" val="acf68bb1-9957-4ffc-ab62-f200db9de119"/>
  <p:tag name="COMMONDATA" val="eyJoZGlkIjoiM2Q2NDY3ODBmZDEyZTZiNTFiOWYyZGE1YmNkNTA1NzM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0</TotalTime>
  <Words>142</Words>
  <Application>WPS 演示</Application>
  <PresentationFormat>自定义</PresentationFormat>
  <Paragraphs>55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Wingdings 2</vt:lpstr>
      <vt:lpstr>Wingdings</vt:lpstr>
      <vt:lpstr>Arial</vt:lpstr>
      <vt:lpstr>Franklin Gothic Book</vt:lpstr>
      <vt:lpstr>Franklin Gothic Medium</vt:lpstr>
      <vt:lpstr>微软雅黑</vt:lpstr>
      <vt:lpstr>黑体</vt:lpstr>
      <vt:lpstr>Arial Unicode MS</vt:lpstr>
      <vt:lpstr>Calibri</vt:lpstr>
      <vt:lpstr>新宋体</vt:lpstr>
      <vt:lpstr>楷体</vt:lpstr>
      <vt:lpstr>暗香扑面</vt:lpstr>
      <vt:lpstr>Excel 2010 培训教程</vt:lpstr>
      <vt:lpstr>课程介绍</vt:lpstr>
      <vt:lpstr>课程安排</vt:lpstr>
      <vt:lpstr>学员参加工作情况</vt:lpstr>
      <vt:lpstr>学校员工组织结构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2010 培训教程</dc:title>
  <dc:creator>Administrator</dc:creator>
  <cp:lastModifiedBy>zy</cp:lastModifiedBy>
  <cp:revision>7</cp:revision>
  <dcterms:created xsi:type="dcterms:W3CDTF">2020-05-15T11:14:00Z</dcterms:created>
  <dcterms:modified xsi:type="dcterms:W3CDTF">2023-10-25T03:20:52Z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C4F1DCC5614D4F9DB485F188F52E5F78_12</vt:lpwstr>
  </property>
  <property fmtid="{D5CDD505-2E9C-101B-9397-08002B2CF9AE}" pid="3" name="KSOProductBuildVer">
    <vt:lpwstr>2052-11.1.0.14227</vt:lpwstr>
  </property>
</Properties>
</file>