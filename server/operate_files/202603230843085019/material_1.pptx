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sldIdLst>
    <p:sldId id="256" r:id="rId3"/>
    <p:sldId id="258" r:id="rId4"/>
    <p:sldId id="262" r:id="rId5"/>
    <p:sldId id="263" r:id="rId6"/>
    <p:sldId id="259" r:id="rId7"/>
    <p:sldId id="264" r:id="rId8"/>
    <p:sldId id="265" r:id="rId9"/>
    <p:sldId id="260" r:id="rId10"/>
    <p:sldId id="266" r:id="rId11"/>
    <p:sldId id="261" r:id="rId12"/>
    <p:sldId id="267" r:id="rId13"/>
    <p:sldId id="268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2" end="12"/>
  </p:showPr>
  <p:clrMru>
    <a:srgbClr val="2F7226"/>
    <a:srgbClr val="298681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79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夏至时节，共赏夏日之美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荷花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98000" y="676800"/>
            <a:ext cx="5955665" cy="59556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200">
                <a:solidFill>
                  <a:srgbClr val="2F7226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algn="ctr">
              <a:defRPr sz="3400">
                <a:solidFill>
                  <a:srgbClr val="00B050"/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夏至时节，共赏夏日之美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夏至时节，共赏夏日之美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夏至时节，共赏夏日之美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hf hd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69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1.xml"/><Relationship Id="rId2" Type="http://schemas.openxmlformats.org/officeDocument/2006/relationships/image" Target="../media/image6.png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4.xml"/><Relationship Id="rId2" Type="http://schemas.openxmlformats.org/officeDocument/2006/relationships/image" Target="../media/image7.png"/><Relationship Id="rId1" Type="http://schemas.openxmlformats.org/officeDocument/2006/relationships/tags" Target="../tags/tag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77.xml"/><Relationship Id="rId2" Type="http://schemas.openxmlformats.org/officeDocument/2006/relationships/image" Target="../media/image8.png"/><Relationship Id="rId1" Type="http://schemas.openxmlformats.org/officeDocument/2006/relationships/tags" Target="../tags/tag7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r>
              <a:rPr lang="zh-CN" altLang="zh-CN" sz="13000">
                <a:solidFill>
                  <a:srgbClr val="29868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charset="-122"/>
                <a:ea typeface="楷体" panose="02010609060101010101" charset="-122"/>
              </a:rPr>
              <a:t>夏至</a:t>
            </a:r>
            <a:endParaRPr lang="zh-CN" altLang="zh-CN" sz="13000">
              <a:solidFill>
                <a:srgbClr val="29868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972800" y="1576800"/>
            <a:ext cx="8834400" cy="378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夏至是中国古代最早确定的节气之一。早在公元前七世纪，先人通过土圭测日影确定了夏至。古人将夏至分为三候：“一候鹿角解，二候蝉始鸣，三候半夏生。”夏至时，阳气达到顶点，但阴气已开始萌动。鹿角因阳气盛极而脱落，蝉感知阴气初生开始鸣叫，半夏这种喜阴植物也在此时生长。夏至的到来预示着盛夏的开始，人们常在此时吃凉食消暑。尽管此时阳光炽热，但阴凉正悄然孕育，提醒着人们季节的转变与自然的循环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由来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99600" y="1958400"/>
            <a:ext cx="9586800" cy="3168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夏至通常在公历6月21或22日，是二十四节气之一。“至”有三重含义：一是阴阳之气至极，阳气盛至极致，阴气开始滋生；二是表明阳气自此衰减；三是太阳直射点达最北端。《月令七十二候集解》中提到，“夏”有“假大”之意，表明万物在夏至时生长繁盛，达到鼎盛状态。这个节气体现了自然界阴阳交替、盛极而衰的规律，也提醒人们顺应自然变化，调整生活节奏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特点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特点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448000" y="1490400"/>
            <a:ext cx="6750000" cy="2552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夏至是北半球一年中白昼最长、黑夜最短的一天。夏至那天，除南极点和南极圈内的极夜地区，地球上其他地点的日出方向都从东北方开始，在西北方落下，这是地球公转和自转共同作用的结果。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  <p:pic>
        <p:nvPicPr>
          <p:cNvPr id="4" name="图片 3" descr="船"/>
          <p:cNvPicPr/>
          <p:nvPr/>
        </p:nvPicPr>
        <p:blipFill>
          <a:blip r:embed="rId1"/>
          <a:stretch>
            <a:fillRect/>
          </a:stretch>
        </p:blipFill>
        <p:spPr>
          <a:xfrm>
            <a:off x="6560820" y="3258185"/>
            <a:ext cx="3240000" cy="3600000"/>
          </a:xfrm>
          <a:prstGeom prst="rect">
            <a:avLst/>
          </a:prstGeom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图片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9575" y="2822575"/>
            <a:ext cx="4035425" cy="40354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夏至的特</a:t>
            </a:r>
            <a:r>
              <a:rPr lang="zh-CN" altLang="en-US"/>
              <a:t>点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22400" y="1486800"/>
            <a:ext cx="5947200" cy="501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夏至这一天，白昼时间达到一年中的顶峰，太阳在天空中的高度也最高。然而，此时却并非全年最炎热的时刻。原因在于，接近地面的热量仍在持续累积，尚未达到最大值。俗话说 “热在三伏”，真正的酷暑天气是依据夏至和立秋这两个节气来推算的。大致从七月中旬至八月中旬，中国各地的气温纷纷攀升至最高点，部分地区的最高气温甚至能够达到 40 度上下。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食物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7974330" y="2986405"/>
            <a:ext cx="3324225" cy="2743200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食物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06000" y="1630800"/>
            <a:ext cx="8654400" cy="3168000"/>
          </a:xfrm>
          <a:prstGeom prst="rect">
            <a:avLst/>
          </a:prstGeom>
          <a:noFill/>
          <a:ln w="50800">
            <a:solidFill>
              <a:srgbClr val="92D050"/>
            </a:solidFill>
            <a:prstDash val="dashDot"/>
          </a:ln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夏至时节，各地有吃面尝新、阳春面干汤面任选，南方馄饨寓团圆，诸暨麦饼夹菜蔬，南京豌豆糕寄吉祥；养生上，夏至蛋健胃安神，苋菜汤解暑开胃，苦瓜清热，绿豆粥清暑；时令果蔬丰富，桃子补气血，荔枝益脾，西瓜解暑，绿豆清毒，丝瓜清暑润肤，这些食物既饱含传统习俗，又具养生之效，为炎炎夏日带来清凉与健康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87200" y="1872000"/>
            <a:ext cx="1018800" cy="4413600"/>
          </a:xfrm>
        </p:spPr>
        <p:txBody>
          <a:bodyPr vert="eaVert">
            <a:normAutofit/>
          </a:bodyPr>
          <a:p>
            <a:r>
              <a:rPr lang="zh-CN" altLang="en-US"/>
              <a:t>壹</a:t>
            </a:r>
            <a:r>
              <a:rPr lang="en-US" altLang="zh-CN"/>
              <a:t>·</a:t>
            </a:r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77200" y="1314000"/>
            <a:ext cx="8384400" cy="5014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夏至，古时又称“夏节”“夏至节”。在这一天，人们把夏至当作重要的节日来看待，会精心准备祭祀活动。人们祭神祈福，希望借助神灵的力量驱散灾祸、带来丰收。《周礼·春官》记载：“以夏日至，致地方物魈”，意思是周代时，人们在夏至这天举行祭神仪式，祭祀对象是四方的鬼神，祈求消除疫病、免于荒年以及避免饥饿和死亡的威胁。《史记·封禅书》中也提到：“夏至日，祭地，皆用乐舞。”在祭祀过程中，人们会奏乐起舞，以庄重而虔诚的仪式表达对神灵的敬意，祈求神灵降福人间，保佑百姓安居乐业，度过一个平安、丰收的年景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pic>
        <p:nvPicPr>
          <p:cNvPr id="6" name="图片 5" descr="图片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74800" y="1551600"/>
            <a:ext cx="4168800" cy="3318791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夏至的</a:t>
            </a:r>
            <a:r>
              <a:rPr lang="zh-CN" altLang="en-US"/>
              <a:t>习俗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048400" y="1850400"/>
            <a:ext cx="7783200" cy="37836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20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latin typeface="仿宋" panose="02010609060101010101" charset="-122"/>
                <a:ea typeface="仿宋" panose="02010609060101010101" charset="-122"/>
              </a:rPr>
              <a:t>古人认为夏至时太阳直射北回归线，是测量物体正午影子长度的最佳时机。在一些古代的天文观测台或学宫等地，会有专门的仪器用于测量影长。人们通过测量影子的长短来验证夏至的到来，并记录相关数据用于研究天文历法等。这种习俗体现了古人的智慧和对自然规律探索的精神，也反映了夏至在古代天文学和农业生产等方面的重要地位。</a:t>
            </a:r>
            <a:endParaRPr lang="zh-CN" altLang="en-US" sz="2000"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2025-06-21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夏至时节，共赏夏日之美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blinds dir="vert"/>
      </p:transition>
    </mc:Choice>
    <mc:Fallback>
      <p:transition spd="slow">
        <p:blinds dir="vert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1366</Words>
  <Application>WPS 演示</Application>
  <PresentationFormat>宽屏</PresentationFormat>
  <Paragraphs>80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楷体</vt:lpstr>
      <vt:lpstr>仿宋</vt:lpstr>
      <vt:lpstr>微软雅黑</vt:lpstr>
      <vt:lpstr>Arial Unicode MS</vt:lpstr>
      <vt:lpstr>Calibri</vt:lpstr>
      <vt:lpstr>WPS</vt:lpstr>
      <vt:lpstr>夏至</vt:lpstr>
      <vt:lpstr>壹·夏至的由来</vt:lpstr>
      <vt:lpstr>夏至的由来</vt:lpstr>
      <vt:lpstr>夏至的由来</vt:lpstr>
      <vt:lpstr>壹·夏至的特点</vt:lpstr>
      <vt:lpstr>夏至的特点</vt:lpstr>
      <vt:lpstr>夏至的特点</vt:lpstr>
      <vt:lpstr>壹·夏至的食物</vt:lpstr>
      <vt:lpstr>夏至的食物</vt:lpstr>
      <vt:lpstr>壹·夏至的习俗</vt:lpstr>
      <vt:lpstr>夏至的习俗</vt:lpstr>
      <vt:lpstr>夏至的习俗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161</cp:revision>
  <dcterms:created xsi:type="dcterms:W3CDTF">2019-06-19T02:08:00Z</dcterms:created>
  <dcterms:modified xsi:type="dcterms:W3CDTF">2025-05-29T03:09:40Z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AB671E99AC234C0E85C4EC2EE91F65A7_11</vt:lpwstr>
  </property>
</Properties>
</file>