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69" d="100"/>
          <a:sy n="69" d="100"/>
        </p:scale>
        <p:origin x="9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26F583-2C3E-4920-9A7A-E2288184468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1701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70309E-9A41-4A7F-A07F-AAA20ECC7A6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047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3B466F-E038-4674-BC61-6553EA1EE36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1711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693D5D-EEC2-41F7-ABA4-545D93455A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4986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4BC2B5-B639-4C9C-B4B6-FD605F21E26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3423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25CCDE-1EBD-47F9-9B1B-BD87556AD40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5283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6549E9-6240-47D1-9560-0D7A13E70AE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968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76B7A9-E8DF-4918-8B99-8F8509AD9C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294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FF4FB3-C93B-48B1-8771-D5391CD5BF9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4672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CB5113-2178-4479-9E1D-B3C88BD04D4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1673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9C10D6-2491-4A69-90DA-CF7106F0847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713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EE98A12-A45D-49B6-B5ED-39F0AA33130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</a:rPr>
              <a:t>太空蔬菜</a:t>
            </a: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zh-CN" altLang="en-US">
                <a:solidFill>
                  <a:srgbClr val="000000"/>
                </a:solidFill>
              </a:rPr>
              <a:t>中国航天科技集团公司鲁先生告诉记者，这些蔬菜都是地地道道的“太空蔬菜”，“在专门的实验卫星上进行了太空育种，下来后又进行了筛选培养等多道程序，才长成今天这个样子。”这次展出的“太空蔬菜”还有黄瓜、番茄等，至于味道，“我吃过的，挺甜的，口感不错”。</a:t>
            </a:r>
            <a:endParaRPr lang="zh-CN" altLang="en-US"/>
          </a:p>
          <a:p>
            <a:pPr algn="just"/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000000"/>
                </a:solidFill>
                <a:latin typeface="宋体" pitchFamily="2" charset="-122"/>
              </a:rPr>
              <a:t>2.5</a:t>
            </a:r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公斤的茄子</a:t>
            </a: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靠近运输车的纸箱上放着硕大的</a:t>
            </a:r>
            <a:r>
              <a:rPr lang="zh-CN" altLang="en-US">
                <a:solidFill>
                  <a:srgbClr val="000000"/>
                </a:solidFill>
                <a:latin typeface="Times New Roman"/>
              </a:rPr>
              <a:t>“</a:t>
            </a:r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蔬菜</a:t>
            </a:r>
            <a:r>
              <a:rPr lang="zh-CN" altLang="en-US">
                <a:solidFill>
                  <a:srgbClr val="000000"/>
                </a:solidFill>
                <a:latin typeface="Times New Roman"/>
              </a:rPr>
              <a:t>”</a:t>
            </a:r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。征得科技展组委会同意，记者走上前去，原来是几只</a:t>
            </a:r>
            <a:r>
              <a:rPr lang="zh-CN" altLang="en-US">
                <a:solidFill>
                  <a:srgbClr val="000000"/>
                </a:solidFill>
                <a:latin typeface="Times New Roman"/>
              </a:rPr>
              <a:t>“</a:t>
            </a:r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硕大无比</a:t>
            </a:r>
            <a:r>
              <a:rPr lang="zh-CN" altLang="en-US">
                <a:solidFill>
                  <a:srgbClr val="000000"/>
                </a:solidFill>
                <a:latin typeface="Times New Roman"/>
              </a:rPr>
              <a:t>”</a:t>
            </a:r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的茄子和瓠瓜。茄子拿在手上感觉起码有</a:t>
            </a:r>
            <a:r>
              <a:rPr lang="en-US" altLang="zh-CN">
                <a:solidFill>
                  <a:srgbClr val="000000"/>
                </a:solidFill>
                <a:latin typeface="宋体" pitchFamily="2" charset="-122"/>
              </a:rPr>
              <a:t>2.5</a:t>
            </a:r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公斤，瓠瓜的个头竟有</a:t>
            </a:r>
            <a:r>
              <a:rPr lang="en-US" altLang="zh-CN">
                <a:solidFill>
                  <a:srgbClr val="000000"/>
                </a:solidFill>
                <a:latin typeface="宋体" pitchFamily="2" charset="-122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米左右高。</a:t>
            </a:r>
            <a:endParaRPr lang="zh-CN" altLang="en-US">
              <a:latin typeface="宋体" pitchFamily="2" charset="-122"/>
            </a:endParaRPr>
          </a:p>
          <a:p>
            <a:pPr algn="just"/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:\Documents and Settings\Administrator.LIU-ZAE2B0JV3F0\My Documents\My Pictures\茄子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039938"/>
            <a:ext cx="4114800" cy="277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131</Words>
  <Application>Microsoft Office PowerPoint</Application>
  <PresentationFormat>全屏显示(4:3)</PresentationFormat>
  <Paragraphs>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宋体</vt:lpstr>
      <vt:lpstr>Times New Roman</vt:lpstr>
      <vt:lpstr>默认设计模板</vt:lpstr>
      <vt:lpstr>太空蔬菜</vt:lpstr>
      <vt:lpstr>2.5公斤的茄子</vt:lpstr>
      <vt:lpstr>PowerPoint 演示文稿</vt:lpstr>
    </vt:vector>
  </TitlesOfParts>
  <Company>bit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快速发展的私人小汽车</dc:title>
  <dc:creator>liu</dc:creator>
  <cp:lastModifiedBy>Windows 用户</cp:lastModifiedBy>
  <cp:revision>5</cp:revision>
  <dcterms:created xsi:type="dcterms:W3CDTF">2005-07-07T06:04:11Z</dcterms:created>
  <dcterms:modified xsi:type="dcterms:W3CDTF">2020-03-03T06:41:04Z</dcterms:modified>
</cp:coreProperties>
</file>