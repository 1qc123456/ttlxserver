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  <p:custDataLst>
    <p:tags r:id="rId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</p:showPr>
  <p:clrMru>
    <a:srgbClr val="513D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 showGuides="1">
      <p:cViewPr varScale="1">
        <p:scale>
          <a:sx n="69" d="100"/>
          <a:sy n="69" d="100"/>
        </p:scale>
        <p:origin x="96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72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.jpe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7"/>
          <p:cNvSpPr/>
          <p:nvPr>
            <p:custDataLst>
              <p:tags r:id="rId2"/>
            </p:custDataLst>
          </p:nvPr>
        </p:nvSpPr>
        <p:spPr>
          <a:xfrm>
            <a:off x="3337322" y="5073650"/>
            <a:ext cx="1015603" cy="1784350"/>
          </a:xfrm>
          <a:custGeom>
            <a:avLst/>
            <a:gdLst>
              <a:gd name="connsiteX0" fmla="*/ 0 w 2070696"/>
              <a:gd name="connsiteY0" fmla="*/ 1785082 h 1785082"/>
              <a:gd name="connsiteX1" fmla="*/ 1035348 w 2070696"/>
              <a:gd name="connsiteY1" fmla="*/ 0 h 1785082"/>
              <a:gd name="connsiteX2" fmla="*/ 2070696 w 2070696"/>
              <a:gd name="connsiteY2" fmla="*/ 1785082 h 1785082"/>
              <a:gd name="connsiteX3" fmla="*/ 0 w 2070696"/>
              <a:gd name="connsiteY3" fmla="*/ 1785082 h 1785082"/>
              <a:gd name="connsiteX0-1" fmla="*/ 0 w 1478876"/>
              <a:gd name="connsiteY0-2" fmla="*/ 1785082 h 1785082"/>
              <a:gd name="connsiteX1-3" fmla="*/ 1035348 w 1478876"/>
              <a:gd name="connsiteY1-4" fmla="*/ 0 h 1785082"/>
              <a:gd name="connsiteX2-5" fmla="*/ 1478876 w 1478876"/>
              <a:gd name="connsiteY2-6" fmla="*/ 1785082 h 1785082"/>
              <a:gd name="connsiteX3-7" fmla="*/ 0 w 1478876"/>
              <a:gd name="connsiteY3-8" fmla="*/ 1785082 h 1785082"/>
              <a:gd name="connsiteX0-9" fmla="*/ 0 w 1699856"/>
              <a:gd name="connsiteY0-10" fmla="*/ 1785082 h 1785082"/>
              <a:gd name="connsiteX1-11" fmla="*/ 1035348 w 1699856"/>
              <a:gd name="connsiteY1-12" fmla="*/ 0 h 1785082"/>
              <a:gd name="connsiteX2-13" fmla="*/ 1699856 w 1699856"/>
              <a:gd name="connsiteY2-14" fmla="*/ 1785082 h 1785082"/>
              <a:gd name="connsiteX3-15" fmla="*/ 0 w 1699856"/>
              <a:gd name="connsiteY3-16" fmla="*/ 1785082 h 1785082"/>
              <a:gd name="connsiteX0-17" fmla="*/ 0 w 1250276"/>
              <a:gd name="connsiteY0-18" fmla="*/ 1785082 h 1785082"/>
              <a:gd name="connsiteX1-19" fmla="*/ 585768 w 1250276"/>
              <a:gd name="connsiteY1-20" fmla="*/ 0 h 1785082"/>
              <a:gd name="connsiteX2-21" fmla="*/ 1250276 w 1250276"/>
              <a:gd name="connsiteY2-22" fmla="*/ 1785082 h 1785082"/>
              <a:gd name="connsiteX3-23" fmla="*/ 0 w 1250276"/>
              <a:gd name="connsiteY3-24" fmla="*/ 1785082 h 1785082"/>
              <a:gd name="connsiteX0-25" fmla="*/ 0 w 1354416"/>
              <a:gd name="connsiteY0-26" fmla="*/ 1774922 h 1785082"/>
              <a:gd name="connsiteX1-27" fmla="*/ 689908 w 1354416"/>
              <a:gd name="connsiteY1-28" fmla="*/ 0 h 1785082"/>
              <a:gd name="connsiteX2-29" fmla="*/ 1354416 w 1354416"/>
              <a:gd name="connsiteY2-30" fmla="*/ 1785082 h 1785082"/>
              <a:gd name="connsiteX3-31" fmla="*/ 0 w 1354416"/>
              <a:gd name="connsiteY3-32" fmla="*/ 1774922 h 1785082"/>
              <a:gd name="connsiteX0-33" fmla="*/ 0 w 1354416"/>
              <a:gd name="connsiteY0-34" fmla="*/ 1785082 h 1785082"/>
              <a:gd name="connsiteX1-35" fmla="*/ 689908 w 1354416"/>
              <a:gd name="connsiteY1-36" fmla="*/ 0 h 1785082"/>
              <a:gd name="connsiteX2-37" fmla="*/ 1354416 w 1354416"/>
              <a:gd name="connsiteY2-38" fmla="*/ 1785082 h 1785082"/>
              <a:gd name="connsiteX3-39" fmla="*/ 0 w 1354416"/>
              <a:gd name="connsiteY3-40" fmla="*/ 1785082 h 17850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354416" h="1785082">
                <a:moveTo>
                  <a:pt x="0" y="1785082"/>
                </a:moveTo>
                <a:lnTo>
                  <a:pt x="689908" y="0"/>
                </a:lnTo>
                <a:lnTo>
                  <a:pt x="1354416" y="1785082"/>
                </a:lnTo>
                <a:lnTo>
                  <a:pt x="0" y="1785082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" name="平行四边形 7"/>
          <p:cNvSpPr/>
          <p:nvPr>
            <p:custDataLst>
              <p:tags r:id="rId3"/>
            </p:custDataLst>
          </p:nvPr>
        </p:nvSpPr>
        <p:spPr>
          <a:xfrm flipV="1">
            <a:off x="0" y="-9525"/>
            <a:ext cx="2355056" cy="2008188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任意多边形 15"/>
          <p:cNvSpPr/>
          <p:nvPr>
            <p:custDataLst>
              <p:tags r:id="rId4"/>
            </p:custDataLst>
          </p:nvPr>
        </p:nvSpPr>
        <p:spPr>
          <a:xfrm>
            <a:off x="-13097" y="-11113"/>
            <a:ext cx="5428060" cy="6892926"/>
          </a:xfrm>
          <a:custGeom>
            <a:avLst/>
            <a:gdLst>
              <a:gd name="connsiteX0" fmla="*/ 1367257 w 7176303"/>
              <a:gd name="connsiteY0" fmla="*/ 0 h 6866674"/>
              <a:gd name="connsiteX1" fmla="*/ 7176303 w 7176303"/>
              <a:gd name="connsiteY1" fmla="*/ 11556 h 6866674"/>
              <a:gd name="connsiteX2" fmla="*/ 4454810 w 7176303"/>
              <a:gd name="connsiteY2" fmla="*/ 6858020 h 6866674"/>
              <a:gd name="connsiteX3" fmla="*/ 0 w 7176303"/>
              <a:gd name="connsiteY3" fmla="*/ 6866674 h 6866674"/>
              <a:gd name="connsiteX4" fmla="*/ 0 w 7176303"/>
              <a:gd name="connsiteY4" fmla="*/ 3283633 h 6866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76303" h="6866674">
                <a:moveTo>
                  <a:pt x="1367257" y="0"/>
                </a:moveTo>
                <a:lnTo>
                  <a:pt x="7176303" y="11556"/>
                </a:lnTo>
                <a:lnTo>
                  <a:pt x="4454810" y="6858020"/>
                </a:lnTo>
                <a:lnTo>
                  <a:pt x="0" y="6866674"/>
                </a:lnTo>
                <a:lnTo>
                  <a:pt x="0" y="3283633"/>
                </a:lnTo>
                <a:close/>
              </a:path>
            </a:pathLst>
          </a:custGeom>
          <a:blipFill rotWithShape="1">
            <a:blip r:embed="rId5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 dirty="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任意多边形 17"/>
          <p:cNvSpPr/>
          <p:nvPr>
            <p:custDataLst>
              <p:tags r:id="rId6"/>
            </p:custDataLst>
          </p:nvPr>
        </p:nvSpPr>
        <p:spPr>
          <a:xfrm>
            <a:off x="-32147" y="-9525"/>
            <a:ext cx="5451872" cy="6891338"/>
          </a:xfrm>
          <a:custGeom>
            <a:avLst/>
            <a:gdLst>
              <a:gd name="connsiteX0" fmla="*/ 1377503 w 7191711"/>
              <a:gd name="connsiteY0" fmla="*/ 0 h 6866692"/>
              <a:gd name="connsiteX1" fmla="*/ 7191711 w 7191711"/>
              <a:gd name="connsiteY1" fmla="*/ 11556 h 6866692"/>
              <a:gd name="connsiteX2" fmla="*/ 4467800 w 7191711"/>
              <a:gd name="connsiteY2" fmla="*/ 6858020 h 6866692"/>
              <a:gd name="connsiteX3" fmla="*/ 0 w 7191711"/>
              <a:gd name="connsiteY3" fmla="*/ 6866692 h 6866692"/>
              <a:gd name="connsiteX4" fmla="*/ 0 w 7191711"/>
              <a:gd name="connsiteY4" fmla="*/ 3305303 h 6866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91711" h="6866692">
                <a:moveTo>
                  <a:pt x="1377503" y="0"/>
                </a:moveTo>
                <a:lnTo>
                  <a:pt x="7191711" y="11556"/>
                </a:lnTo>
                <a:lnTo>
                  <a:pt x="4467800" y="6858020"/>
                </a:lnTo>
                <a:lnTo>
                  <a:pt x="0" y="6866692"/>
                </a:lnTo>
                <a:lnTo>
                  <a:pt x="0" y="3305303"/>
                </a:lnTo>
                <a:close/>
              </a:path>
            </a:pathLst>
          </a:custGeom>
          <a:solidFill>
            <a:schemeClr val="tx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 dirty="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平行四边形 10"/>
          <p:cNvSpPr/>
          <p:nvPr>
            <p:custDataLst>
              <p:tags r:id="rId7"/>
            </p:custDataLst>
          </p:nvPr>
        </p:nvSpPr>
        <p:spPr>
          <a:xfrm flipV="1">
            <a:off x="6735366" y="5002213"/>
            <a:ext cx="2305050" cy="1865312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8"/>
            </p:custDataLst>
          </p:nvPr>
        </p:nvCxnSpPr>
        <p:spPr>
          <a:xfrm flipH="1">
            <a:off x="6673084" y="4648927"/>
            <a:ext cx="2300288" cy="0"/>
          </a:xfrm>
          <a:prstGeom prst="line">
            <a:avLst/>
          </a:prstGeom>
          <a:ln w="190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9"/>
            </p:custDataLst>
          </p:nvPr>
        </p:nvSpPr>
        <p:spPr>
          <a:xfrm>
            <a:off x="4818729" y="740138"/>
            <a:ext cx="4154642" cy="2751522"/>
          </a:xfrm>
        </p:spPr>
        <p:txBody>
          <a:bodyPr lIns="90000" tIns="46800" rIns="90000" bIns="0" anchor="b">
            <a:normAutofit/>
          </a:bodyPr>
          <a:lstStyle>
            <a:lvl1pPr algn="r">
              <a:defRPr sz="4950" b="1">
                <a:solidFill>
                  <a:schemeClr val="tx2"/>
                </a:solidFill>
                <a:latin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606284" y="3924075"/>
            <a:ext cx="3367088" cy="523240"/>
          </a:xfrm>
        </p:spPr>
        <p:txBody>
          <a:bodyPr lIns="90000" rIns="90000"/>
          <a:lstStyle>
            <a:lvl1pPr marL="0" indent="0" algn="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5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6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7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6226F583-2C3E-4920-9A7A-E228818446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/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E270309E-9A41-4A7F-A07F-AAA20ECC7A6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3808730"/>
            <a:ext cx="8139178" cy="624845"/>
          </a:xfrm>
        </p:spPr>
        <p:txBody>
          <a:bodyPr rIns="63500"/>
          <a:lstStyle>
            <a:lvl1pPr>
              <a:defRPr sz="2700" u="none" strike="noStrike" kern="1200" cap="none" spc="30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4" y="4511675"/>
            <a:ext cx="8139178" cy="1077985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2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93B466F-E038-4674-BC61-6553EA1EE36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A5693D5D-EEC2-41F7-ABA4-545D93455A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A44BC2B5-B639-4C9C-B4B6-FD605F21E26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425CCDE-1EBD-47F9-9B1B-BD87556AD40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396549E9-6240-47D1-9560-0D7A13E70AE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/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1FF4FB3-C93B-48B1-8771-D5391CD5BF9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anchor="ctr"/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8C9C10D6-2491-4A69-90DA-CF7106F0847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B2326F-068C-4081-A9BE-717E8CE3C581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>
            <p:custDataLst>
              <p:tags r:id="rId2"/>
            </p:custDataLst>
          </p:nvPr>
        </p:nvCxnSpPr>
        <p:spPr>
          <a:xfrm flipH="1">
            <a:off x="6146006" y="3686175"/>
            <a:ext cx="2300288" cy="0"/>
          </a:xfrm>
          <a:prstGeom prst="line">
            <a:avLst/>
          </a:prstGeom>
          <a:ln w="19050" cap="rnd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平行四边形 3"/>
          <p:cNvSpPr/>
          <p:nvPr>
            <p:custDataLst>
              <p:tags r:id="rId3"/>
            </p:custDataLst>
          </p:nvPr>
        </p:nvSpPr>
        <p:spPr>
          <a:xfrm flipV="1">
            <a:off x="0" y="0"/>
            <a:ext cx="2355056" cy="2008188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0" y="4849813"/>
            <a:ext cx="9144000" cy="20558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" name="平行四边形 5"/>
          <p:cNvSpPr/>
          <p:nvPr>
            <p:custDataLst>
              <p:tags r:id="rId5"/>
            </p:custDataLst>
          </p:nvPr>
        </p:nvSpPr>
        <p:spPr>
          <a:xfrm flipV="1">
            <a:off x="6728222" y="4849813"/>
            <a:ext cx="2305050" cy="2054225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4380300" y="1264356"/>
            <a:ext cx="4155300" cy="2410470"/>
          </a:xfrm>
        </p:spPr>
        <p:txBody>
          <a:bodyPr lIns="90000" tIns="46800" rIns="90000" bIns="46800" anchor="b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None/>
              <a:defRPr kumimoji="0" lang="zh-CN" altLang="en-US" sz="66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89FA83-3AA4-4AB1-AE99-861D1E52AE2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hangingPunct="1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hangingPunct="1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eaLnBrk="1" hangingPunct="1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EE98A12-A45D-49B6-B5ED-39F0AA331305}" type="slidenum">
              <a:rPr lang="en-US" altLang="zh-CN"/>
            </a:fld>
            <a:endParaRPr lang="en-US" altLang="zh-CN"/>
          </a:p>
        </p:txBody>
      </p:sp>
      <p:sp>
        <p:nvSpPr>
          <p:cNvPr id="2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 noProof="1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2.5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公斤的茄子</a:t>
            </a: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algn="just"/>
            <a:endParaRPr lang="zh-CN" altLang="en-US" sz="2700">
              <a:solidFill>
                <a:srgbClr val="513D9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zh-CN" altLang="en-US" sz="2700">
              <a:solidFill>
                <a:srgbClr val="513D9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122" name="Picture 2" descr="D:\Documents and Settings\Administrator.LIU-ZAE2B0JV3F0\My Documents\My Pictures\茄子.bmp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755" y="1700848"/>
            <a:ext cx="4114800" cy="277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506095" y="1232535"/>
            <a:ext cx="356235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513D9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靠近运输车的纸箱上放着硕大的“蔬菜”。征得科技展组委会同意，记者走上前去，原来是几只“硕大无比”的茄子和瓠瓜。茄子拿在手上感觉起码有</a:t>
            </a:r>
            <a:r>
              <a:rPr lang="en-US" altLang="zh-CN">
                <a:solidFill>
                  <a:srgbClr val="513D9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2.5</a:t>
            </a:r>
            <a:r>
              <a:rPr lang="zh-CN" altLang="en-US">
                <a:solidFill>
                  <a:srgbClr val="513D9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公斤，瓠瓜的个头竟有</a:t>
            </a:r>
            <a:r>
              <a:rPr lang="en-US" altLang="zh-CN">
                <a:solidFill>
                  <a:srgbClr val="513D9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</a:t>
            </a:r>
            <a:r>
              <a:rPr lang="zh-CN" altLang="en-US">
                <a:solidFill>
                  <a:srgbClr val="513D9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米左右高。</a:t>
            </a:r>
            <a:endParaRPr lang="zh-CN" altLang="en-US">
              <a:solidFill>
                <a:srgbClr val="513D9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</a:rPr>
              <a:t>太空蔬菜</a:t>
            </a:r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zh-CN" altLang="en-US">
                <a:solidFill>
                  <a:srgbClr val="000000"/>
                </a:solidFill>
              </a:rPr>
              <a:t>中国航天科技集团公司鲁先生告诉记者，这些蔬菜都是地地道道的“太空蔬菜”，“在专门的实验卫星上进行了太空育种，下来后又进行了筛选培养等多道程序，才长成今天这个样子。”这次展出的“太空蔬菜”还有黄瓜、番茄等，至于味道，“我吃过的，挺甜的，口感不错”。</a:t>
            </a:r>
            <a:endParaRPr lang="zh-CN" altLang="en-US"/>
          </a:p>
          <a:p>
            <a:pPr algn="just"/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ID" val="_1*i*3"/>
  <p:tag name="KSO_WM_UNIT_LAYERLEVEL" val="1"/>
  <p:tag name="KSO_WM_TAG_VERSION" val="1.0"/>
  <p:tag name="KSO_WM_BEAUTIFY_FLAG" val="#wm#"/>
  <p:tag name="KSO_WM_UNIT_TYPE" val="i"/>
  <p:tag name="KSO_WM_UNIT_INDEX" val="3"/>
  <p:tag name="KSO_WM_UNIT_DIAGRAM_ISNUMVISUAL" val="0"/>
  <p:tag name="KSO_WM_UNIT_DIAGRAM_ISREFERUNIT" val="0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ID" val="_1*i*4"/>
  <p:tag name="KSO_WM_UNIT_LAYERLEVEL" val="1"/>
  <p:tag name="KSO_WM_TAG_VERSION" val="1.0"/>
  <p:tag name="KSO_WM_BEAUTIFY_FLAG" val="#wm#"/>
  <p:tag name="KSO_WM_UNIT_TYPE" val="i"/>
  <p:tag name="KSO_WM_UNIT_INDEX" val="4"/>
  <p:tag name="KSO_WM_UNIT_DIAGRAM_ISNUMVISUAL" val="0"/>
  <p:tag name="KSO_WM_UNIT_DIAGRAM_ISREFERUNIT" val="0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ID" val="_1*i*2"/>
  <p:tag name="KSO_WM_UNIT_LAYERLEVEL" val="1"/>
  <p:tag name="KSO_WM_TAG_VERSION" val="1.0"/>
  <p:tag name="KSO_WM_BEAUTIFY_FLAG" val="#wm#"/>
  <p:tag name="KSO_WM_UNIT_TYPE" val="i"/>
  <p:tag name="KSO_WM_UNIT_INDEX" val="2"/>
  <p:tag name="KSO_WM_UNIT_DIAGRAM_ISNUMVISUAL" val="0"/>
  <p:tag name="KSO_WM_UNIT_DIAGRAM_ISREFERUNIT" val="0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7"/>
</p:tagLst>
</file>

<file path=ppt/tags/tag67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7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7529_1"/>
  <p:tag name="KSO_WM_TEMPLATE_CATEGORY" val="custom"/>
  <p:tag name="KSO_WM_TEMPLATE_INDEX" val="20196577"/>
  <p:tag name="KSO_WM_TEMPLATE_SUBCATEGORY" val="0"/>
  <p:tag name="KSO_WM_TEMPLATE_THUMBS_INDEX" val="1、2、5、6、12、13、16、21、28、29、30、"/>
</p:tagLst>
</file>

<file path=ppt/tags/tag72.xml><?xml version="1.0" encoding="utf-8"?>
<p:tagLst xmlns:p="http://schemas.openxmlformats.org/presentationml/2006/main">
  <p:tag name="commondata" val="eyJoZGlkIjoiOTMxN2U1NGZiMzBiNTU5YWE4M2ZhMDFiOGE1NjViYzAifQ=="/>
</p:tagLst>
</file>

<file path=ppt/theme/theme1.xml><?xml version="1.0" encoding="utf-8"?>
<a:theme xmlns:a="http://schemas.openxmlformats.org/drawingml/2006/main" name="主题三">
  <a:themeElements>
    <a:clrScheme name="3">
      <a:dk1>
        <a:srgbClr val="000000"/>
      </a:dk1>
      <a:lt1>
        <a:srgbClr val="FFFFFF"/>
      </a:lt1>
      <a:dk2>
        <a:srgbClr val="323F4F"/>
      </a:dk2>
      <a:lt2>
        <a:srgbClr val="E7E6E6"/>
      </a:lt2>
      <a:accent1>
        <a:srgbClr val="376BAB"/>
      </a:accent1>
      <a:accent2>
        <a:srgbClr val="54565C"/>
      </a:accent2>
      <a:accent3>
        <a:srgbClr val="A1A2A5"/>
      </a:accent3>
      <a:accent4>
        <a:srgbClr val="376BAB"/>
      </a:accent4>
      <a:accent5>
        <a:srgbClr val="628BDC"/>
      </a:accent5>
      <a:accent6>
        <a:srgbClr val="376BAB"/>
      </a:accent6>
      <a:hlink>
        <a:srgbClr val="85C0FB"/>
      </a:hlink>
      <a:folHlink>
        <a:srgbClr val="70A2DE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</Words>
  <Application>WPS 演示</Application>
  <PresentationFormat>全屏显示(4:3)</PresentationFormat>
  <Paragraphs>12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Times New Roman</vt:lpstr>
      <vt:lpstr>微软雅黑</vt:lpstr>
      <vt:lpstr>黑体</vt:lpstr>
      <vt:lpstr>Arial Unicode MS</vt:lpstr>
      <vt:lpstr>Calibri</vt:lpstr>
      <vt:lpstr>主题三</vt:lpstr>
      <vt:lpstr>2.5公斤的茄子</vt:lpstr>
      <vt:lpstr>太空蔬菜</vt:lpstr>
    </vt:vector>
  </TitlesOfParts>
  <Company>bit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快速发展的私人小汽车</dc:title>
  <dc:creator>liu</dc:creator>
  <cp:lastModifiedBy>zy</cp:lastModifiedBy>
  <cp:revision>7</cp:revision>
  <dcterms:created xsi:type="dcterms:W3CDTF">2005-07-07T06:04:00Z</dcterms:created>
  <dcterms:modified xsi:type="dcterms:W3CDTF">2024-01-11T02:38:46Z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456ED43CF5B6496D996BA5A7A48DD5C6_12</vt:lpwstr>
  </property>
  <property fmtid="{D5CDD505-2E9C-101B-9397-08002B2CF9AE}" pid="3" name="KSOProductBuildVer">
    <vt:lpwstr>2052-12.1.0.15712</vt:lpwstr>
  </property>
</Properties>
</file>