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2" d="100"/>
          <a:sy n="122" d="100"/>
        </p:scale>
        <p:origin x="-1362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DFA300-A383-46A5-A6D5-2CA2B281CC7C}" type="datetimeFigureOut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E9BA4F-D4A4-46A0-B605-1883F3CE9F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145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4290C-C3BD-404F-B957-AFE7B3817036}" type="datetime1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420EF-D4AB-4EDA-BAEF-53B46B51E6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539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AD93F-792E-4CE6-BE0F-99CC4895B44D}" type="datetime1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420EF-D4AB-4EDA-BAEF-53B46B51E6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525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FD4D7-7442-44E9-A8D3-08E5FA0F96B0}" type="datetime1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420EF-D4AB-4EDA-BAEF-53B46B51E6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071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B6349-258A-4B51-A7B0-5A710F5A903A}" type="datetime1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420EF-D4AB-4EDA-BAEF-53B46B51E6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534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F5386-3931-44E6-8EEE-FAA36E132194}" type="datetime1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420EF-D4AB-4EDA-BAEF-53B46B51E6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664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B6379-A613-4C12-BF1A-F57C8D8D3B6B}" type="datetime1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420EF-D4AB-4EDA-BAEF-53B46B51E6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978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33EB5-3653-4B91-B002-C62F0E32403E}" type="datetime1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420EF-D4AB-4EDA-BAEF-53B46B51E6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8233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F39A1-2A7B-4E2F-89E2-8A67488987A2}" type="datetime1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420EF-D4AB-4EDA-BAEF-53B46B51E6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614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9225E-C4F3-4188-B0D6-86015D397FA1}" type="datetime1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420EF-D4AB-4EDA-BAEF-53B46B51E6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1831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DDE8-C3CE-4F0B-BD2B-53EDE58A83E2}" type="datetime1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420EF-D4AB-4EDA-BAEF-53B46B51E6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410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144C-A9A5-4AD3-9219-DB1EB645A758}" type="datetime1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420EF-D4AB-4EDA-BAEF-53B46B51E6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472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CAC34-CB8B-4879-A4E2-FA747F2A132B}" type="datetime1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420EF-D4AB-4EDA-BAEF-53B46B51E6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577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9305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619672" y="1268760"/>
            <a:ext cx="6504023" cy="2585323"/>
          </a:xfrm>
          <a:prstGeom prst="rect">
            <a:avLst/>
          </a:prstGeom>
        </p:spPr>
        <p:txBody>
          <a:bodyPr wrap="square" numCol="1" spcCol="180000">
            <a:spAutoFit/>
          </a:bodyPr>
          <a:lstStyle/>
          <a:p>
            <a:r>
              <a:rPr lang="zh-CN" altLang="en-US" dirty="0" smtClean="0"/>
              <a:t>京剧舞台艺术在文学、表演、音乐、唱腔、锣鼓、化妆、脸谱等各个方面，通过无数艺人的长期舞台实践，构成了一套互相制约、相得益彰的格律化和规范化的程式。它作为创造舞台形象的艺术手段是十分丰富的，而用法又是十分严格的。不能驾驭这些程式，就无法完成京剧舞台艺术的创造。由于京剧在形成之初，便进入了宫廷，使它的发育成长不同于地方剧种。要求它所要表现的生活领域更宽，所要塑造的人物类型更多，对它的技艺的全面性、完整性也要求得更严，对它创造舞台形象的美学要求也更高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7840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144</Words>
  <Application>Microsoft Office PowerPoint</Application>
  <PresentationFormat>全屏显示(4:3)</PresentationFormat>
  <Paragraphs>1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主题​​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lipp</cp:lastModifiedBy>
  <cp:revision>14</cp:revision>
  <dcterms:created xsi:type="dcterms:W3CDTF">2018-01-22T06:35:27Z</dcterms:created>
  <dcterms:modified xsi:type="dcterms:W3CDTF">2021-01-28T06:50:42Z</dcterms:modified>
</cp:coreProperties>
</file>