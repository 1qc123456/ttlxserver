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"/>
  </p:notesMasterIdLst>
  <p:sldIdLst>
    <p:sldId id="256" r:id="rId2"/>
    <p:sldId id="257" r:id="rId3"/>
    <p:sldId id="259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36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FA300-A383-46A5-A6D5-2CA2B281CC7C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9BA4F-D4A4-46A0-B605-1883F3CE9F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14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89FDB-9CE0-4C0A-9180-E45FF047C3D6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ll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2ED7-2A69-47D1-9704-36806BFD32C4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B826-55F7-4425-8877-903C571D0FE6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ll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1F4F9-ED43-4945-B43E-69C14E2D2045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E045E-5695-4692-8415-23B6ACFEE7E4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159E-7E88-4B25-89F2-7494F0AC1AC9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9F1D2-0206-4199-BD72-65C7A78DD34D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3CD7-5913-41ED-A706-2262E24DA6F9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92878"/>
            <a:ext cx="1676384" cy="365125"/>
          </a:xfrm>
        </p:spPr>
        <p:txBody>
          <a:bodyPr/>
          <a:lstStyle/>
          <a:p>
            <a:fld id="{E9CE5718-FE1A-475B-B234-2F2FCE4693D6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6492876"/>
            <a:ext cx="2643206" cy="365125"/>
          </a:xfrm>
        </p:spPr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BD342-E639-4502-96F6-8AACBB21785E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282DC-054F-4684-BE72-3876327DBA24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C4FC78F-95FA-47AD-8DC9-E2EE183AE470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slow">
    <p:pull dir="r"/>
  </p:transition>
  <p:hf sldNum="0" hdr="0" dt="0"/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dirty="0">
                <a:latin typeface="华文彩云" panose="02010800040101010101" pitchFamily="2" charset="-122"/>
                <a:ea typeface="华文彩云" panose="02010800040101010101" pitchFamily="2" charset="-122"/>
              </a:rPr>
              <a:t>中国</a:t>
            </a:r>
            <a:r>
              <a:rPr lang="en-US" altLang="zh-CN" sz="6000" b="1" dirty="0">
                <a:latin typeface="华文彩云" panose="02010800040101010101" pitchFamily="2" charset="-122"/>
                <a:ea typeface="华文彩云" panose="02010800040101010101" pitchFamily="2" charset="-122"/>
              </a:rPr>
              <a:t>.</a:t>
            </a:r>
            <a:r>
              <a:rPr lang="zh-CN" altLang="en-US" sz="6000" b="1" dirty="0">
                <a:latin typeface="华文彩云" panose="02010800040101010101" pitchFamily="2" charset="-122"/>
                <a:ea typeface="华文彩云" panose="02010800040101010101" pitchFamily="2" charset="-122"/>
              </a:rPr>
              <a:t>北京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WELCOME 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TO 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BEIJING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305209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79712" y="1916832"/>
            <a:ext cx="6504023" cy="2585323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r>
              <a:rPr lang="zh-CN" altLang="en-US" dirty="0" smtClean="0"/>
              <a:t>京剧舞台艺术在文学、表演、音乐、唱腔、锣鼓、化妆、脸谱等各个方面，通过无数艺人的长期舞台实践，构成了一套互相制约、相得益彰的格律化和规范化的程式。它作为创造舞台形象的艺术手段是十分丰富的，而用法又是十分严格的。不能驾驭这些程式，就无法完成京剧舞台艺术的创造。由于京剧在形成之初，便进入了宫廷，使它的发育成长不同于地方剧种。要求它所要表现的生活领域更宽，所要塑造的人物类型更多，对它的技艺的全面性、完整性也要求得更严，对它创造舞台形象的美学要求也更高。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55576" y="620688"/>
            <a:ext cx="1107996" cy="58364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zh-CN" sz="6000" b="1" dirty="0">
                <a:solidFill>
                  <a:srgbClr val="FF0000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北京古城的京剧</a:t>
            </a:r>
            <a:endParaRPr lang="zh-CN" altLang="en-US" sz="6000" b="1" dirty="0">
              <a:solidFill>
                <a:srgbClr val="FF0000"/>
              </a:solidFill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7840909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宗教建筑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424" y="2392680"/>
            <a:ext cx="3121152" cy="207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44732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60</TotalTime>
  <Words>161</Words>
  <Application>Microsoft Office PowerPoint</Application>
  <PresentationFormat>全屏显示(4:3)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凤舞九天</vt:lpstr>
      <vt:lpstr>中国.北京</vt:lpstr>
      <vt:lpstr>PowerPoint 演示文稿</vt:lpstr>
      <vt:lpstr>宗教建筑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lipp</cp:lastModifiedBy>
  <cp:revision>25</cp:revision>
  <dcterms:created xsi:type="dcterms:W3CDTF">2018-01-22T06:35:27Z</dcterms:created>
  <dcterms:modified xsi:type="dcterms:W3CDTF">2021-01-28T07:19:32Z</dcterms:modified>
</cp:coreProperties>
</file>