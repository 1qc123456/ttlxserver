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72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2.png"/><Relationship Id="rId1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3.png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image" Target="../media/image4.png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914400"/>
            <a:ext cx="9711690" cy="3209290"/>
          </a:xfrm>
        </p:spPr>
        <p:txBody>
          <a:bodyPr/>
          <a:p>
            <a:endParaRPr lang="zh-CN" altLang="zh-CN" b="0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58045" y="608330"/>
            <a:ext cx="1819275" cy="705485"/>
          </a:xfrm>
        </p:spPr>
        <p:txBody>
          <a:bodyPr>
            <a:normAutofit fontScale="90000"/>
          </a:bodyPr>
          <a:p>
            <a:r>
              <a:rPr lang="zh-CN" altLang="en-US"/>
              <a:t>《简介》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488430" y="1971040"/>
            <a:ext cx="53994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西安，古称长安、镐京，现为陕西省省会、副省级市、是国务院批复确定的中国西部地区重要的中心城市，国家重要的科研、教育和工业基地 。西安是中国四大古都之一，联合国科教文组织1981年确定的“世界历史名城”，美媒评选的世界十大古都之一</a:t>
            </a:r>
            <a:endParaRPr lang="zh-CN" altLang="en-US"/>
          </a:p>
        </p:txBody>
      </p:sp>
      <p:pic>
        <p:nvPicPr>
          <p:cNvPr id="6" name="图片 5" descr="素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6488430" cy="68573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75855" y="1313815"/>
            <a:ext cx="3162935" cy="705485"/>
          </a:xfrm>
        </p:spPr>
        <p:txBody>
          <a:bodyPr/>
          <a:p>
            <a:r>
              <a:rPr lang="zh-CN" altLang="en-US"/>
              <a:t>西安</a:t>
            </a:r>
            <a:r>
              <a:rPr lang="zh-CN" altLang="en-US"/>
              <a:t>古城墙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389880" y="3905250"/>
            <a:ext cx="6466205" cy="254317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3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Autofit/>
          </a:bodyPr>
          <a:p>
            <a:endParaRPr lang="zh-CN" altLang="en-US"/>
          </a:p>
          <a:p>
            <a:r>
              <a:rPr lang="zh-CN" altLang="en-US"/>
              <a:t>又称西安明城墙，是中国现存最完整的古代城垣，长度列全国第二。</a:t>
            </a:r>
            <a:endParaRPr lang="zh-CN" altLang="en-US"/>
          </a:p>
          <a:p>
            <a:r>
              <a:rPr lang="zh-CN" altLang="en-US"/>
              <a:t>与平遥城墙、荆州城墙、兴城城墙等并列为中国现存最完好的四座古城墙。</a:t>
            </a:r>
            <a:endParaRPr lang="zh-CN" altLang="en-US"/>
          </a:p>
          <a:p>
            <a:r>
              <a:rPr lang="zh-CN" altLang="en-US"/>
              <a:t>城墙周围有护城河环绕，著名的西安钟鼓楼就位于城墙中心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94410" y="1464945"/>
            <a:ext cx="4939665" cy="26898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1313815"/>
            <a:ext cx="3355340" cy="705485"/>
          </a:xfrm>
        </p:spPr>
        <p:txBody>
          <a:bodyPr/>
          <a:p>
            <a:r>
              <a:rPr lang="zh-CN" altLang="en-US"/>
              <a:t>大雁塔北</a:t>
            </a:r>
            <a:r>
              <a:rPr lang="zh-CN" altLang="en-US"/>
              <a:t>广场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514465" y="1314450"/>
            <a:ext cx="4600575" cy="5207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05460" y="2211705"/>
            <a:ext cx="5662295" cy="4309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市区内最著名的广场，每晚都有亚洲最大音乐喷泉表演，是游人及市民们休闲散步的好去处。</a:t>
            </a:r>
            <a:endParaRPr lang="zh-CN" altLang="en-US"/>
          </a:p>
          <a:p>
            <a:r>
              <a:rPr lang="zh-CN" altLang="en-US"/>
              <a:t>·整个广场以大雁塔为中心轴，中央为主景水道，左右两侧分及广场南端设置多处景观。</a:t>
            </a:r>
            <a:endParaRPr lang="zh-CN" altLang="en-US"/>
          </a:p>
          <a:p>
            <a:r>
              <a:rPr lang="zh-CN" altLang="en-US"/>
              <a:t>·东侧是陕西地方特色的戏曲大观园。园中有戏曲彩绘雕塑、地方戏曲铸铜浮雕等雕塑群。</a:t>
            </a:r>
            <a:endParaRPr lang="zh-CN" altLang="en-US"/>
          </a:p>
          <a:p>
            <a:r>
              <a:rPr lang="zh-CN" altLang="en-US"/>
              <a:t>·西侧是以民俗文化为主题的民俗大观园，活灵活现的雕塑如：皮影、陕西八大怪、踩高跷、农村嫁娶及白鹿原系列等，展示了陕西各地的民俗风情。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1080135"/>
            <a:ext cx="5132070" cy="705485"/>
          </a:xfrm>
        </p:spPr>
        <p:txBody>
          <a:bodyPr/>
          <a:p>
            <a:r>
              <a:rPr lang="zh-CN" altLang="en-US"/>
              <a:t>秦始皇兵马俑</a:t>
            </a:r>
            <a:r>
              <a:rPr lang="zh-CN" altLang="en-US"/>
              <a:t>博物馆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376035" y="1785620"/>
            <a:ext cx="5201285" cy="433197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08330" y="2526030"/>
            <a:ext cx="5132070" cy="3591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是秦始皇陵园中一处大型从葬坑，以兵马俑为基础，在原址上建立的中国最大的古代军事博物馆。</a:t>
            </a:r>
            <a:endParaRPr lang="zh-CN" altLang="en-US"/>
          </a:p>
          <a:p>
            <a:r>
              <a:rPr lang="zh-CN" altLang="en-US"/>
              <a:t>·共有3个兵马俑坑。一号坑是战车和步兵相间的主力军阵，约有6000个真人大小的陶俑。二号坑由战车、骑兵、弩兵混合编组。三号坑是军阵的指挥系统。</a:t>
            </a:r>
            <a:endParaRPr lang="zh-CN" altLang="en-US"/>
          </a:p>
          <a:p>
            <a:r>
              <a:rPr lang="zh-CN" altLang="en-US"/>
              <a:t>·出土的兵马俑分为将军俑，武士俑，车士俑等。每个陶俑的五官神情各不相同。原本都有彩绘，但因火烧和浸泡，大多已掉色脱落。</a:t>
            </a:r>
            <a:endParaRPr lang="zh-CN" altLang="en-US"/>
          </a:p>
          <a:p>
            <a:r>
              <a:rPr lang="zh-CN" altLang="en-US"/>
              <a:t>·铜车马展厅展出的青铜车马，使用了大量金银，制作精巧，被誉为“青铜之冠”，对秦代学术研究具有重要价值。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COMMONDATA" val="eyJoZGlkIjoiNzFlMGY3OGRmZGU1YjQ0MmVmN2U4Yjg3M2ZkYWM1ZjIifQ=="/>
  <p:tag name="commondata" val="eyJoZGlkIjoiMDc1NGYxZTE5YjIxODQ2YjU3NGJkMjYwN2YzNDUwN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638</Words>
  <Application>WPS 演示</Application>
  <PresentationFormat>宽屏</PresentationFormat>
  <Paragraphs>24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《简介》</vt:lpstr>
      <vt:lpstr>西安古城墙</vt:lpstr>
      <vt:lpstr>大雁塔北广场</vt:lpstr>
      <vt:lpstr>秦始皇兵马俑博物馆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HF</cp:lastModifiedBy>
  <cp:revision>157</cp:revision>
  <dcterms:created xsi:type="dcterms:W3CDTF">2019-06-19T02:08:00Z</dcterms:created>
  <dcterms:modified xsi:type="dcterms:W3CDTF">2024-11-13T08:32:17Z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B8DB4B004BE04E8BB60AB6D5FE85C089_11</vt:lpwstr>
  </property>
</Properties>
</file>