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75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zh-CN" altLang="en-US" smtClean="0"/>
              <a:t>单击此处编辑母版标题样式</a:t>
            </a:r>
            <a:endParaRPr kumimoji="0" lang="en-US"/>
          </a:p>
        </p:txBody>
      </p:sp>
      <p:sp>
        <p:nvSpPr>
          <p:cNvPr id="28" name="日期占位符 27"/>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17" name="页脚占位符 16"/>
          <p:cNvSpPr>
            <a:spLocks noGrp="1"/>
          </p:cNvSpPr>
          <p:nvPr>
            <p:ph type="ftr" sz="quarter" idx="11"/>
          </p:nvPr>
        </p:nvSpPr>
        <p:spPr/>
        <p:txBody>
          <a:bodyPr/>
          <a:lstStyle/>
          <a:p>
            <a:endParaRPr lang="zh-CN" altLang="en-US"/>
          </a:p>
        </p:txBody>
      </p:sp>
      <p:sp>
        <p:nvSpPr>
          <p:cNvPr id="29" name="灯片编号占位符 28"/>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副标题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924800" y="6416675"/>
            <a:ext cx="762000" cy="365125"/>
          </a:xfrm>
        </p:spPr>
        <p:txBody>
          <a:body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zh-CN" altLang="en-US" smtClean="0">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4" name="文本占位符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2022/2/25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530820CF-B880-4189-942D-D702A7CBA730}" type="datetimeFigureOut">
              <a:rPr lang="zh-CN" altLang="en-US" smtClean="0"/>
              <a:t>2022/2/25</a:t>
            </a:fld>
            <a:endParaRPr lang="zh-CN" altLang="en-US"/>
          </a:p>
        </p:txBody>
      </p:sp>
      <p:sp>
        <p:nvSpPr>
          <p:cNvPr id="3" name="页脚占位符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zh-CN" altLang="en-US"/>
          </a:p>
        </p:txBody>
      </p:sp>
      <p:sp>
        <p:nvSpPr>
          <p:cNvPr id="23" name="灯片编号占位符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dirty="0">
                <a:latin typeface="华文新魏" pitchFamily="2" charset="-122"/>
                <a:ea typeface="华文新魏" pitchFamily="2" charset="-122"/>
              </a:rPr>
              <a:t>技能成就出彩</a:t>
            </a:r>
            <a:r>
              <a:rPr lang="zh-CN" altLang="en-US" sz="6000" dirty="0" smtClean="0">
                <a:latin typeface="华文新魏" pitchFamily="2" charset="-122"/>
                <a:ea typeface="华文新魏" pitchFamily="2" charset="-122"/>
              </a:rPr>
              <a:t>人生</a:t>
            </a:r>
            <a:endParaRPr lang="zh-CN" altLang="en-US" sz="6000" dirty="0">
              <a:latin typeface="华文新魏" pitchFamily="2" charset="-122"/>
              <a:ea typeface="华文新魏" pitchFamily="2" charset="-122"/>
            </a:endParaRPr>
          </a:p>
        </p:txBody>
      </p:sp>
      <p:sp>
        <p:nvSpPr>
          <p:cNvPr id="3" name="副标题 2"/>
          <p:cNvSpPr>
            <a:spLocks noGrp="1"/>
          </p:cNvSpPr>
          <p:nvPr>
            <p:ph type="subTitle" idx="1"/>
          </p:nvPr>
        </p:nvSpPr>
        <p:spPr/>
        <p:txBody>
          <a:bodyPr>
            <a:normAutofit/>
          </a:bodyPr>
          <a:lstStyle/>
          <a:p>
            <a:r>
              <a:rPr lang="zh-CN" altLang="en-US" sz="3400" dirty="0">
                <a:latin typeface="华文行楷" pitchFamily="2" charset="-122"/>
                <a:ea typeface="华文行楷" pitchFamily="2" charset="-122"/>
              </a:rPr>
              <a:t>看职业教育发展新律动</a:t>
            </a:r>
          </a:p>
        </p:txBody>
      </p:sp>
    </p:spTree>
    <p:extLst>
      <p:ext uri="{BB962C8B-B14F-4D97-AF65-F5344CB8AC3E}">
        <p14:creationId xmlns:p14="http://schemas.microsoft.com/office/powerpoint/2010/main" val="1828147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全国职业院校技能大赛</a:t>
            </a:r>
            <a:endParaRPr lang="zh-CN" altLang="en-US" dirty="0"/>
          </a:p>
        </p:txBody>
      </p:sp>
      <p:sp>
        <p:nvSpPr>
          <p:cNvPr id="5" name="内容占位符 4"/>
          <p:cNvSpPr>
            <a:spLocks noGrp="1"/>
          </p:cNvSpPr>
          <p:nvPr>
            <p:ph sz="half" idx="1"/>
          </p:nvPr>
        </p:nvSpPr>
        <p:spPr/>
        <p:txBody>
          <a:bodyPr>
            <a:normAutofit fontScale="92500" lnSpcReduction="20000"/>
          </a:bodyPr>
          <a:lstStyle/>
          <a:p>
            <a:r>
              <a:rPr lang="en-US" altLang="zh-CN" dirty="0"/>
              <a:t>2021</a:t>
            </a:r>
            <a:r>
              <a:rPr lang="zh-CN" altLang="en-US" dirty="0"/>
              <a:t>年职业教育活动周全国启动仪式暨全国职业院校技能大赛系列活动在山东济南举行，主题为“技能：让生活更美好”，预计全国将有超过</a:t>
            </a:r>
            <a:r>
              <a:rPr lang="en-US" altLang="zh-CN" dirty="0"/>
              <a:t>1200</a:t>
            </a:r>
            <a:r>
              <a:rPr lang="zh-CN" altLang="en-US" dirty="0"/>
              <a:t>万职业院校师生参加。一些职业院校师生、企业负责人和专家表示，借近年来职业教育改革的“东风”，“技能成就出彩人生”已逐渐成为社会共识，我国职业教育发展展现一系列新律动。</a:t>
            </a:r>
          </a:p>
        </p:txBody>
      </p:sp>
      <p:pic>
        <p:nvPicPr>
          <p:cNvPr id="2" name="内容占位符 1"/>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516981"/>
            <a:ext cx="4038600" cy="2692400"/>
          </a:xfrm>
        </p:spPr>
      </p:pic>
    </p:spTree>
    <p:extLst>
      <p:ext uri="{BB962C8B-B14F-4D97-AF65-F5344CB8AC3E}">
        <p14:creationId xmlns:p14="http://schemas.microsoft.com/office/powerpoint/2010/main" val="403655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zh-CN" altLang="en-US" dirty="0"/>
              <a:t>山东蓝翔技师学院的同学在展示蒙眼切菜</a:t>
            </a:r>
            <a:r>
              <a:rPr lang="zh-CN" altLang="en-US" dirty="0" smtClean="0"/>
              <a:t>技能</a:t>
            </a:r>
            <a:endParaRPr lang="zh-CN" altLang="en-US" dirty="0"/>
          </a:p>
        </p:txBody>
      </p:sp>
      <p:pic>
        <p:nvPicPr>
          <p:cNvPr id="7" name="内容占位符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0606" y="1600200"/>
            <a:ext cx="7062787" cy="4708525"/>
          </a:xfrm>
        </p:spPr>
      </p:pic>
    </p:spTree>
    <p:extLst>
      <p:ext uri="{BB962C8B-B14F-4D97-AF65-F5344CB8AC3E}">
        <p14:creationId xmlns:p14="http://schemas.microsoft.com/office/powerpoint/2010/main" val="368346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顶峰">
  <a:themeElements>
    <a:clrScheme name="顶峰">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顶峰">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顶峰">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45</TotalTime>
  <Words>108</Words>
  <Application>Microsoft Office PowerPoint</Application>
  <PresentationFormat>全屏显示(4:3)</PresentationFormat>
  <Paragraphs>5</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顶峰</vt:lpstr>
      <vt:lpstr>技能成就出彩人生</vt:lpstr>
      <vt:lpstr>全国职业院校技能大赛</vt:lpstr>
      <vt:lpstr>山东蓝翔技师学院的同学在展示蒙眼切菜技能</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86133</cp:lastModifiedBy>
  <cp:revision>46</cp:revision>
  <dcterms:created xsi:type="dcterms:W3CDTF">2021-12-13T10:45:08Z</dcterms:created>
  <dcterms:modified xsi:type="dcterms:W3CDTF">2022-02-25T03:09:59Z</dcterms:modified>
</cp:coreProperties>
</file>