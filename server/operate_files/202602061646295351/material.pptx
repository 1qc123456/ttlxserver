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291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51"/>
            <a:ext cx="7349400" cy="257054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599"/>
            <a:ext cx="7349400" cy="1472482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835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34"/>
            <a:ext cx="8226900" cy="70563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83"/>
            <a:ext cx="8226900" cy="475946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615"/>
            <a:ext cx="5826600" cy="766843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458"/>
            <a:ext cx="5826600" cy="86764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8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34"/>
            <a:ext cx="8226900" cy="70563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84"/>
            <a:ext cx="3882600" cy="474866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84"/>
            <a:ext cx="3882600" cy="474866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34"/>
            <a:ext cx="8226900" cy="70563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80"/>
            <a:ext cx="4006800" cy="381621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835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104"/>
            <a:ext cx="4006800" cy="439584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809"/>
            <a:ext cx="4006800" cy="381621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835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104"/>
            <a:ext cx="4006800" cy="4395846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34"/>
            <a:ext cx="8226900" cy="70563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300" y="1555287"/>
            <a:ext cx="3924808" cy="460825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87"/>
            <a:ext cx="3920400" cy="460825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51"/>
            <a:ext cx="783000" cy="5029481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51"/>
            <a:ext cx="6876900" cy="5029481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8035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43"/>
            <a:ext cx="8229600" cy="54831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139"/>
            <a:ext cx="7349400" cy="1018857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599"/>
            <a:ext cx="7349400" cy="47162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56300" y="608434"/>
            <a:ext cx="8226900" cy="705639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456300" y="1490483"/>
            <a:ext cx="8226900" cy="475946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459000" y="6314753"/>
            <a:ext cx="2025000" cy="316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000" y="6314753"/>
            <a:ext cx="2970000" cy="316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658200" y="6314753"/>
            <a:ext cx="2025000" cy="3168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8035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68434" y="1014298"/>
            <a:ext cx="8811448" cy="2309148"/>
          </a:xfrm>
        </p:spPr>
        <p:txBody>
          <a:bodyPr/>
          <a:p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/>
          <a:p>
            <a:pPr algn="r"/>
            <a:r>
              <a:rPr lang="zh-CN" altLang="en-US">
                <a:solidFill>
                  <a:schemeClr val="bg1">
                    <a:lumMod val="95000"/>
                  </a:schemeClr>
                </a:solidFill>
              </a:rPr>
              <a:t>感受风的万千姿态</a:t>
            </a:r>
            <a:endParaRPr lang="zh-CN" altLang="en-US">
              <a:solidFill>
                <a:schemeClr val="bg1">
                  <a:lumMod val="95000"/>
                </a:schemeClr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AutoShape 7"/>
          <p:cNvSpPr/>
          <p:nvPr>
            <p:custDataLst>
              <p:tags r:id="rId1"/>
            </p:custDataLst>
          </p:nvPr>
        </p:nvSpPr>
        <p:spPr>
          <a:xfrm>
            <a:off x="-515542" y="2980391"/>
            <a:ext cx="2740764" cy="9135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75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微风·柳丝轻扬</a:t>
            </a:r>
            <a:endParaRPr lang="en-US" sz="2875" b="1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40" b="1" i="0" u="none" strike="noStrike">
                <a:solidFill>
                  <a:srgbClr val="E0E0E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温柔细腻，轻抚万物</a:t>
            </a:r>
            <a:endParaRPr lang="en-US" sz="1440" b="1" i="0" u="none" strike="noStrike">
              <a:solidFill>
                <a:srgbClr val="E0E0E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2"/>
            </p:custDataLst>
          </p:nvPr>
        </p:nvSpPr>
        <p:spPr>
          <a:xfrm>
            <a:off x="3201618" y="2980391"/>
            <a:ext cx="2740764" cy="9135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75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海风·波涛汹涌</a:t>
            </a:r>
            <a:endParaRPr lang="en-US" sz="990" b="1"/>
          </a:p>
          <a:p>
            <a:pPr indent="0" algn="ctr">
              <a:lnSpc>
                <a:spcPct val="125000"/>
              </a:lnSpc>
            </a:pPr>
            <a:r>
              <a:rPr lang="en-US" sz="1440" b="1" i="0" u="none" strike="noStrike">
                <a:solidFill>
                  <a:srgbClr val="E0E0E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磅礴有力，掀起巨</a:t>
            </a:r>
            <a:r>
              <a:rPr lang="en-US" sz="1260" b="1" i="0" u="none" strike="noStrike">
                <a:solidFill>
                  <a:srgbClr val="E0E0E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浪</a:t>
            </a:r>
            <a:endParaRPr lang="en-US" sz="1260" b="1" i="0" u="none" strike="noStrike">
              <a:solidFill>
                <a:srgbClr val="E0E0E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6918780" y="2980391"/>
            <a:ext cx="2740764" cy="9135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75" b="1" i="0" u="none" strike="noStrike">
                <a:solidFill>
                  <a:srgbClr val="FFFF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狂风·大漠飞沙</a:t>
            </a:r>
            <a:endParaRPr lang="en-US" sz="990" b="1"/>
          </a:p>
          <a:p>
            <a:pPr indent="0" algn="ctr">
              <a:lnSpc>
                <a:spcPct val="125000"/>
              </a:lnSpc>
            </a:pPr>
            <a:r>
              <a:rPr lang="en-US" sz="1440" b="1" i="0" u="none" strike="noStrike">
                <a:solidFill>
                  <a:srgbClr val="E0E0E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Noto Sans SC" panose="020B0200000000000000" charset="-122"/>
              </a:rPr>
              <a:t>豪迈不羁，席卷天地</a:t>
            </a:r>
            <a:endParaRPr lang="en-US" sz="1440" b="1" i="0" u="none" strike="noStrike">
              <a:solidFill>
                <a:srgbClr val="E0E0E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  <a:sym typeface="Noto Sans SC" panose="020B02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>
          <a:xfrm>
            <a:off x="-616028" y="2563801"/>
            <a:ext cx="10492593" cy="2205559"/>
          </a:xfrm>
        </p:spPr>
        <p:txBody>
          <a:bodyPr/>
          <a:p>
            <a:pPr marL="0" indent="0">
              <a:buNone/>
            </a:pPr>
            <a:r>
              <a:rPr lang="zh-CN" altLang="en-US" sz="3235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风，无处不在，轻拂过每一个角落，带来宁静与力量。</a:t>
            </a:r>
            <a:br>
              <a:rPr lang="en-US" altLang="zh-CN" sz="3235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</a:br>
            <a:r>
              <a:rPr lang="zh-CN" altLang="en-US" sz="3235" b="1">
                <a:solidFill>
                  <a:schemeClr val="tx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它是自然的呼吸，也是我们心中永恒的陪伴。</a:t>
            </a:r>
            <a:endParaRPr lang="zh-CN" altLang="en-US" sz="3235" b="1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DIAGRAM_VIRTUALLY_FRAME" val="{&quot;height&quot;:280,&quot;left&quot;:60,&quot;top&quot;:180,&quot;width&quot;:840}"/>
</p:tagLst>
</file>

<file path=ppt/tags/tag67.xml><?xml version="1.0" encoding="utf-8"?>
<p:tagLst xmlns:p="http://schemas.openxmlformats.org/presentationml/2006/main">
  <p:tag name="KSO_WM_DIAGRAM_VIRTUALLY_FRAME" val="{&quot;height&quot;:280,&quot;left&quot;:60,&quot;top&quot;:180,&quot;width&quot;:840}"/>
</p:tagLst>
</file>

<file path=ppt/tags/tag68.xml><?xml version="1.0" encoding="utf-8"?>
<p:tagLst xmlns:p="http://schemas.openxmlformats.org/presentationml/2006/main">
  <p:tag name="KSO_WM_DIAGRAM_VIRTUALLY_FRAME" val="{&quot;height&quot;:280,&quot;left&quot;:60,&quot;top&quot;:180,&quot;width&quot;:840}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WPS 演示</Application>
  <PresentationFormat>宽屏</PresentationFormat>
  <Paragraphs>13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楷体</vt:lpstr>
      <vt:lpstr>Noto Sans SC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157</cp:revision>
  <dcterms:created xsi:type="dcterms:W3CDTF">2019-06-19T02:08:00Z</dcterms:created>
  <dcterms:modified xsi:type="dcterms:W3CDTF">2026-02-05T08:42:02Z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C61478A95A8F4013BF91C77E9175190D_11</vt:lpwstr>
  </property>
</Properties>
</file>