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572008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2" userDrawn="1">
          <p15:clr>
            <a:srgbClr val="A4A3A4"/>
          </p15:clr>
        </p15:guide>
        <p15:guide id="2" pos="29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802"/>
        <p:guide pos="291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2451" y="1143000"/>
            <a:ext cx="493309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762763"/>
            <a:ext cx="7349400" cy="214414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0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969969"/>
            <a:ext cx="7349400" cy="122822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000" spc="200"/>
            </a:lvl1pPr>
            <a:lvl2pPr marL="381635" indent="0" algn="ctr">
              <a:buNone/>
              <a:defRPr sz="1670"/>
            </a:lvl2pPr>
            <a:lvl3pPr marL="762635" indent="0" algn="ctr">
              <a:buNone/>
              <a:defRPr sz="1500"/>
            </a:lvl3pPr>
            <a:lvl4pPr marL="1144270" indent="0" algn="ctr">
              <a:buNone/>
              <a:defRPr sz="1335"/>
            </a:lvl4pPr>
            <a:lvl5pPr marL="1525270" indent="0" algn="ctr">
              <a:buNone/>
              <a:defRPr sz="1335"/>
            </a:lvl5pPr>
            <a:lvl6pPr marL="1906905" indent="0" algn="ctr">
              <a:buNone/>
              <a:defRPr sz="1335"/>
            </a:lvl6pPr>
            <a:lvl7pPr marL="2287905" indent="0" algn="ctr">
              <a:buNone/>
              <a:defRPr sz="1335"/>
            </a:lvl7pPr>
            <a:lvl8pPr marL="2669540" indent="0" algn="ctr">
              <a:buNone/>
              <a:defRPr sz="1335"/>
            </a:lvl8pPr>
            <a:lvl9pPr marL="3051175" indent="0" algn="ctr">
              <a:buNone/>
              <a:defRPr sz="13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507"/>
            <a:ext cx="8226900" cy="58858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243243"/>
            <a:ext cx="8226900" cy="396996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210210"/>
            <a:ext cx="5826600" cy="63964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7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3849849"/>
            <a:ext cx="5826600" cy="723724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81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2pPr>
            <a:lvl3pPr marL="76263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3pPr>
            <a:lvl4pPr marL="1144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4pPr>
            <a:lvl5pPr marL="152527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5pPr>
            <a:lvl6pPr marL="1906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6pPr>
            <a:lvl7pPr marL="228790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7pPr>
            <a:lvl8pPr marL="266954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8pPr>
            <a:lvl9pPr marL="3051175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507"/>
            <a:ext cx="8226900" cy="58858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252252"/>
            <a:ext cx="3882600" cy="396096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252252"/>
            <a:ext cx="3882600" cy="396096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507"/>
            <a:ext cx="8226900" cy="58858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192192"/>
            <a:ext cx="4006800" cy="31831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1635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4270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905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9540" indent="0">
              <a:buNone/>
              <a:defRPr sz="1335" b="1"/>
            </a:lvl8pPr>
            <a:lvl9pPr marL="3051175" indent="0">
              <a:buNone/>
              <a:defRPr sz="13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546547"/>
            <a:ext cx="4006800" cy="366666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185960"/>
            <a:ext cx="4006800" cy="31831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1635" indent="0">
              <a:buNone/>
              <a:defRPr sz="1670" b="1"/>
            </a:lvl2pPr>
            <a:lvl3pPr marL="762635" indent="0">
              <a:buNone/>
              <a:defRPr sz="1500" b="1"/>
            </a:lvl3pPr>
            <a:lvl4pPr marL="1144270" indent="0">
              <a:buNone/>
              <a:defRPr sz="1335" b="1"/>
            </a:lvl4pPr>
            <a:lvl5pPr marL="1525270" indent="0">
              <a:buNone/>
              <a:defRPr sz="1335" b="1"/>
            </a:lvl5pPr>
            <a:lvl6pPr marL="1906905" indent="0">
              <a:buNone/>
              <a:defRPr sz="1335" b="1"/>
            </a:lvl6pPr>
            <a:lvl7pPr marL="2287905" indent="0">
              <a:buNone/>
              <a:defRPr sz="1335" b="1"/>
            </a:lvl7pPr>
            <a:lvl8pPr marL="2669540" indent="0">
              <a:buNone/>
              <a:defRPr sz="1335" b="1"/>
            </a:lvl8pPr>
            <a:lvl9pPr marL="3051175" indent="0">
              <a:buNone/>
              <a:defRPr sz="133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546547"/>
            <a:ext cx="4006800" cy="366666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507507"/>
            <a:ext cx="8226900" cy="58858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297297"/>
            <a:ext cx="3924808" cy="384384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297297"/>
            <a:ext cx="3920400" cy="384384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3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762763"/>
            <a:ext cx="783000" cy="4195194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3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762763"/>
            <a:ext cx="6876900" cy="4195194"/>
          </a:xfrm>
        </p:spPr>
        <p:txBody>
          <a:bodyPr vert="eaVert" lIns="46800" tIns="46800" rIns="46800" bIns="46800"/>
          <a:lstStyle>
            <a:lvl1pPr marL="190500" indent="-190500">
              <a:spcAft>
                <a:spcPts val="1000"/>
              </a:spcAft>
              <a:defRPr spc="300"/>
            </a:lvl1pPr>
            <a:lvl2pPr marL="572135" indent="-190500">
              <a:defRPr spc="300"/>
            </a:lvl2pPr>
            <a:lvl3pPr marL="953135" indent="-190500">
              <a:defRPr spc="300"/>
            </a:lvl3pPr>
            <a:lvl4pPr marL="1334770" indent="-190500">
              <a:defRPr spc="300"/>
            </a:lvl4pPr>
            <a:lvl5pPr marL="1716405" indent="-1905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645645"/>
            <a:ext cx="8229600" cy="45735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072072"/>
            <a:ext cx="7349400" cy="84985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0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969969"/>
            <a:ext cx="7349400" cy="39339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0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507507"/>
            <a:ext cx="8226900" cy="58858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243243"/>
            <a:ext cx="8226900" cy="3969969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5267266"/>
            <a:ext cx="2025000" cy="264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5267266"/>
            <a:ext cx="2970000" cy="264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5267266"/>
            <a:ext cx="2025000" cy="264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hf hdr="0" ftr="0"/>
  <p:txStyles>
    <p:titleStyle>
      <a:lvl1pPr algn="l" defTabSz="762635" rtl="0" eaLnBrk="1" fontAlgn="auto" latinLnBrk="0" hangingPunct="1">
        <a:lnSpc>
          <a:spcPct val="100000"/>
        </a:lnSpc>
        <a:spcBef>
          <a:spcPct val="0"/>
        </a:spcBef>
        <a:buNone/>
        <a:defRPr sz="300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90500" indent="-190500" algn="l" defTabSz="7626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5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7213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42390" algn="l"/>
          <a:tab pos="1342390" algn="l"/>
          <a:tab pos="1342390" algn="l"/>
          <a:tab pos="1342390" algn="l"/>
        </a:tabLst>
        <a:defRPr sz="13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5313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3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34770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16405" indent="-190500" algn="l" defTabSz="7626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9740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9675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6004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42310" indent="-190500" algn="l" defTabSz="76263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790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9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8894" y="846047"/>
            <a:ext cx="7349811" cy="1926108"/>
          </a:xfrm>
        </p:spPr>
        <p:txBody>
          <a:bodyPr/>
          <a:p>
            <a:r>
              <a:rPr lang="zh-CN" altLang="zh-CN"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风之语</a:t>
            </a:r>
            <a:endParaRPr lang="zh-CN" altLang="zh-CN" sz="6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p>
            <a:pPr algn="ctr"/>
            <a:r>
              <a:rPr lang="zh-CN" altLang="en-US" sz="2100">
                <a:solidFill>
                  <a:schemeClr val="bg1">
                    <a:lumMod val="9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感受风的万千姿态</a:t>
            </a:r>
            <a:endParaRPr lang="zh-CN" altLang="en-US" sz="2100">
              <a:solidFill>
                <a:schemeClr val="bg1">
                  <a:lumMod val="9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0">
        <p:split orient="vert"/>
      </p:transition>
    </mc:Choice>
    <mc:Fallback>
      <p:transition spd="slow" advTm="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191885" y="-40005"/>
            <a:ext cx="2952000" cy="5760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095625" y="-40005"/>
            <a:ext cx="2952000" cy="5760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-40005"/>
            <a:ext cx="2952000" cy="5760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AutoShape 7"/>
          <p:cNvSpPr/>
          <p:nvPr>
            <p:custDataLst>
              <p:tags r:id="rId4"/>
            </p:custDataLst>
          </p:nvPr>
        </p:nvSpPr>
        <p:spPr>
          <a:xfrm>
            <a:off x="328376" y="2486006"/>
            <a:ext cx="2286128" cy="762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微风·柳丝轻扬</a:t>
            </a:r>
            <a:endParaRPr 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0E0E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温柔细腻，轻抚万物</a:t>
            </a:r>
            <a:endParaRPr lang="en-US" sz="1200" b="1" i="0" u="none" strike="noStrike">
              <a:solidFill>
                <a:srgbClr val="E0E0E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3428936" y="2486006"/>
            <a:ext cx="2286128" cy="762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海风·波涛汹涌</a:t>
            </a:r>
            <a:endParaRPr lang="en-US" sz="825" b="1"/>
          </a:p>
          <a:p>
            <a:pPr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0E0E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磅礴有力，掀起巨</a:t>
            </a:r>
            <a:r>
              <a:rPr lang="en-US" sz="1050" b="1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浪</a:t>
            </a:r>
            <a:endParaRPr lang="en-US" sz="1050" b="1" i="0" u="none" strike="noStrike">
              <a:solidFill>
                <a:srgbClr val="E0E0E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6529498" y="2486006"/>
            <a:ext cx="2286128" cy="762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狂风·大漠飞沙</a:t>
            </a:r>
            <a:endParaRPr lang="en-US" sz="825" b="1"/>
          </a:p>
          <a:p>
            <a:pPr indent="0" algn="ctr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E0E0E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豪迈不羁，席卷天地</a:t>
            </a:r>
            <a:endParaRPr lang="en-US" sz="1200" b="1" i="0" u="none" strike="noStrike">
              <a:solidFill>
                <a:srgbClr val="E0E0E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244558" y="2138520"/>
            <a:ext cx="8752089" cy="1839702"/>
          </a:xfrm>
        </p:spPr>
        <p:txBody>
          <a:bodyPr/>
          <a:p>
            <a:pPr marL="0" indent="0" algn="ctr">
              <a:lnSpc>
                <a:spcPct val="200000"/>
              </a:lnSpc>
              <a:buNone/>
            </a:pPr>
            <a:r>
              <a:rPr lang="zh-CN" altLang="en-US" sz="27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风，无处不在，轻拂过每一个角落，带来宁静与力量。</a:t>
            </a:r>
            <a:br>
              <a:rPr lang="en-US" altLang="zh-CN" sz="27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7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它是自然的呼吸，也是我们心中永恒的陪伴。</a:t>
            </a:r>
            <a:endParaRPr lang="zh-CN" altLang="en-US" sz="27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DIAGRAM_VIRTUALLY_FRAME" val="{&quot;height&quot;:280,&quot;left&quot;:60,&quot;top&quot;:180,&quot;width&quot;:840}"/>
</p:tagLst>
</file>

<file path=ppt/tags/tag67.xml><?xml version="1.0" encoding="utf-8"?>
<p:tagLst xmlns:p="http://schemas.openxmlformats.org/presentationml/2006/main">
  <p:tag name="KSO_WM_DIAGRAM_VIRTUALLY_FRAME" val="{&quot;height&quot;:280,&quot;left&quot;:60,&quot;top&quot;:180,&quot;width&quot;:840}"/>
</p:tagLst>
</file>

<file path=ppt/tags/tag68.xml><?xml version="1.0" encoding="utf-8"?>
<p:tagLst xmlns:p="http://schemas.openxmlformats.org/presentationml/2006/main">
  <p:tag name="KSO_WM_DIAGRAM_VIRTUALLY_FRAME" val="{&quot;height&quot;:280,&quot;left&quot;:60,&quot;top&quot;:180,&quot;width&quot;:840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WPS 演示</Application>
  <PresentationFormat>宽屏</PresentationFormat>
  <Paragraphs>23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楷体</vt:lpstr>
      <vt:lpstr>Noto Sans SC</vt:lpstr>
      <vt:lpstr>微软雅黑</vt:lpstr>
      <vt:lpstr>Arial Unicode MS</vt:lpstr>
      <vt:lpstr>Calibri</vt:lpstr>
      <vt:lpstr>仿宋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158</cp:revision>
  <dcterms:created xsi:type="dcterms:W3CDTF">2019-06-19T02:08:00Z</dcterms:created>
  <dcterms:modified xsi:type="dcterms:W3CDTF">2026-02-06T03:59:38Z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F73D6DE07EA14271A775DE87350E8988_13</vt:lpwstr>
  </property>
</Properties>
</file>