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9" r:id="rId3"/>
    <p:sldId id="257" r:id="rId4"/>
    <p:sldId id="260" r:id="rId5"/>
  </p:sldIdLst>
  <p:sldSz cx="9144000" cy="6858000" type="screen4x3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5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1CABB6-BFDF-4FC6-A003-F3EA4A12026B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FA07A460-26AF-45CF-85BA-1316F63F2EA0}">
      <dgm:prSet phldrT="[文本]"/>
      <dgm:spPr/>
      <dgm:t>
        <a:bodyPr/>
        <a:lstStyle/>
        <a:p>
          <a:r>
            <a:rPr lang="zh-CN" altLang="en-US" dirty="0" smtClean="0"/>
            <a:t>生态</a:t>
          </a:r>
          <a:endParaRPr lang="zh-CN" altLang="en-US" dirty="0"/>
        </a:p>
      </dgm:t>
    </dgm:pt>
    <dgm:pt modelId="{09D89F31-6149-4C01-9B32-3628A94FBADB}" type="parTrans" cxnId="{54E3CB82-F938-4A5F-AE47-9CB8DA7539E5}">
      <dgm:prSet/>
      <dgm:spPr/>
      <dgm:t>
        <a:bodyPr/>
        <a:lstStyle/>
        <a:p>
          <a:endParaRPr lang="zh-CN" altLang="en-US"/>
        </a:p>
      </dgm:t>
    </dgm:pt>
    <dgm:pt modelId="{442D6862-CCFF-4BBD-AFD0-9C7DFF795F8D}" type="sibTrans" cxnId="{54E3CB82-F938-4A5F-AE47-9CB8DA7539E5}">
      <dgm:prSet/>
      <dgm:spPr/>
      <dgm:t>
        <a:bodyPr/>
        <a:lstStyle/>
        <a:p>
          <a:endParaRPr lang="zh-CN" altLang="en-US"/>
        </a:p>
      </dgm:t>
    </dgm:pt>
    <dgm:pt modelId="{36A510F2-CAAB-4923-BB02-7A22F62B15FC}">
      <dgm:prSet phldrT="[文本]"/>
      <dgm:spPr/>
      <dgm:t>
        <a:bodyPr/>
        <a:lstStyle/>
        <a:p>
          <a:r>
            <a:rPr lang="zh-CN" altLang="en-US" dirty="0" smtClean="0"/>
            <a:t>草原</a:t>
          </a:r>
          <a:endParaRPr lang="zh-CN" altLang="en-US" dirty="0"/>
        </a:p>
      </dgm:t>
    </dgm:pt>
    <dgm:pt modelId="{BE35C4CA-3039-41F8-A07F-FDDE0433BDB3}" type="parTrans" cxnId="{14227EA7-3A79-406C-A5F2-805533CACB31}">
      <dgm:prSet/>
      <dgm:spPr/>
      <dgm:t>
        <a:bodyPr/>
        <a:lstStyle/>
        <a:p>
          <a:endParaRPr lang="zh-CN" altLang="en-US"/>
        </a:p>
      </dgm:t>
    </dgm:pt>
    <dgm:pt modelId="{8E8DFAC4-FF5F-480E-AAC0-6EDB6EDA4F7B}" type="sibTrans" cxnId="{14227EA7-3A79-406C-A5F2-805533CACB31}">
      <dgm:prSet/>
      <dgm:spPr/>
      <dgm:t>
        <a:bodyPr/>
        <a:lstStyle/>
        <a:p>
          <a:endParaRPr lang="zh-CN" altLang="en-US"/>
        </a:p>
      </dgm:t>
    </dgm:pt>
    <dgm:pt modelId="{48948292-23E5-4E7E-8755-00923FCCD400}">
      <dgm:prSet phldrT="[文本]"/>
      <dgm:spPr/>
      <dgm:t>
        <a:bodyPr/>
        <a:lstStyle/>
        <a:p>
          <a:r>
            <a:rPr lang="zh-CN" altLang="en-US" dirty="0" smtClean="0"/>
            <a:t>牧民</a:t>
          </a:r>
          <a:endParaRPr lang="zh-CN" altLang="en-US" dirty="0"/>
        </a:p>
      </dgm:t>
    </dgm:pt>
    <dgm:pt modelId="{82D6C453-56E6-4D28-A1EA-77DA1F7FA4AB}" type="parTrans" cxnId="{651BD28D-7A82-4EC3-86EB-490E36DE1BCD}">
      <dgm:prSet/>
      <dgm:spPr/>
      <dgm:t>
        <a:bodyPr/>
        <a:lstStyle/>
        <a:p>
          <a:endParaRPr lang="zh-CN" altLang="en-US"/>
        </a:p>
      </dgm:t>
    </dgm:pt>
    <dgm:pt modelId="{58A4F690-B71C-48EC-BE22-5FC36C387671}" type="sibTrans" cxnId="{651BD28D-7A82-4EC3-86EB-490E36DE1BCD}">
      <dgm:prSet/>
      <dgm:spPr/>
      <dgm:t>
        <a:bodyPr/>
        <a:lstStyle/>
        <a:p>
          <a:endParaRPr lang="zh-CN" altLang="en-US"/>
        </a:p>
      </dgm:t>
    </dgm:pt>
    <dgm:pt modelId="{B7BB1AF5-B643-42F9-BC86-5BF30BCE4E96}">
      <dgm:prSet phldrT="[文本]"/>
      <dgm:spPr/>
      <dgm:t>
        <a:bodyPr/>
        <a:lstStyle/>
        <a:p>
          <a:r>
            <a:rPr lang="zh-CN" altLang="en-US" dirty="0" smtClean="0"/>
            <a:t>政策</a:t>
          </a:r>
          <a:endParaRPr lang="zh-CN" altLang="en-US" dirty="0"/>
        </a:p>
      </dgm:t>
    </dgm:pt>
    <dgm:pt modelId="{3B0EB7F8-21E6-494C-A6CE-02C3C80CB7C2}" type="parTrans" cxnId="{38A2D52D-9501-4123-9922-C3CA09846DCB}">
      <dgm:prSet/>
      <dgm:spPr/>
      <dgm:t>
        <a:bodyPr/>
        <a:lstStyle/>
        <a:p>
          <a:endParaRPr lang="zh-CN" altLang="en-US"/>
        </a:p>
      </dgm:t>
    </dgm:pt>
    <dgm:pt modelId="{1DD3452A-3F79-40FD-B053-ED86B16CE56B}" type="sibTrans" cxnId="{38A2D52D-9501-4123-9922-C3CA09846DCB}">
      <dgm:prSet/>
      <dgm:spPr/>
      <dgm:t>
        <a:bodyPr/>
        <a:lstStyle/>
        <a:p>
          <a:endParaRPr lang="zh-CN" altLang="en-US"/>
        </a:p>
      </dgm:t>
    </dgm:pt>
    <dgm:pt modelId="{8D461504-6B97-42BA-92C4-A1B4DA7BC0D0}" type="pres">
      <dgm:prSet presAssocID="{FD1CABB6-BFDF-4FC6-A003-F3EA4A12026B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9E95592B-FCC9-43EC-9D6B-055BDE7E9D09}" type="pres">
      <dgm:prSet presAssocID="{FD1CABB6-BFDF-4FC6-A003-F3EA4A12026B}" presName="diamond" presStyleLbl="bgShp" presStyleIdx="0" presStyleCnt="1"/>
      <dgm:spPr/>
    </dgm:pt>
    <dgm:pt modelId="{37A21DED-1380-43C2-9638-62AF8FF74B95}" type="pres">
      <dgm:prSet presAssocID="{FD1CABB6-BFDF-4FC6-A003-F3EA4A12026B}" presName="quad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A4F492C-5C1B-4053-B4DB-AA6B65BFEF8B}" type="pres">
      <dgm:prSet presAssocID="{FD1CABB6-BFDF-4FC6-A003-F3EA4A12026B}" presName="quad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C3DFE4-E553-41C0-9BF3-FF348464DE44}" type="pres">
      <dgm:prSet presAssocID="{FD1CABB6-BFDF-4FC6-A003-F3EA4A12026B}" presName="quad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73971E1-D553-4927-8FDD-425D715B9E4F}" type="pres">
      <dgm:prSet presAssocID="{FD1CABB6-BFDF-4FC6-A003-F3EA4A12026B}" presName="quad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4E3CB82-F938-4A5F-AE47-9CB8DA7539E5}" srcId="{FD1CABB6-BFDF-4FC6-A003-F3EA4A12026B}" destId="{FA07A460-26AF-45CF-85BA-1316F63F2EA0}" srcOrd="0" destOrd="0" parTransId="{09D89F31-6149-4C01-9B32-3628A94FBADB}" sibTransId="{442D6862-CCFF-4BBD-AFD0-9C7DFF795F8D}"/>
    <dgm:cxn modelId="{38A2D52D-9501-4123-9922-C3CA09846DCB}" srcId="{FD1CABB6-BFDF-4FC6-A003-F3EA4A12026B}" destId="{B7BB1AF5-B643-42F9-BC86-5BF30BCE4E96}" srcOrd="3" destOrd="0" parTransId="{3B0EB7F8-21E6-494C-A6CE-02C3C80CB7C2}" sibTransId="{1DD3452A-3F79-40FD-B053-ED86B16CE56B}"/>
    <dgm:cxn modelId="{14227EA7-3A79-406C-A5F2-805533CACB31}" srcId="{FD1CABB6-BFDF-4FC6-A003-F3EA4A12026B}" destId="{36A510F2-CAAB-4923-BB02-7A22F62B15FC}" srcOrd="1" destOrd="0" parTransId="{BE35C4CA-3039-41F8-A07F-FDDE0433BDB3}" sibTransId="{8E8DFAC4-FF5F-480E-AAC0-6EDB6EDA4F7B}"/>
    <dgm:cxn modelId="{04AE3D95-92CF-4684-B1D7-052D391E0BA8}" type="presOf" srcId="{FD1CABB6-BFDF-4FC6-A003-F3EA4A12026B}" destId="{8D461504-6B97-42BA-92C4-A1B4DA7BC0D0}" srcOrd="0" destOrd="0" presId="urn:microsoft.com/office/officeart/2005/8/layout/matrix3"/>
    <dgm:cxn modelId="{1229868E-8949-4E21-900E-CCEE93DC5E74}" type="presOf" srcId="{FA07A460-26AF-45CF-85BA-1316F63F2EA0}" destId="{37A21DED-1380-43C2-9638-62AF8FF74B95}" srcOrd="0" destOrd="0" presId="urn:microsoft.com/office/officeart/2005/8/layout/matrix3"/>
    <dgm:cxn modelId="{651BD28D-7A82-4EC3-86EB-490E36DE1BCD}" srcId="{FD1CABB6-BFDF-4FC6-A003-F3EA4A12026B}" destId="{48948292-23E5-4E7E-8755-00923FCCD400}" srcOrd="2" destOrd="0" parTransId="{82D6C453-56E6-4D28-A1EA-77DA1F7FA4AB}" sibTransId="{58A4F690-B71C-48EC-BE22-5FC36C387671}"/>
    <dgm:cxn modelId="{5EC04045-4627-4635-BDEA-89BACF80ADA4}" type="presOf" srcId="{36A510F2-CAAB-4923-BB02-7A22F62B15FC}" destId="{4A4F492C-5C1B-4053-B4DB-AA6B65BFEF8B}" srcOrd="0" destOrd="0" presId="urn:microsoft.com/office/officeart/2005/8/layout/matrix3"/>
    <dgm:cxn modelId="{C03C9301-7D85-4C88-992A-BC0E5E77D053}" type="presOf" srcId="{B7BB1AF5-B643-42F9-BC86-5BF30BCE4E96}" destId="{C73971E1-D553-4927-8FDD-425D715B9E4F}" srcOrd="0" destOrd="0" presId="urn:microsoft.com/office/officeart/2005/8/layout/matrix3"/>
    <dgm:cxn modelId="{72BD1280-E0F1-4B25-9396-395102E22B4E}" type="presOf" srcId="{48948292-23E5-4E7E-8755-00923FCCD400}" destId="{00C3DFE4-E553-41C0-9BF3-FF348464DE44}" srcOrd="0" destOrd="0" presId="urn:microsoft.com/office/officeart/2005/8/layout/matrix3"/>
    <dgm:cxn modelId="{75D8A9E6-7F0D-42FB-9C77-46AD51D33812}" type="presParOf" srcId="{8D461504-6B97-42BA-92C4-A1B4DA7BC0D0}" destId="{9E95592B-FCC9-43EC-9D6B-055BDE7E9D09}" srcOrd="0" destOrd="0" presId="urn:microsoft.com/office/officeart/2005/8/layout/matrix3"/>
    <dgm:cxn modelId="{873B9293-863E-45DA-85B0-D6C9F123F0E3}" type="presParOf" srcId="{8D461504-6B97-42BA-92C4-A1B4DA7BC0D0}" destId="{37A21DED-1380-43C2-9638-62AF8FF74B95}" srcOrd="1" destOrd="0" presId="urn:microsoft.com/office/officeart/2005/8/layout/matrix3"/>
    <dgm:cxn modelId="{7DD71CC7-C238-4270-BC4F-514304CA864F}" type="presParOf" srcId="{8D461504-6B97-42BA-92C4-A1B4DA7BC0D0}" destId="{4A4F492C-5C1B-4053-B4DB-AA6B65BFEF8B}" srcOrd="2" destOrd="0" presId="urn:microsoft.com/office/officeart/2005/8/layout/matrix3"/>
    <dgm:cxn modelId="{F1D9C75A-073E-4E8E-90AF-0FF8177D21B6}" type="presParOf" srcId="{8D461504-6B97-42BA-92C4-A1B4DA7BC0D0}" destId="{00C3DFE4-E553-41C0-9BF3-FF348464DE44}" srcOrd="3" destOrd="0" presId="urn:microsoft.com/office/officeart/2005/8/layout/matrix3"/>
    <dgm:cxn modelId="{27E0D009-98E9-4906-BC35-4BB10C93237F}" type="presParOf" srcId="{8D461504-6B97-42BA-92C4-A1B4DA7BC0D0}" destId="{C73971E1-D553-4927-8FDD-425D715B9E4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5592B-FCC9-43EC-9D6B-055BDE7E9D09}">
      <dsp:nvSpPr>
        <dsp:cNvPr id="0" name=""/>
        <dsp:cNvSpPr/>
      </dsp:nvSpPr>
      <dsp:spPr>
        <a:xfrm>
          <a:off x="0" y="37305"/>
          <a:ext cx="3419475" cy="341947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A21DED-1380-43C2-9638-62AF8FF74B95}">
      <dsp:nvSpPr>
        <dsp:cNvPr id="0" name=""/>
        <dsp:cNvSpPr/>
      </dsp:nvSpPr>
      <dsp:spPr>
        <a:xfrm>
          <a:off x="324850" y="362156"/>
          <a:ext cx="1333595" cy="1333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生态</a:t>
          </a:r>
          <a:endParaRPr lang="zh-CN" altLang="en-US" sz="3600" kern="1200" dirty="0"/>
        </a:p>
      </dsp:txBody>
      <dsp:txXfrm>
        <a:off x="389951" y="427257"/>
        <a:ext cx="1203393" cy="1203393"/>
      </dsp:txXfrm>
    </dsp:sp>
    <dsp:sp modelId="{4A4F492C-5C1B-4053-B4DB-AA6B65BFEF8B}">
      <dsp:nvSpPr>
        <dsp:cNvPr id="0" name=""/>
        <dsp:cNvSpPr/>
      </dsp:nvSpPr>
      <dsp:spPr>
        <a:xfrm>
          <a:off x="1761029" y="362156"/>
          <a:ext cx="1333595" cy="1333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草原</a:t>
          </a:r>
          <a:endParaRPr lang="zh-CN" altLang="en-US" sz="3600" kern="1200" dirty="0"/>
        </a:p>
      </dsp:txBody>
      <dsp:txXfrm>
        <a:off x="1826130" y="427257"/>
        <a:ext cx="1203393" cy="1203393"/>
      </dsp:txXfrm>
    </dsp:sp>
    <dsp:sp modelId="{00C3DFE4-E553-41C0-9BF3-FF348464DE44}">
      <dsp:nvSpPr>
        <dsp:cNvPr id="0" name=""/>
        <dsp:cNvSpPr/>
      </dsp:nvSpPr>
      <dsp:spPr>
        <a:xfrm>
          <a:off x="324850" y="1798335"/>
          <a:ext cx="1333595" cy="1333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牧民</a:t>
          </a:r>
          <a:endParaRPr lang="zh-CN" altLang="en-US" sz="3600" kern="1200" dirty="0"/>
        </a:p>
      </dsp:txBody>
      <dsp:txXfrm>
        <a:off x="389951" y="1863436"/>
        <a:ext cx="1203393" cy="1203393"/>
      </dsp:txXfrm>
    </dsp:sp>
    <dsp:sp modelId="{C73971E1-D553-4927-8FDD-425D715B9E4F}">
      <dsp:nvSpPr>
        <dsp:cNvPr id="0" name=""/>
        <dsp:cNvSpPr/>
      </dsp:nvSpPr>
      <dsp:spPr>
        <a:xfrm>
          <a:off x="1761029" y="1798335"/>
          <a:ext cx="1333595" cy="13335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 smtClean="0"/>
            <a:t>政策</a:t>
          </a:r>
          <a:endParaRPr lang="zh-CN" altLang="en-US" sz="3600" kern="1200" dirty="0"/>
        </a:p>
      </dsp:txBody>
      <dsp:txXfrm>
        <a:off x="1826130" y="1863436"/>
        <a:ext cx="1203393" cy="1203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9684A-F058-436A-B85C-EF8282A14ACB}" type="datetimeFigureOut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62611-5D33-4025-983C-DF5F914A9D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798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633EB9B-E2B4-40A4-B497-4CFBB091E84D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B7F0-972E-46F2-9C08-BD6AA8ECC42A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E77A4-97F8-492D-B51F-300ADC4F743F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A7AA-A2B8-4197-B3C6-EB054A4A4043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4C001-BE92-4A27-A271-38229CAC1892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4180-66E5-4ACD-AC7B-817885E2E74B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D8CCF-C277-4A69-8923-0A34D5067DCD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66ED0-F657-43BA-8FB2-C57F4D20AAE8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4C1FA-34E5-4352-AE4C-5261CE260EF6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52D7F4-F379-4F7D-A931-A0C3C0C75678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72551-88BE-4C59-A02C-67C39F400385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F2BBF52A-5CFB-4FCB-B57A-649929A773B3}" type="datetime1">
              <a:rPr lang="zh-CN" altLang="en-US" smtClean="0"/>
              <a:t>2021-12-28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4200" dirty="0">
                <a:latin typeface="华文行楷" pitchFamily="2" charset="-122"/>
                <a:ea typeface="华文行楷" pitchFamily="2" charset="-122"/>
              </a:rPr>
              <a:t>草原生态补奖政策实施十年</a:t>
            </a:r>
          </a:p>
        </p:txBody>
      </p:sp>
      <p:sp>
        <p:nvSpPr>
          <p:cNvPr id="3" name="副标题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2200" dirty="0">
                <a:latin typeface="华文楷体" pitchFamily="2" charset="-122"/>
                <a:ea typeface="华文楷体" pitchFamily="2" charset="-122"/>
              </a:rPr>
              <a:t>38.2</a:t>
            </a:r>
            <a:r>
              <a:rPr lang="zh-CN" altLang="en-US" sz="2200" dirty="0">
                <a:latin typeface="华文楷体" pitchFamily="2" charset="-122"/>
                <a:ea typeface="华文楷体" pitchFamily="2" charset="-122"/>
              </a:rPr>
              <a:t>亿亩草原得到休养生息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95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万马奔腾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中国科普网讯（记者胡利娟）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3</a:t>
            </a:r>
            <a:r>
              <a:rPr lang="zh-CN" altLang="en-US" dirty="0"/>
              <a:t>日，记者从国家林业和草原局获悉，草原生态保护补助奖励政策实施十年来，国家累计投入资金超过</a:t>
            </a:r>
            <a:r>
              <a:rPr lang="en-US" altLang="zh-CN" dirty="0"/>
              <a:t>1500</a:t>
            </a:r>
            <a:r>
              <a:rPr lang="zh-CN" altLang="en-US" dirty="0"/>
              <a:t>亿元，</a:t>
            </a:r>
            <a:r>
              <a:rPr lang="en-US" altLang="zh-CN" dirty="0"/>
              <a:t>1200</a:t>
            </a:r>
            <a:r>
              <a:rPr lang="zh-CN" altLang="en-US" dirty="0"/>
              <a:t>多万户农牧民受益，草原生态持续恢复，生物多样性明显增加，草原无序利用、过度开发、严重过牧的状况得到扭转。目前，该政策已实施两轮，落实禁牧面积</a:t>
            </a:r>
            <a:r>
              <a:rPr lang="en-US" altLang="zh-CN" dirty="0"/>
              <a:t>12.1</a:t>
            </a:r>
            <a:r>
              <a:rPr lang="zh-CN" altLang="en-US" dirty="0"/>
              <a:t>亿亩，草畜平衡面积</a:t>
            </a:r>
            <a:r>
              <a:rPr lang="en-US" altLang="zh-CN" dirty="0"/>
              <a:t>26.1</a:t>
            </a:r>
            <a:r>
              <a:rPr lang="zh-CN" altLang="en-US" dirty="0"/>
              <a:t>亿亩，取得了很好的生态、经济和社会效益。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025" y="3100018"/>
            <a:ext cx="3419475" cy="1920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1159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草原生态补奖政策</a:t>
            </a: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mtClean="0"/>
              <a:t>我的草原我的马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为促进草原生态稳步恢复和牧区经济可持续发展、不断拓宽农牧民增收渠道，</a:t>
            </a:r>
            <a:r>
              <a:rPr lang="en-US" altLang="zh-CN" dirty="0"/>
              <a:t>2011</a:t>
            </a:r>
            <a:r>
              <a:rPr lang="zh-CN" altLang="en-US" dirty="0"/>
              <a:t>年开始，我国在内蒙古、新疆、西藏、青海等</a:t>
            </a:r>
            <a:r>
              <a:rPr lang="en-US" altLang="zh-CN" dirty="0"/>
              <a:t>13</a:t>
            </a:r>
            <a:r>
              <a:rPr lang="zh-CN" altLang="en-US" dirty="0"/>
              <a:t>个省区，</a:t>
            </a:r>
            <a:r>
              <a:rPr lang="en-US" altLang="zh-CN" dirty="0"/>
              <a:t>657</a:t>
            </a:r>
            <a:r>
              <a:rPr lang="zh-CN" altLang="en-US" dirty="0"/>
              <a:t>个县、旗（团场、农场），实施草原生态保护补助奖励政策。其中，内蒙古草原禁牧区的草品种数量，由政策实施前的每平方米</a:t>
            </a:r>
            <a:r>
              <a:rPr lang="en-US" altLang="zh-CN" dirty="0"/>
              <a:t>8</a:t>
            </a:r>
            <a:r>
              <a:rPr lang="zh-CN" altLang="en-US" dirty="0"/>
              <a:t>种增加到</a:t>
            </a:r>
            <a:r>
              <a:rPr lang="en-US" altLang="zh-CN" dirty="0"/>
              <a:t>12</a:t>
            </a:r>
            <a:r>
              <a:rPr lang="zh-CN" altLang="en-US" dirty="0"/>
              <a:t>种，草畜平衡区从</a:t>
            </a:r>
            <a:r>
              <a:rPr lang="en-US" altLang="zh-CN" dirty="0"/>
              <a:t>12</a:t>
            </a:r>
            <a:r>
              <a:rPr lang="zh-CN" altLang="en-US" dirty="0"/>
              <a:t>种增加到</a:t>
            </a:r>
            <a:r>
              <a:rPr lang="en-US" altLang="zh-CN" dirty="0"/>
              <a:t>46</a:t>
            </a:r>
            <a:r>
              <a:rPr lang="zh-CN" altLang="en-US" dirty="0"/>
              <a:t>种。青海三江源草地整体退化的趋势得到遏制，野生动物种群明显增多。青海等省区的一些贫困县，补奖政策收入占比达到</a:t>
            </a:r>
            <a:r>
              <a:rPr lang="en-US" altLang="zh-CN" dirty="0"/>
              <a:t>65%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172870312"/>
              </p:ext>
            </p:extLst>
          </p:nvPr>
        </p:nvGraphicFramePr>
        <p:xfrm>
          <a:off x="4645025" y="2312988"/>
          <a:ext cx="3419475" cy="349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21106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9E95592B-FCC9-43EC-9D6B-055BDE7E9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graphicEl>
                                              <a:dgm id="{9E95592B-FCC9-43EC-9D6B-055BDE7E9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graphicEl>
                                              <a:dgm id="{9E95592B-FCC9-43EC-9D6B-055BDE7E9D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37A21DED-1380-43C2-9638-62AF8FF74B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graphicEl>
                                              <a:dgm id="{37A21DED-1380-43C2-9638-62AF8FF74B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graphicEl>
                                              <a:dgm id="{37A21DED-1380-43C2-9638-62AF8FF74B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4A4F492C-5C1B-4053-B4DB-AA6B65BFE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graphicEl>
                                              <a:dgm id="{4A4F492C-5C1B-4053-B4DB-AA6B65BFE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graphicEl>
                                              <a:dgm id="{4A4F492C-5C1B-4053-B4DB-AA6B65BFEF8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00C3DFE4-E553-41C0-9BF3-FF348464D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graphicEl>
                                              <a:dgm id="{00C3DFE4-E553-41C0-9BF3-FF348464D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graphicEl>
                                              <a:dgm id="{00C3DFE4-E553-41C0-9BF3-FF348464DE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dgm id="{C73971E1-D553-4927-8FDD-425D715B9E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graphicEl>
                                              <a:dgm id="{C73971E1-D553-4927-8FDD-425D715B9E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graphicEl>
                                              <a:dgm id="{C73971E1-D553-4927-8FDD-425D715B9E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4778883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MESSAGE" val="{&quot;State&quot;:1,&quot;KejianId&quot;:null,&quot;KejianName&quot;:null,&quot;PeriodId&quot;:null}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32</TotalTime>
  <Words>271</Words>
  <Application>Microsoft Office PowerPoint</Application>
  <PresentationFormat>全屏显示(4:3)</PresentationFormat>
  <Paragraphs>16</Paragraphs>
  <Slides>4</Slides>
  <Notes>0</Notes>
  <HiddenSlides>1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奥斯汀</vt:lpstr>
      <vt:lpstr>草原生态补奖政策实施十年</vt:lpstr>
      <vt:lpstr>万马奔腾</vt:lpstr>
      <vt:lpstr>草原生态补奖政策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草原生态补奖政策实施十年</dc:title>
  <dc:creator>Administrator</dc:creator>
  <cp:lastModifiedBy>lipp</cp:lastModifiedBy>
  <cp:revision>12</cp:revision>
  <dcterms:created xsi:type="dcterms:W3CDTF">2021-12-03T11:31:19Z</dcterms:created>
  <dcterms:modified xsi:type="dcterms:W3CDTF">2021-12-28T02:48:14Z</dcterms:modified>
</cp:coreProperties>
</file>