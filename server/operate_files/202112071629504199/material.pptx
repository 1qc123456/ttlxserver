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02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草原生态补奖政策实施十年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38.2</a:t>
            </a:r>
            <a:r>
              <a:rPr lang="zh-CN" altLang="en-US" dirty="0"/>
              <a:t>亿亩草原得到休养生息</a:t>
            </a:r>
          </a:p>
        </p:txBody>
      </p:sp>
    </p:spTree>
    <p:extLst>
      <p:ext uri="{BB962C8B-B14F-4D97-AF65-F5344CB8AC3E}">
        <p14:creationId xmlns:p14="http://schemas.microsoft.com/office/powerpoint/2010/main" val="3858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中国科普网讯（记者胡利娟）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日，记者从国家林业和草原局获悉，草原生态保护补助奖励政策实施十年来，国家累计投入资金超过</a:t>
            </a:r>
            <a:r>
              <a:rPr lang="en-US" altLang="zh-CN" dirty="0"/>
              <a:t>1500</a:t>
            </a:r>
            <a:r>
              <a:rPr lang="zh-CN" altLang="en-US" dirty="0"/>
              <a:t>亿元，</a:t>
            </a:r>
            <a:r>
              <a:rPr lang="en-US" altLang="zh-CN" dirty="0"/>
              <a:t>1200</a:t>
            </a:r>
            <a:r>
              <a:rPr lang="zh-CN" altLang="en-US" dirty="0"/>
              <a:t>多万户农牧民受益，草原生态持续恢复，生物多样性明显增加，草原无序利用、过度开发、严重过牧的状况得到扭转。目前，该政策已实施两轮，落实禁牧面积</a:t>
            </a:r>
            <a:r>
              <a:rPr lang="en-US" altLang="zh-CN" dirty="0"/>
              <a:t>12.1</a:t>
            </a:r>
            <a:r>
              <a:rPr lang="zh-CN" altLang="en-US" dirty="0"/>
              <a:t>亿亩，草畜平衡面积</a:t>
            </a:r>
            <a:r>
              <a:rPr lang="en-US" altLang="zh-CN" dirty="0"/>
              <a:t>26.1</a:t>
            </a:r>
            <a:r>
              <a:rPr lang="zh-CN" altLang="en-US" dirty="0"/>
              <a:t>亿亩，取得了很好的生态、经济和社会效益。</a:t>
            </a:r>
          </a:p>
        </p:txBody>
      </p:sp>
    </p:spTree>
    <p:extLst>
      <p:ext uri="{BB962C8B-B14F-4D97-AF65-F5344CB8AC3E}">
        <p14:creationId xmlns:p14="http://schemas.microsoft.com/office/powerpoint/2010/main" val="48011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为促进草原生态稳步恢复和牧区经济可持续发展、不断拓宽农牧民增收渠道，</a:t>
            </a:r>
            <a:r>
              <a:rPr lang="en-US" altLang="zh-CN" dirty="0"/>
              <a:t>2011</a:t>
            </a:r>
            <a:r>
              <a:rPr lang="zh-CN" altLang="en-US" dirty="0"/>
              <a:t>年开始，我国在内蒙古、新疆、西藏、青海等</a:t>
            </a:r>
            <a:r>
              <a:rPr lang="en-US" altLang="zh-CN" dirty="0"/>
              <a:t>13</a:t>
            </a:r>
            <a:r>
              <a:rPr lang="zh-CN" altLang="en-US" dirty="0"/>
              <a:t>个省区，</a:t>
            </a:r>
            <a:r>
              <a:rPr lang="en-US" altLang="zh-CN" dirty="0"/>
              <a:t>657</a:t>
            </a:r>
            <a:r>
              <a:rPr lang="zh-CN" altLang="en-US" dirty="0"/>
              <a:t>个县、旗（团场、农场），实施草原生态保护补助奖励政策。其中，内蒙古草原禁牧区的草品种数量，由政策实施前的每平方米</a:t>
            </a:r>
            <a:r>
              <a:rPr lang="en-US" altLang="zh-CN" dirty="0"/>
              <a:t>8</a:t>
            </a:r>
            <a:r>
              <a:rPr lang="zh-CN" altLang="en-US" dirty="0"/>
              <a:t>种增加到</a:t>
            </a:r>
            <a:r>
              <a:rPr lang="en-US" altLang="zh-CN" dirty="0"/>
              <a:t>12</a:t>
            </a:r>
            <a:r>
              <a:rPr lang="zh-CN" altLang="en-US" dirty="0"/>
              <a:t>种，草畜平衡区从</a:t>
            </a:r>
            <a:r>
              <a:rPr lang="en-US" altLang="zh-CN" dirty="0"/>
              <a:t>12</a:t>
            </a:r>
            <a:r>
              <a:rPr lang="zh-CN" altLang="en-US" dirty="0"/>
              <a:t>种增加到</a:t>
            </a:r>
            <a:r>
              <a:rPr lang="en-US" altLang="zh-CN" dirty="0"/>
              <a:t>46</a:t>
            </a:r>
            <a:r>
              <a:rPr lang="zh-CN" altLang="en-US" dirty="0"/>
              <a:t>种。青海三江源草地整体退化的趋势得到遏制，野生动物种群明显增多。青海等省区的一些贫困县，补奖政策收入占比达到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211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生态</a:t>
            </a:r>
            <a:endParaRPr lang="en-US" altLang="zh-CN" dirty="0" smtClean="0"/>
          </a:p>
          <a:p>
            <a:r>
              <a:rPr lang="zh-CN" altLang="en-US" dirty="0" smtClean="0"/>
              <a:t>草原</a:t>
            </a:r>
            <a:endParaRPr lang="en-US" altLang="zh-CN" dirty="0" smtClean="0"/>
          </a:p>
          <a:p>
            <a:r>
              <a:rPr lang="zh-CN" altLang="en-US" dirty="0" smtClean="0"/>
              <a:t>牧民</a:t>
            </a:r>
            <a:endParaRPr lang="en-US" altLang="zh-CN" dirty="0" smtClean="0"/>
          </a:p>
          <a:p>
            <a:r>
              <a:rPr lang="zh-CN" altLang="en-US" dirty="0"/>
              <a:t>政策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981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244</Words>
  <Application>Microsoft Office PowerPoint</Application>
  <PresentationFormat>全屏显示(4:3)</PresentationFormat>
  <Paragraphs>8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草原生态补奖政策实施十年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草原生态补奖政策实施十年</dc:title>
  <dc:creator>Administrator</dc:creator>
  <cp:lastModifiedBy>86133</cp:lastModifiedBy>
  <cp:revision>4</cp:revision>
  <dcterms:created xsi:type="dcterms:W3CDTF">2021-12-03T11:31:19Z</dcterms:created>
  <dcterms:modified xsi:type="dcterms:W3CDTF">2021-12-10T07:50:31Z</dcterms:modified>
</cp:coreProperties>
</file>