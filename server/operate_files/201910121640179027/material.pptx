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2019-10-12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661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88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2019-10-11T09:11:35Z</dcterms:created>
  <dcterms:modified xsi:type="dcterms:W3CDTF">2019-10-12T07:30:12Z</dcterms:modified>
</cp:coreProperties>
</file>