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400" dirty="0" smtClean="0">
                <a:latin typeface="黑体" pitchFamily="49" charset="-122"/>
                <a:ea typeface="黑体" pitchFamily="49" charset="-122"/>
              </a:rPr>
              <a:t>鹊桥相会</a:t>
            </a:r>
            <a:endParaRPr lang="zh-CN" altLang="en-US" sz="6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</a:rPr>
              <a:t>七夕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61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动作按钮: 后退或前一项 3">
            <a:hlinkClick r:id="" action="ppaction://hlinkshowjump?jump=previousslide" highlightClick="1"/>
          </p:cNvPr>
          <p:cNvSpPr/>
          <p:nvPr/>
        </p:nvSpPr>
        <p:spPr>
          <a:xfrm>
            <a:off x="7668344" y="5661248"/>
            <a:ext cx="936104" cy="864096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884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86133\Desktop\PPT\012_幻灯片满分素材文件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238250"/>
            <a:ext cx="760095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128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</TotalTime>
  <Words>3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穿越</vt:lpstr>
      <vt:lpstr>鹊桥相会</vt:lpstr>
      <vt:lpstr>内容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2019-10-11T09:11:35Z</dcterms:created>
  <dcterms:modified xsi:type="dcterms:W3CDTF">2021-05-24T01:36:40Z</dcterms:modified>
</cp:coreProperties>
</file>