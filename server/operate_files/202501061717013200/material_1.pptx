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3827B0-BB58-4C96-AE21-2CBCA6D347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13419-F5E7-439D-92D4-67C260ABE7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9264B-6A45-4F0D-B8F4-68B14810B2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4D3BE3-55F3-4FA9-AF2B-DF669C3A88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5969-AAEA-4BCA-A944-A099BBF6AF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3FB18-96BD-449A-A86F-91C0A4C493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2DB26-7FCF-44B4-AE6E-FF4543C5064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C210F-E755-497A-9C46-0507C25F1E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9C7F64-BA36-4863-8F16-7EF1ABFDAD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0E6A4-821F-4FDA-A495-A6FD886BC4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27BF9-D130-429E-BCF0-82C6857201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74E4404-8DDF-4668-937F-7672EDAD983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700" b="1">
                <a:latin typeface="黑体" panose="02010609060101010101" charset="-122"/>
                <a:ea typeface="黑体" panose="02010609060101010101" charset="-122"/>
              </a:rPr>
              <a:t>国家一级保护动物东方白鹳</a:t>
            </a:r>
            <a:endParaRPr lang="zh-CN" altLang="en-US" sz="67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3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从玄武湖公园集体出逃</a:t>
            </a:r>
            <a:endParaRPr lang="zh-CN" altLang="en-US" sz="33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昨天，一只大鸟在南京江宁区空中跌落，得到一位看门老人及时救护。据了解，这是国家一级保护动物，甚至被列为濒危物种的东方白鹳，几天前，它和另外</a:t>
            </a:r>
            <a:r>
              <a:rPr lang="en-US" altLang="zh-CN"/>
              <a:t>5</a:t>
            </a:r>
            <a:r>
              <a:rPr lang="zh-CN" altLang="en-US"/>
              <a:t>名伙伴从玄武湖公园飞禽世界集体出逃，目前已有</a:t>
            </a:r>
            <a:r>
              <a:rPr lang="en-US" altLang="zh-CN"/>
              <a:t>3</a:t>
            </a:r>
            <a:r>
              <a:rPr lang="zh-CN" altLang="en-US"/>
              <a:t>只回归，</a:t>
            </a:r>
            <a:r>
              <a:rPr lang="en-US" altLang="zh-CN"/>
              <a:t>1</a:t>
            </a:r>
            <a:r>
              <a:rPr lang="zh-CN" altLang="en-US"/>
              <a:t>只有了下落，</a:t>
            </a:r>
            <a:r>
              <a:rPr lang="en-US" altLang="zh-CN"/>
              <a:t>2</a:t>
            </a:r>
            <a:r>
              <a:rPr lang="zh-CN" altLang="en-US"/>
              <a:t>只不知去向。 </a:t>
            </a:r>
            <a:endParaRPr lang="zh-CN" altLang="en-US"/>
          </a:p>
        </p:txBody>
      </p:sp>
      <p:pic>
        <p:nvPicPr>
          <p:cNvPr id="5124" name="Picture 4" descr="东方白鹳 资料图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170" y="4580890"/>
            <a:ext cx="1579245" cy="2108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286000"/>
            <a:ext cx="7924800" cy="4114800"/>
          </a:xfrm>
        </p:spPr>
        <p:txBody>
          <a:bodyPr/>
          <a:lstStyle/>
          <a:p>
            <a:r>
              <a:rPr lang="zh-CN" altLang="en-US" sz="2800"/>
              <a:t>这是一种国家一级保护动物，名叫东方白鹳，是飞禽世界的一员。这里原来共有</a:t>
            </a:r>
            <a:r>
              <a:rPr lang="en-US" altLang="zh-CN" sz="2800"/>
              <a:t>6</a:t>
            </a:r>
            <a:r>
              <a:rPr lang="zh-CN" altLang="en-US" sz="2800"/>
              <a:t>只，前几天的风雪中，圈养它们的铁丝网不知何故破了个大洞，</a:t>
            </a:r>
            <a:r>
              <a:rPr lang="en-US" altLang="zh-CN" sz="2800"/>
              <a:t>6</a:t>
            </a:r>
            <a:r>
              <a:rPr lang="zh-CN" altLang="en-US" sz="2800"/>
              <a:t>只鹳一起飞跑了。有</a:t>
            </a:r>
            <a:r>
              <a:rPr lang="en-US" altLang="zh-CN" sz="2800"/>
              <a:t>2</a:t>
            </a:r>
            <a:r>
              <a:rPr lang="zh-CN" altLang="en-US" sz="2800"/>
              <a:t>只小的流落在市区内，一只被市民救助，一只被中华门派出所的民警救助，随后及时送还飞禽世界。饲养员说，自从它们逃跑后，园区工作人员寝食难安，因为是大雪天，食物难寻，大家担心它们会饿死或冻死，日夜盼望它们回来。</a:t>
            </a:r>
            <a:endParaRPr lang="zh-CN" altLang="en-US" sz="2800"/>
          </a:p>
        </p:txBody>
      </p:sp>
      <p:sp>
        <p:nvSpPr>
          <p:cNvPr id="2" name="矩形 1"/>
          <p:cNvSpPr/>
          <p:nvPr/>
        </p:nvSpPr>
        <p:spPr>
          <a:xfrm>
            <a:off x="3240000" y="900000"/>
            <a:ext cx="569214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救助东方白鹳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5f36fca3-7371-4e08-af4f-9e0943092973"/>
  <p:tag name="COMMONDATA" val="eyJoZGlkIjoiM2Q2NDY3ODBmZDEyZTZiNTFiOWYyZGE1YmNkNTA1Nz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WPS 演示</Application>
  <PresentationFormat>全屏显示(4:3)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楷体</vt:lpstr>
      <vt:lpstr>等线</vt:lpstr>
      <vt:lpstr>黑体</vt:lpstr>
      <vt:lpstr>Malgun Gothic Semilight</vt:lpstr>
      <vt:lpstr>Microsoft JhengHei UI</vt:lpstr>
      <vt:lpstr>Microsoft YaHei UI</vt:lpstr>
      <vt:lpstr>仿宋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zy</cp:lastModifiedBy>
  <cp:revision>5</cp:revision>
  <dcterms:created xsi:type="dcterms:W3CDTF">2008-02-08T08:40:00Z</dcterms:created>
  <dcterms:modified xsi:type="dcterms:W3CDTF">2023-10-25T07:15:22Z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A7834313E536490ABF8E07DB2C5EC1B8_12</vt:lpwstr>
  </property>
  <property fmtid="{D5CDD505-2E9C-101B-9397-08002B2CF9AE}" pid="3" name="KSOProductBuildVer">
    <vt:lpwstr>2052-11.1.0.14227</vt:lpwstr>
  </property>
</Properties>
</file>