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69" d="100"/>
          <a:sy n="69" d="100"/>
        </p:scale>
        <p:origin x="9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5671B1-E1D3-4420-8C67-65F1DB27596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6086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47855C-78B6-412F-AA45-CFB070BFD71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821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50BA93-9F33-440D-AB85-F9B64A2BB86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2274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265CF0-BBC4-4986-B77F-FADBDDEED69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7909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80710F-BC9F-4E44-95CA-3A4D9105551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3459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710197-94BA-4070-B5CF-91952F254BE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2267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AB435C-9A0E-4FB1-8793-5D6F270F55C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5302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76067B-EAFD-4513-B81D-9F7F486B477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1818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321F37-7836-47DB-A606-E2F546BCB02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2725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E0612A-D5AD-4EC2-AA40-50F3CEB7FF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4077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A57E83-F243-4F02-ABB9-B82B0AE2501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5092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2349D944-6736-4971-B684-E06C920CFE5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54381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4F18BE3-DC44-4B13-94DD-F1A9A05754D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2417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AF397C6-254D-4735-BA98-55C5CA6CA72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101"/>
                </a:solidFill>
                <a:latin typeface="宋体" pitchFamily="2" charset="-122"/>
              </a:rPr>
              <a:t>台风</a:t>
            </a:r>
            <a:r>
              <a:rPr lang="zh-CN" altLang="en-US">
                <a:solidFill>
                  <a:srgbClr val="000101"/>
                </a:solidFill>
              </a:rPr>
              <a:t>“</a:t>
            </a:r>
            <a:r>
              <a:rPr lang="zh-CN" altLang="en-US">
                <a:solidFill>
                  <a:srgbClr val="000101"/>
                </a:solidFill>
                <a:latin typeface="宋体" pitchFamily="2" charset="-122"/>
              </a:rPr>
              <a:t>格美</a:t>
            </a:r>
            <a:r>
              <a:rPr lang="zh-CN" altLang="en-US">
                <a:solidFill>
                  <a:srgbClr val="000101"/>
                </a:solidFill>
              </a:rPr>
              <a:t>”</a:t>
            </a:r>
            <a:r>
              <a:rPr lang="zh-CN" altLang="en-US">
                <a:solidFill>
                  <a:srgbClr val="000101"/>
                </a:solidFill>
                <a:latin typeface="宋体" pitchFamily="2" charset="-122"/>
              </a:rPr>
              <a:t>来了</a:t>
            </a:r>
            <a:r>
              <a:rPr lang="zh-CN" altLang="en-US"/>
              <a:t> 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福建气象台的预报说，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格美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台风</a:t>
            </a:r>
            <a:r>
              <a:rPr lang="en-US" altLang="zh-CN" sz="2400">
                <a:solidFill>
                  <a:srgbClr val="000000"/>
                </a:solidFill>
              </a:rPr>
              <a:t>23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日凌晨</a:t>
            </a:r>
            <a:r>
              <a:rPr lang="en-US" altLang="zh-CN" sz="2400">
                <a:solidFill>
                  <a:srgbClr val="000000"/>
                </a:solidFill>
              </a:rPr>
              <a:t>2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时中心在北纬</a:t>
            </a:r>
            <a:r>
              <a:rPr lang="en-US" altLang="zh-CN" sz="2400">
                <a:solidFill>
                  <a:srgbClr val="000000"/>
                </a:solidFill>
              </a:rPr>
              <a:t>17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．</a:t>
            </a:r>
            <a:r>
              <a:rPr lang="en-US" altLang="zh-CN" sz="2400">
                <a:solidFill>
                  <a:srgbClr val="000000"/>
                </a:solidFill>
              </a:rPr>
              <a:t>9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度，东经</a:t>
            </a:r>
            <a:r>
              <a:rPr lang="en-US" altLang="zh-CN" sz="2400">
                <a:solidFill>
                  <a:srgbClr val="000000"/>
                </a:solidFill>
              </a:rPr>
              <a:t>128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．</a:t>
            </a:r>
            <a:r>
              <a:rPr lang="en-US" altLang="zh-CN" sz="2400">
                <a:solidFill>
                  <a:srgbClr val="000000"/>
                </a:solidFill>
              </a:rPr>
              <a:t>2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度，处于台湾花莲东南方约</a:t>
            </a:r>
            <a:r>
              <a:rPr lang="en-US" altLang="zh-CN" sz="2400">
                <a:solidFill>
                  <a:srgbClr val="000000"/>
                </a:solidFill>
              </a:rPr>
              <a:t>960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公里的海上。目前台风中心正以</a:t>
            </a:r>
            <a:r>
              <a:rPr lang="en-US" altLang="zh-CN" sz="2400">
                <a:solidFill>
                  <a:srgbClr val="000000"/>
                </a:solidFill>
              </a:rPr>
              <a:t>15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公里／小时的速度向西北偏西方向移动，逐步靠近台湾东部沿海。</a:t>
            </a:r>
            <a:r>
              <a:rPr lang="zh-CN" altLang="en-US" sz="2400"/>
              <a:t> 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clipArt" sz="half" idx="2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Documents and Settings\Administrator.LIU-ZAE2B0JV3F0\My Documents\My Pictures\台风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2209800"/>
            <a:ext cx="3495675" cy="385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相关部门及早做好防御准备</a:t>
            </a:r>
            <a:r>
              <a:rPr lang="zh-CN" altLang="en-US"/>
              <a:t> 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algn="just"/>
            <a:r>
              <a:rPr lang="zh-CN" altLang="en-US" sz="2800">
                <a:solidFill>
                  <a:srgbClr val="000000"/>
                </a:solidFill>
                <a:latin typeface="宋体" pitchFamily="2" charset="-122"/>
              </a:rPr>
              <a:t>防范重点为海上渔排加固，养殖人员安全和过往船只回港避风等；</a:t>
            </a:r>
            <a:r>
              <a:rPr lang="en-US" altLang="zh-CN" sz="2800">
                <a:solidFill>
                  <a:srgbClr val="000000"/>
                </a:solidFill>
                <a:latin typeface="宋体" pitchFamily="2" charset="-122"/>
              </a:rPr>
              <a:t>25</a:t>
            </a:r>
            <a:r>
              <a:rPr lang="zh-CN" altLang="en-US" sz="2800">
                <a:solidFill>
                  <a:srgbClr val="000000"/>
                </a:solidFill>
                <a:latin typeface="宋体" pitchFamily="2" charset="-122"/>
              </a:rPr>
              <a:t>日和</a:t>
            </a:r>
            <a:r>
              <a:rPr lang="en-US" altLang="zh-CN" sz="2800">
                <a:solidFill>
                  <a:srgbClr val="000000"/>
                </a:solidFill>
                <a:latin typeface="宋体" pitchFamily="2" charset="-122"/>
              </a:rPr>
              <a:t>26</a:t>
            </a:r>
            <a:r>
              <a:rPr lang="zh-CN" altLang="en-US" sz="2800">
                <a:solidFill>
                  <a:srgbClr val="000000"/>
                </a:solidFill>
                <a:latin typeface="宋体" pitchFamily="2" charset="-122"/>
              </a:rPr>
              <a:t>日还要做好防范强降水可能引发的山洪、城市内涝、局地山体滑坡和泥石流等地质灾害的工作。</a:t>
            </a:r>
            <a:endParaRPr lang="zh-CN" altLang="en-US" sz="2800">
              <a:latin typeface="宋体" pitchFamily="2" charset="-122"/>
            </a:endParaRPr>
          </a:p>
          <a:p>
            <a:endParaRPr lang="en-US" altLang="zh-CN"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119</Words>
  <Application>Microsoft Office PowerPoint</Application>
  <PresentationFormat>全屏显示(4:3)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宋体</vt:lpstr>
      <vt:lpstr>Times New Roman</vt:lpstr>
      <vt:lpstr>默认设计模板</vt:lpstr>
      <vt:lpstr>台风“格美”来了 </vt:lpstr>
      <vt:lpstr>相关部门及早做好防御准备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台风“格美”来了 </dc:title>
  <dc:creator>liu</dc:creator>
  <cp:lastModifiedBy>Windows 用户</cp:lastModifiedBy>
  <cp:revision>3</cp:revision>
  <dcterms:created xsi:type="dcterms:W3CDTF">2006-07-27T02:10:19Z</dcterms:created>
  <dcterms:modified xsi:type="dcterms:W3CDTF">2020-03-03T06:39:55Z</dcterms:modified>
</cp:coreProperties>
</file>