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7" r:id="rId4"/>
    <p:sldId id="256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0000"/>
    <a:srgbClr val="00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6"/>
          <p:cNvCxnSpPr/>
          <p:nvPr>
            <p:custDataLst>
              <p:tags r:id="rId2"/>
            </p:custDataLst>
          </p:nvPr>
        </p:nvCxnSpPr>
        <p:spPr>
          <a:xfrm>
            <a:off x="1434704" y="4314825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524000" y="4314825"/>
            <a:ext cx="16609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777704" y="3438525"/>
            <a:ext cx="3142800" cy="700727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777704" y="4514851"/>
            <a:ext cx="3142800" cy="31718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3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05671B1-E1D3-4420-8C67-65F1DB27596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147855C-78B6-412F-AA45-CFB070BFD71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/>
          <p:cNvCxnSpPr/>
          <p:nvPr>
            <p:custDataLst>
              <p:tags r:id="rId2"/>
            </p:custDataLst>
          </p:nvPr>
        </p:nvCxnSpPr>
        <p:spPr>
          <a:xfrm flipH="1">
            <a:off x="3082529" y="3198813"/>
            <a:ext cx="606147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072833" y="2382361"/>
            <a:ext cx="5928293" cy="701731"/>
          </a:xfrm>
        </p:spPr>
        <p:txBody>
          <a:bodyPr anchor="b">
            <a:normAutofit/>
          </a:bodyPr>
          <a:lstStyle>
            <a:lvl1pPr>
              <a:defRPr sz="3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3072833" y="3315284"/>
            <a:ext cx="5928293" cy="286232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250BA93-9F33-440D-AB85-F9B64A2BB86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8265CF0-BBC4-4986-B77F-FADBDDEED6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A80710F-BC9F-4E44-95CA-3A4D910555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AA113-0A0D-4826-9E23-1280D9003A42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AAB435C-9A0E-4FB1-8793-5D6F270F55C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2321F37-7836-47DB-A606-E2F546BCB0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3A57E83-F243-4F02-ABB9-B82B0AE250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8545C-41A2-4515-8542-2CF25804E6B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27381" y="2738120"/>
            <a:ext cx="4066200" cy="1090800"/>
          </a:xfrm>
        </p:spPr>
        <p:txBody>
          <a:bodyPr rIns="25400" rtlCol="0" anchor="ctr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050" b="1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2814-EA41-4E92-BD9F-9B3797F3E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AF397C6-254D-4735-BA98-55C5CA6CA724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zh-CN" altLang="en-US" sz="6335" b="1">
                <a:solidFill>
                  <a:srgbClr val="F5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台风</a:t>
            </a:r>
            <a:r>
              <a:rPr lang="en-US" altLang="zh-CN" sz="6335" b="1">
                <a:solidFill>
                  <a:srgbClr val="F5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6335" b="1">
                <a:solidFill>
                  <a:srgbClr val="F5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格美</a:t>
            </a:r>
            <a:r>
              <a:rPr lang="en-US" altLang="zh-CN" sz="6335" b="1">
                <a:solidFill>
                  <a:srgbClr val="F5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6335" b="1">
                <a:solidFill>
                  <a:srgbClr val="F5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影响福建省</a:t>
            </a:r>
            <a:endParaRPr lang="zh-CN" altLang="en-US" sz="6335" b="1">
              <a:solidFill>
                <a:srgbClr val="F5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3900" i="1" u="dbl">
                <a:solidFill>
                  <a:schemeClr val="tx1"/>
                </a:solidFill>
                <a:uFill>
                  <a:solidFill>
                    <a:srgbClr val="FFFF00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</a:rPr>
              <a:t>及早做好防御准备</a:t>
            </a:r>
            <a:endParaRPr lang="zh-CN" altLang="en-US" sz="3900" i="1" u="dbl">
              <a:solidFill>
                <a:schemeClr val="tx1"/>
              </a:solidFill>
              <a:uFill>
                <a:solidFill>
                  <a:srgbClr val="FFFF00"/>
                </a:solidFill>
              </a:u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101"/>
                </a:solidFill>
                <a:latin typeface="宋体" panose="02010600030101010101" pitchFamily="2" charset="-122"/>
              </a:rPr>
              <a:t>台风</a:t>
            </a:r>
            <a:r>
              <a:rPr lang="zh-CN" altLang="en-US">
                <a:solidFill>
                  <a:srgbClr val="000101"/>
                </a:solidFill>
              </a:rPr>
              <a:t>“</a:t>
            </a:r>
            <a:r>
              <a:rPr lang="zh-CN" altLang="en-US">
                <a:solidFill>
                  <a:srgbClr val="000101"/>
                </a:solidFill>
                <a:latin typeface="宋体" panose="02010600030101010101" pitchFamily="2" charset="-122"/>
              </a:rPr>
              <a:t>格美</a:t>
            </a:r>
            <a:r>
              <a:rPr lang="zh-CN" altLang="en-US">
                <a:solidFill>
                  <a:srgbClr val="000101"/>
                </a:solidFill>
              </a:rPr>
              <a:t>”</a:t>
            </a:r>
            <a:r>
              <a:rPr lang="zh-CN" altLang="en-US">
                <a:solidFill>
                  <a:srgbClr val="000101"/>
                </a:solidFill>
                <a:latin typeface="宋体" panose="02010600030101010101" pitchFamily="2" charset="-122"/>
              </a:rPr>
              <a:t>来了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福建气象台的预报说，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格美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台风</a:t>
            </a:r>
            <a:r>
              <a:rPr lang="en-US" altLang="zh-CN" sz="2400">
                <a:solidFill>
                  <a:srgbClr val="000000"/>
                </a:solidFill>
              </a:rPr>
              <a:t>23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日凌晨</a:t>
            </a:r>
            <a:r>
              <a:rPr lang="en-US" altLang="zh-CN" sz="2400">
                <a:solidFill>
                  <a:srgbClr val="000000"/>
                </a:solidFill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时中心在北纬</a:t>
            </a:r>
            <a:r>
              <a:rPr lang="en-US" altLang="zh-CN" sz="2400">
                <a:solidFill>
                  <a:srgbClr val="000000"/>
                </a:solidFill>
              </a:rPr>
              <a:t>17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．</a:t>
            </a:r>
            <a:r>
              <a:rPr lang="en-US" altLang="zh-CN" sz="2400">
                <a:solidFill>
                  <a:srgbClr val="000000"/>
                </a:solidFill>
              </a:rPr>
              <a:t>9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度，东经</a:t>
            </a:r>
            <a:r>
              <a:rPr lang="en-US" altLang="zh-CN" sz="2400">
                <a:solidFill>
                  <a:srgbClr val="000000"/>
                </a:solidFill>
              </a:rPr>
              <a:t>128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．</a:t>
            </a:r>
            <a:r>
              <a:rPr lang="en-US" altLang="zh-CN" sz="2400">
                <a:solidFill>
                  <a:srgbClr val="000000"/>
                </a:solidFill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度，处于台湾花莲东南方约</a:t>
            </a:r>
            <a:r>
              <a:rPr lang="en-US" altLang="zh-CN" sz="2400">
                <a:solidFill>
                  <a:srgbClr val="000000"/>
                </a:solidFill>
              </a:rPr>
              <a:t>960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公里的海上。目前台风中心正以</a:t>
            </a:r>
            <a:r>
              <a:rPr lang="en-US" altLang="zh-CN" sz="2400">
                <a:solidFill>
                  <a:srgbClr val="000000"/>
                </a:solidFill>
              </a:rPr>
              <a:t>15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公里／小时的速度向西北偏西方向移动，逐步靠近台湾东部沿海。</a:t>
            </a:r>
            <a:r>
              <a:rPr lang="zh-CN" altLang="en-US" sz="2400"/>
              <a:t> </a:t>
            </a:r>
            <a:endParaRPr lang="zh-CN" altLang="en-US" sz="2400"/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/>
      </p:sp>
      <p:pic>
        <p:nvPicPr>
          <p:cNvPr id="2" name="图片 1" descr="素材1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4932045" y="2276475"/>
            <a:ext cx="2880000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nimBg="1" build="p"/>
      <p:bldP spid="3075" grpId="1" animBg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Documents and Settings\Administrator.LIU-ZAE2B0JV3F0\My Documents\My Pictures\台风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2209800"/>
            <a:ext cx="3495675" cy="385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-1116965" y="1844675"/>
            <a:ext cx="5181600" cy="4351338"/>
          </a:xfrm>
        </p:spPr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相关部门及早做好防御准备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3962400" y="1844675"/>
            <a:ext cx="5181600" cy="4351338"/>
          </a:xfrm>
        </p:spPr>
        <p:txBody>
          <a:bodyPr/>
          <a:lstStyle/>
          <a:p>
            <a:pPr algn="just"/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防范重点为海上渔排加固，养殖人员安全和过往船只回港避风等；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25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日和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26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日还要做好防范强降水可能引发的山洪、城市内涝、局地山体滑坡和泥石流等地质灾害的工作。</a:t>
            </a:r>
            <a:endParaRPr lang="zh-CN" altLang="en-US" sz="2800">
              <a:latin typeface="宋体" panose="02010600030101010101" pitchFamily="2" charset="-122"/>
            </a:endParaRPr>
          </a:p>
          <a:p>
            <a:endParaRPr lang="en-US" altLang="zh-CN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COMBINE_RELATE_SLIDE_ID" val="background20185109_1"/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96580"/>
</p:tagLst>
</file>

<file path=ppt/tags/tag64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主题六">
  <a:themeElements>
    <a:clrScheme name="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5A6E8C"/>
      </a:accent3>
      <a:accent4>
        <a:srgbClr val="E4E4E4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WPS 演示</Application>
  <PresentationFormat>全屏显示(4:3)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微软雅黑</vt:lpstr>
      <vt:lpstr>黑体</vt:lpstr>
      <vt:lpstr>Arial Unicode MS</vt:lpstr>
      <vt:lpstr>Calibri</vt:lpstr>
      <vt:lpstr>主题六</vt:lpstr>
      <vt:lpstr>台风“格美”影响福建省</vt:lpstr>
      <vt:lpstr>台风“格美”来了 </vt:lpstr>
      <vt:lpstr>相关部门及早做好防御准备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台风“格美”来了 </dc:title>
  <dc:creator>liu</dc:creator>
  <cp:lastModifiedBy>zy</cp:lastModifiedBy>
  <cp:revision>6</cp:revision>
  <dcterms:created xsi:type="dcterms:W3CDTF">2006-07-27T02:10:00Z</dcterms:created>
  <dcterms:modified xsi:type="dcterms:W3CDTF">2024-01-24T07:01:18Z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1E10E1A1B2CA400D9F66021BDC6B6D44_12</vt:lpwstr>
  </property>
  <property fmtid="{D5CDD505-2E9C-101B-9397-08002B2CF9AE}" pid="3" name="KSOProductBuildVer">
    <vt:lpwstr>2052-12.1.0.15712</vt:lpwstr>
  </property>
</Properties>
</file>