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Rg st="1" end="4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6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endParaRPr lang="zh-CN" altLang="zh-CN" b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探索中国传统节日的文化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17465" y="302260"/>
            <a:ext cx="4789170" cy="705485"/>
          </a:xfrm>
        </p:spPr>
        <p:txBody>
          <a:bodyPr/>
          <a:p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清明节的起源和历史</a:t>
            </a:r>
            <a:endParaRPr lang="zh-CN" altLang="en-US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7515" y="638175"/>
            <a:ext cx="3891915" cy="5581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87135" y="1313815"/>
            <a:ext cx="4592955" cy="5170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00B050"/>
                </a:solidFill>
              </a:rPr>
              <a:t>起源</a:t>
            </a:r>
            <a:endParaRPr lang="zh-CN" altLang="en-US" sz="4000" b="1">
              <a:solidFill>
                <a:srgbClr val="00B050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r>
              <a:rPr lang="zh-CN" altLang="en-US"/>
              <a:t>清明节，又称踏青节、行清节、三月节、祭祖节等，是中华民族古老的节日，也是最重要的祭祀节日之一。其起源可追溯到古代农耕文化和自然崇拜。</a:t>
            </a: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00B050"/>
                </a:solidFill>
                <a:sym typeface="+mn-ea"/>
              </a:rPr>
              <a:t>历史发展</a:t>
            </a:r>
            <a:endParaRPr lang="zh-CN" altLang="en-US" sz="4000" b="1">
              <a:solidFill>
                <a:srgbClr val="00B050"/>
              </a:solidFill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>
                <a:sym typeface="+mn-ea"/>
              </a:rPr>
              <a:t>在古代，清明节与寒食节、上巳节等节日相关联，随着历史的演变，逐渐融合成为一个以祭祖扫墓为主、兼具踏青游玩等习俗的重要节日。</a:t>
            </a:r>
            <a:endParaRPr lang="zh-CN" altLang="en-US"/>
          </a:p>
          <a:p>
            <a:pPr indent="0" fontAlgn="auto">
              <a:lnSpc>
                <a:spcPct val="150000"/>
              </a:lnSpc>
              <a:spcBef>
                <a:spcPts val="1800"/>
              </a:spcBef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6682740" cy="705485"/>
          </a:xfrm>
        </p:spPr>
        <p:txBody>
          <a:bodyPr/>
          <a:p>
            <a:pPr algn="l">
              <a:buClrTx/>
              <a:buSzTx/>
              <a:buFontTx/>
            </a:pPr>
            <a:endParaRPr lang="zh-CN" altLang="en-US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36840" y="1059815"/>
            <a:ext cx="4090670" cy="55124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7385" y="1716405"/>
            <a:ext cx="6819265" cy="485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00B050"/>
                </a:solidFill>
              </a:rPr>
              <a:t>春天的象征</a:t>
            </a:r>
            <a:endParaRPr lang="zh-CN" altLang="en-US" sz="4000" b="1">
              <a:solidFill>
                <a:srgbClr val="00B050"/>
              </a:solidFill>
            </a:endParaRPr>
          </a:p>
          <a:p>
            <a:pPr algn="l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r>
              <a:rPr lang="zh-CN" altLang="en-US"/>
              <a:t>清明节正值春季，是万物复苏、生机盎然的时节。人们通过踏青、插柳等活动，感受春天的气息，祈求来年的丰收和幸福。</a:t>
            </a:r>
            <a:endParaRPr lang="zh-CN" altLang="en-US"/>
          </a:p>
          <a:p>
            <a:pPr algn="l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00B050"/>
                </a:solidFill>
              </a:rPr>
              <a:t>祭祖的传统</a:t>
            </a:r>
            <a:endParaRPr lang="zh-CN" altLang="en-US" sz="4000" b="1">
              <a:solidFill>
                <a:srgbClr val="00B050"/>
              </a:solidFill>
            </a:endParaRPr>
          </a:p>
          <a:p>
            <a:pPr algn="l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r>
              <a:rPr lang="zh-CN" altLang="en-US"/>
              <a:t>清明节是祭祖扫墓的重要日子。人们前往祖先墓地，献上供品、焚烧纸钱，表达对先人的怀念和敬仰之情。这一传统凝聚了中华民族顽强生存和追求幸福的重要动力。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清明节的重要意义</a:t>
            </a:r>
            <a:endParaRPr lang="zh-CN" alt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9300" y="1660525"/>
            <a:ext cx="10828020" cy="4843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清明节是中国重要的传统节日，它不仅是对先人的缅怀和对生命的尊重，也是传承孝道、家族团聚和文化认同的重要时刻。这个节日让人们在春天的复苏中亲近自然，体验人与自然的和谐，同时通过祭扫活动回顾历史，增强民族认同感。清明节还促进了社会和谐，提供了心理慰藉，并随着时代发展，逐渐融入环保意识，倡导绿色祭扫，体现了对可持续发展的重视。简而言之，清明节是中国文化中一个多维度、富有深意的节日，它连接过去与现在，自然与人文，个体与社会，是中华民族精神文化的重要组成部分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WPS 演示</Application>
  <PresentationFormat>宽屏</PresentationFormat>
  <Paragraphs>23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清明节的起源和历史</vt:lpstr>
      <vt:lpstr>PowerPoint 演示文稿</vt:lpstr>
      <vt:lpstr>清明节的重要意义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2024-11-13T06:46:23Z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D82FC278D30E4488A145C1519FB564A8_11</vt:lpwstr>
  </property>
</Properties>
</file>