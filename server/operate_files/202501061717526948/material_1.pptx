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Lst>
  <p:sldSz cx="9144000" cy="6858000" type="screen4x3"/>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1" d="100"/>
          <a:sy n="81" d="100"/>
        </p:scale>
        <p:origin x="-102" y="-54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0" Type="http://schemas.openxmlformats.org/officeDocument/2006/relationships/tags" Target="../tags/tag2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image" Target="../media/image1.jpeg"/><Relationship Id="rId2" Type="http://schemas.openxmlformats.org/officeDocument/2006/relationships/tags" Target="../tags/tag6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3" name="图片 12"/>
          <p:cNvPicPr>
            <a:picLocks noChangeAspect="1"/>
          </p:cNvPicPr>
          <p:nvPr>
            <p:custDataLst>
              <p:tags r:id="rId2"/>
            </p:custDataLst>
          </p:nvPr>
        </p:nvPicPr>
        <p:blipFill rotWithShape="1">
          <a:blip r:embed="rId3">
            <a:extLst>
              <a:ext uri="{28A0092B-C50C-407E-A947-70E740481C1C}">
                <a14:useLocalDpi xmlns:a14="http://schemas.microsoft.com/office/drawing/2010/main" val="0"/>
              </a:ext>
            </a:extLst>
          </a:blip>
          <a:srcRect t="9387" b="34447"/>
          <a:stretch>
            <a:fillRect/>
          </a:stretch>
        </p:blipFill>
        <p:spPr>
          <a:xfrm>
            <a:off x="1" y="-2"/>
            <a:ext cx="9143999" cy="4542287"/>
          </a:xfrm>
          <a:prstGeom prst="rect">
            <a:avLst/>
          </a:prstGeom>
        </p:spPr>
      </p:pic>
      <p:sp>
        <p:nvSpPr>
          <p:cNvPr id="5" name="矩形 4"/>
          <p:cNvSpPr/>
          <p:nvPr>
            <p:custDataLst>
              <p:tags r:id="rId4"/>
            </p:custDataLst>
          </p:nvPr>
        </p:nvSpPr>
        <p:spPr>
          <a:xfrm>
            <a:off x="0" y="5637213"/>
            <a:ext cx="9144000" cy="1220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cs typeface="+mn-ea"/>
            </a:endParaRPr>
          </a:p>
        </p:txBody>
      </p:sp>
      <p:sp>
        <p:nvSpPr>
          <p:cNvPr id="6" name="等腰三角形 5"/>
          <p:cNvSpPr/>
          <p:nvPr>
            <p:custDataLst>
              <p:tags r:id="rId5"/>
            </p:custDataLst>
          </p:nvPr>
        </p:nvSpPr>
        <p:spPr>
          <a:xfrm rot="5400000" flipV="1">
            <a:off x="3140273" y="-1146968"/>
            <a:ext cx="2863453" cy="12192000"/>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cs typeface="+mn-ea"/>
            </a:endParaRPr>
          </a:p>
        </p:txBody>
      </p:sp>
      <p:sp>
        <p:nvSpPr>
          <p:cNvPr id="7" name="直角三角形 6"/>
          <p:cNvSpPr/>
          <p:nvPr>
            <p:custDataLst>
              <p:tags r:id="rId6"/>
            </p:custDataLst>
          </p:nvPr>
        </p:nvSpPr>
        <p:spPr>
          <a:xfrm>
            <a:off x="0" y="3621088"/>
            <a:ext cx="9144000" cy="3236912"/>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cs typeface="+mn-ea"/>
            </a:endParaRPr>
          </a:p>
        </p:txBody>
      </p:sp>
      <p:sp>
        <p:nvSpPr>
          <p:cNvPr id="8" name="直角三角形 7"/>
          <p:cNvSpPr/>
          <p:nvPr>
            <p:custDataLst>
              <p:tags r:id="rId7"/>
            </p:custDataLst>
          </p:nvPr>
        </p:nvSpPr>
        <p:spPr>
          <a:xfrm flipH="1">
            <a:off x="0" y="3048000"/>
            <a:ext cx="9144000" cy="3813175"/>
          </a:xfrm>
          <a:prstGeom prst="r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cs typeface="+mn-ea"/>
            </a:endParaRPr>
          </a:p>
        </p:txBody>
      </p:sp>
      <p:sp>
        <p:nvSpPr>
          <p:cNvPr id="2" name="标题 1"/>
          <p:cNvSpPr>
            <a:spLocks noGrp="1"/>
          </p:cNvSpPr>
          <p:nvPr>
            <p:ph type="ctrTitle" hasCustomPrompt="1"/>
            <p:custDataLst>
              <p:tags r:id="rId8"/>
            </p:custDataLst>
          </p:nvPr>
        </p:nvSpPr>
        <p:spPr>
          <a:xfrm>
            <a:off x="5000625" y="4614350"/>
            <a:ext cx="4076700" cy="1053581"/>
          </a:xfrm>
          <a:noFill/>
        </p:spPr>
        <p:txBody>
          <a:bodyPr anchor="b">
            <a:normAutofit/>
          </a:bodyPr>
          <a:lstStyle>
            <a:lvl1pPr algn="r">
              <a:defRPr sz="3600" b="1">
                <a:solidFill>
                  <a:schemeClr val="tx1"/>
                </a:solidFill>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9"/>
            </p:custDataLst>
          </p:nvPr>
        </p:nvSpPr>
        <p:spPr>
          <a:xfrm>
            <a:off x="5000625" y="5739996"/>
            <a:ext cx="4076700" cy="504000"/>
          </a:xfrm>
          <a:noFill/>
        </p:spPr>
        <p:txBody>
          <a:bodyPr>
            <a:normAutofit/>
          </a:bodyPr>
          <a:lstStyle>
            <a:lvl1pPr marL="0" indent="0" algn="r">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9" name="日期占位符 3"/>
          <p:cNvSpPr>
            <a:spLocks noGrp="1"/>
          </p:cNvSpPr>
          <p:nvPr>
            <p:ph type="dt" sz="half" idx="10"/>
            <p:custDataLst>
              <p:tags r:id="rId10"/>
            </p:custDataLst>
          </p:nvPr>
        </p:nvSpPr>
        <p:spPr/>
        <p:txBody>
          <a:bodyPr/>
          <a:lstStyle>
            <a:lvl1pPr>
              <a:defRPr/>
            </a:lvl1pPr>
          </a:lstStyle>
          <a:p>
            <a:fld id="{530820CF-B880-4189-942D-D702A7CBA730}" type="datetimeFigureOut">
              <a:rPr lang="zh-CN" altLang="en-US" smtClean="0"/>
            </a:fld>
            <a:endParaRPr lang="zh-CN" altLang="en-US"/>
          </a:p>
        </p:txBody>
      </p:sp>
      <p:sp>
        <p:nvSpPr>
          <p:cNvPr id="10" name="页脚占位符 4"/>
          <p:cNvSpPr>
            <a:spLocks noGrp="1"/>
          </p:cNvSpPr>
          <p:nvPr>
            <p:ph type="ftr" sz="quarter" idx="11"/>
            <p:custDataLst>
              <p:tags r:id="rId11"/>
            </p:custDataLst>
          </p:nvPr>
        </p:nvSpPr>
        <p:spPr/>
        <p:txBody>
          <a:bodyPr/>
          <a:lstStyle>
            <a:lvl1pPr>
              <a:defRPr/>
            </a:lvl1pPr>
          </a:lstStyle>
          <a:p>
            <a:endParaRPr lang="zh-CN" altLang="en-US"/>
          </a:p>
        </p:txBody>
      </p:sp>
      <p:sp>
        <p:nvSpPr>
          <p:cNvPr id="11" name="灯片编号占位符 5"/>
          <p:cNvSpPr>
            <a:spLocks noGrp="1"/>
          </p:cNvSpPr>
          <p:nvPr>
            <p:ph type="sldNum" sz="quarter" idx="12"/>
            <p:custDataLst>
              <p:tags r:id="rId12"/>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502412" y="952508"/>
            <a:ext cx="8139178" cy="5388907"/>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Freeform 6"/>
          <p:cNvSpPr>
            <a:spLocks noChangeArrowheads="1"/>
          </p:cNvSpPr>
          <p:nvPr>
            <p:custDataLst>
              <p:tags r:id="rId2"/>
            </p:custDataLst>
          </p:nvPr>
        </p:nvSpPr>
        <p:spPr bwMode="auto">
          <a:xfrm>
            <a:off x="0" y="3879850"/>
            <a:ext cx="3744516" cy="2978150"/>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34" tIns="45717" rIns="91434" bIns="45717"/>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defRPr/>
            </a:pPr>
            <a:endParaRPr lang="zh-CN" altLang="en-US" sz="1350"/>
          </a:p>
        </p:txBody>
      </p:sp>
      <p:sp>
        <p:nvSpPr>
          <p:cNvPr id="6" name="Freeform 7"/>
          <p:cNvSpPr>
            <a:spLocks noChangeArrowheads="1"/>
          </p:cNvSpPr>
          <p:nvPr>
            <p:custDataLst>
              <p:tags r:id="rId3"/>
            </p:custDataLst>
          </p:nvPr>
        </p:nvSpPr>
        <p:spPr bwMode="auto">
          <a:xfrm>
            <a:off x="2122885" y="4400550"/>
            <a:ext cx="7021115" cy="2457450"/>
          </a:xfrm>
          <a:custGeom>
            <a:avLst/>
            <a:gdLst>
              <a:gd name="T0" fmla="*/ 4403 w 4403"/>
              <a:gd name="T1" fmla="*/ 0 h 1161"/>
              <a:gd name="T2" fmla="*/ 4403 w 4403"/>
              <a:gd name="T3" fmla="*/ 1161 h 1161"/>
              <a:gd name="T4" fmla="*/ 0 w 4403"/>
              <a:gd name="T5" fmla="*/ 1161 h 1161"/>
              <a:gd name="T6" fmla="*/ 4403 w 4403"/>
              <a:gd name="T7" fmla="*/ 0 h 1161"/>
            </a:gdLst>
            <a:ahLst/>
            <a:cxnLst>
              <a:cxn ang="0">
                <a:pos x="T0" y="T1"/>
              </a:cxn>
              <a:cxn ang="0">
                <a:pos x="T2" y="T3"/>
              </a:cxn>
              <a:cxn ang="0">
                <a:pos x="T4" y="T5"/>
              </a:cxn>
              <a:cxn ang="0">
                <a:pos x="T6" y="T7"/>
              </a:cxn>
            </a:cxnLst>
            <a:rect l="0" t="0" r="r" b="b"/>
            <a:pathLst>
              <a:path w="4403" h="1161">
                <a:moveTo>
                  <a:pt x="4403" y="0"/>
                </a:moveTo>
                <a:lnTo>
                  <a:pt x="4403" y="1161"/>
                </a:lnTo>
                <a:lnTo>
                  <a:pt x="0" y="1161"/>
                </a:lnTo>
                <a:lnTo>
                  <a:pt x="4403"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lIns="91434" tIns="45717" rIns="91434" bIns="45717"/>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defRPr/>
            </a:pPr>
            <a:endParaRPr lang="zh-CN" altLang="en-US" sz="1350"/>
          </a:p>
        </p:txBody>
      </p:sp>
      <p:sp>
        <p:nvSpPr>
          <p:cNvPr id="7" name="直接连接符 11"/>
          <p:cNvSpPr>
            <a:spLocks noChangeShapeType="1"/>
          </p:cNvSpPr>
          <p:nvPr>
            <p:custDataLst>
              <p:tags r:id="rId4"/>
            </p:custDataLst>
          </p:nvPr>
        </p:nvSpPr>
        <p:spPr bwMode="auto">
          <a:xfrm>
            <a:off x="1440656" y="2790825"/>
            <a:ext cx="3914775" cy="1588"/>
          </a:xfrm>
          <a:prstGeom prst="line">
            <a:avLst/>
          </a:prstGeom>
          <a:noFill/>
          <a:ln w="6350">
            <a:solidFill>
              <a:schemeClr val="accent1"/>
            </a:solidFill>
            <a:bevel/>
          </a:ln>
          <a:extLst>
            <a:ext uri="{909E8E84-426E-40DD-AFC4-6F175D3DCCD1}">
              <a14:hiddenFill xmlns:a14="http://schemas.microsoft.com/office/drawing/2010/main">
                <a:noFill/>
              </a14:hiddenFill>
            </a:ext>
          </a:extLst>
        </p:spPr>
        <p:txBody>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defRPr/>
            </a:pPr>
            <a:endParaRPr lang="zh-CN" altLang="en-US" sz="1425">
              <a:solidFill>
                <a:schemeClr val="accent1"/>
              </a:solidFill>
              <a:sym typeface="Arial" panose="020B0604020202020204" pitchFamily="34" charset="0"/>
            </a:endParaRPr>
          </a:p>
        </p:txBody>
      </p:sp>
      <p:sp>
        <p:nvSpPr>
          <p:cNvPr id="2" name="标题 1"/>
          <p:cNvSpPr>
            <a:spLocks noGrp="1"/>
          </p:cNvSpPr>
          <p:nvPr>
            <p:ph type="title" hasCustomPrompt="1"/>
            <p:custDataLst>
              <p:tags r:id="rId5"/>
            </p:custDataLst>
          </p:nvPr>
        </p:nvSpPr>
        <p:spPr>
          <a:xfrm>
            <a:off x="1256801" y="3503613"/>
            <a:ext cx="4098630" cy="1058408"/>
          </a:xfrm>
        </p:spPr>
        <p:txBody>
          <a:bodyPr rIns="63500">
            <a:noAutofit/>
          </a:bodyPr>
          <a:lstStyle>
            <a:lvl1pPr algn="r">
              <a:defRPr sz="3600" u="none" strike="noStrike" kern="1200" cap="none" spc="300" normalizeH="0">
                <a:solidFill>
                  <a:schemeClr val="tx1"/>
                </a:solidFill>
                <a:uFillTx/>
                <a:latin typeface="微软雅黑" panose="020B0503020204020204" charset="-122"/>
                <a:ea typeface="微软雅黑" panose="020B0503020204020204" charset="-122"/>
              </a:defRPr>
            </a:lvl1pPr>
          </a:lstStyle>
          <a:p>
            <a:r>
              <a:rPr lang="zh-CN" altLang="en-US" noProof="1"/>
              <a:t>单击此处编辑标题</a:t>
            </a:r>
            <a:endParaRPr lang="zh-CN" altLang="en-US" noProof="1"/>
          </a:p>
        </p:txBody>
      </p:sp>
      <p:sp>
        <p:nvSpPr>
          <p:cNvPr id="3" name="文本占位符 2"/>
          <p:cNvSpPr>
            <a:spLocks noGrp="1"/>
          </p:cNvSpPr>
          <p:nvPr>
            <p:ph type="body" idx="1" hasCustomPrompt="1"/>
            <p:custDataLst>
              <p:tags r:id="rId6"/>
            </p:custDataLst>
          </p:nvPr>
        </p:nvSpPr>
        <p:spPr>
          <a:xfrm>
            <a:off x="1256801" y="2856230"/>
            <a:ext cx="4098630" cy="586804"/>
          </a:xfrm>
        </p:spPr>
        <p:txBody>
          <a:bodyPr tIns="38100" rIns="76200" bIns="38100" anchor="ctr">
            <a:noAutofit/>
          </a:bodyPr>
          <a:lstStyle>
            <a:lvl1pPr marL="0" indent="0" algn="r" eaLnBrk="1" fontAlgn="base" latinLnBrk="0" hangingPunct="1">
              <a:buNone/>
              <a:defRPr kumimoji="0" lang="zh-CN" altLang="en-US" sz="2400" b="0" i="0" u="none" strike="noStrike" kern="1200" cap="none" spc="150" normalizeH="0" baseline="0" noProof="1">
                <a:solidFill>
                  <a:schemeClr val="tx1"/>
                </a:solidFill>
                <a:uFillTx/>
                <a:latin typeface="微软雅黑" panose="020B0503020204020204" charset="-122"/>
                <a:ea typeface="微软雅黑" panose="020B050302020402020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编辑文本</a:t>
            </a:r>
            <a:endParaRPr lang="zh-CN" altLang="en-US" noProof="1"/>
          </a:p>
        </p:txBody>
      </p:sp>
      <p:sp>
        <p:nvSpPr>
          <p:cNvPr id="12" name="文本占位符 11"/>
          <p:cNvSpPr>
            <a:spLocks noGrp="1"/>
          </p:cNvSpPr>
          <p:nvPr>
            <p:ph type="body" sz="quarter" idx="13" hasCustomPrompt="1"/>
            <p:custDataLst>
              <p:tags r:id="rId7"/>
            </p:custDataLst>
          </p:nvPr>
        </p:nvSpPr>
        <p:spPr>
          <a:xfrm>
            <a:off x="1256831" y="2383625"/>
            <a:ext cx="4098600" cy="356400"/>
          </a:xfrm>
        </p:spPr>
        <p:txBody>
          <a:bodyPr anchor="b"/>
          <a:lstStyle>
            <a:lvl1pPr marL="0" indent="0" algn="r">
              <a:buNone/>
              <a:defRPr>
                <a:solidFill>
                  <a:schemeClr val="tx1"/>
                </a:solidFill>
              </a:defRPr>
            </a:lvl1pPr>
            <a:lvl2pPr marL="342900" indent="0">
              <a:buNone/>
              <a:defRPr/>
            </a:lvl2pPr>
          </a:lstStyle>
          <a:p>
            <a:pPr lvl="0"/>
            <a:r>
              <a:rPr lang="zh-CN" altLang="en-US" noProof="1"/>
              <a:t>编辑文本</a:t>
            </a:r>
            <a:endParaRPr lang="zh-CN" altLang="en-US" noProof="1"/>
          </a:p>
        </p:txBody>
      </p:sp>
      <p:sp>
        <p:nvSpPr>
          <p:cNvPr id="8" name="日期占位符 3"/>
          <p:cNvSpPr>
            <a:spLocks noGrp="1"/>
          </p:cNvSpPr>
          <p:nvPr>
            <p:ph type="dt" sz="half" idx="14"/>
            <p:custDataLst>
              <p:tags r:id="rId8"/>
            </p:custDataLst>
          </p:nvPr>
        </p:nvSpPr>
        <p:spPr/>
        <p:txBody>
          <a:bodyPr/>
          <a:lstStyle>
            <a:lvl1pPr>
              <a:defRPr/>
            </a:lvl1pPr>
          </a:lstStyle>
          <a:p>
            <a:pPr>
              <a:defRPr/>
            </a:pPr>
            <a:endParaRPr lang="zh-CN" altLang="en-US"/>
          </a:p>
        </p:txBody>
      </p:sp>
      <p:sp>
        <p:nvSpPr>
          <p:cNvPr id="9" name="页脚占位符 4"/>
          <p:cNvSpPr>
            <a:spLocks noGrp="1"/>
          </p:cNvSpPr>
          <p:nvPr>
            <p:ph type="ftr" sz="quarter" idx="15"/>
            <p:custDataLst>
              <p:tags r:id="rId9"/>
            </p:custDataLst>
          </p:nvPr>
        </p:nvSpPr>
        <p:spPr/>
        <p:txBody>
          <a:bodyPr/>
          <a:lstStyle>
            <a:lvl1pPr>
              <a:defRPr/>
            </a:lvl1pPr>
          </a:lstStyle>
          <a:p>
            <a:pPr>
              <a:defRPr/>
            </a:pPr>
            <a:endParaRPr lang="zh-CN" altLang="en-US"/>
          </a:p>
        </p:txBody>
      </p:sp>
      <p:sp>
        <p:nvSpPr>
          <p:cNvPr id="10" name="灯片编号占位符 5"/>
          <p:cNvSpPr>
            <a:spLocks noGrp="1"/>
          </p:cNvSpPr>
          <p:nvPr>
            <p:ph type="sldNum" sz="quarter" idx="16"/>
            <p:custDataLst>
              <p:tags r:id="rId10"/>
            </p:custDataLst>
          </p:nvPr>
        </p:nvSpPr>
        <p:spPr/>
        <p:txBody>
          <a:bodyPr/>
          <a:lstStyle>
            <a:lvl1pPr>
              <a:defRPr/>
            </a:lvl1pPr>
          </a:lstStyle>
          <a:p>
            <a:pPr>
              <a:defRPr/>
            </a:pPr>
            <a:fld id="{DD47DC10-9F80-47CA-9BB0-03FC4730FA4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502448" y="952508"/>
            <a:ext cx="3962432" cy="5388907"/>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4679158" y="952508"/>
            <a:ext cx="3962432" cy="5388907"/>
          </a:xfrm>
        </p:spPr>
        <p:txBody>
          <a:bodyPr>
            <a:noAutofit/>
          </a:bodyPr>
          <a:lstStyle>
            <a:lvl1pPr>
              <a:defRPr sz="1200">
                <a:latin typeface="微软雅黑" panose="020B0503020204020204" charset="-122"/>
                <a:ea typeface="微软雅黑" panose="020B0503020204020204" charset="-122"/>
              </a:defRPr>
            </a:lvl1pPr>
            <a:lvl2pPr>
              <a:defRPr sz="1200">
                <a:latin typeface="微软雅黑" panose="020B0503020204020204" charset="-122"/>
                <a:ea typeface="微软雅黑" panose="020B0503020204020204" charset="-122"/>
              </a:defRPr>
            </a:lvl2pPr>
            <a:lvl3pPr>
              <a:defRPr sz="1200">
                <a:latin typeface="微软雅黑" panose="020B0503020204020204" charset="-122"/>
                <a:ea typeface="微软雅黑" panose="020B0503020204020204" charset="-122"/>
              </a:defRPr>
            </a:lvl3pPr>
            <a:lvl4pPr>
              <a:defRPr sz="1200">
                <a:latin typeface="微软雅黑" panose="020B0503020204020204" charset="-122"/>
                <a:ea typeface="微软雅黑" panose="020B0503020204020204" charset="-122"/>
              </a:defRPr>
            </a:lvl4pPr>
            <a:lvl5pPr>
              <a:defRPr sz="1200">
                <a:latin typeface="微软雅黑" panose="020B0503020204020204" charset="-122"/>
                <a:ea typeface="微软雅黑" panose="020B0503020204020204" charset="-122"/>
              </a:defRPr>
            </a:lvl5pPr>
          </a:lstStyle>
          <a:p>
            <a:pPr lvl="0"/>
            <a:r>
              <a:rPr lang="zh-CN" altLang="en-US" noProof="1">
                <a:sym typeface="+mn-ea"/>
              </a:rPr>
              <a:t>单击此处</a:t>
            </a:r>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530820CF-B880-4189-942D-D702A7CBA730}"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3"/>
            </p:custDataLst>
          </p:nvPr>
        </p:nvSpPr>
        <p:spPr>
          <a:xfrm>
            <a:off x="502448" y="952508"/>
            <a:ext cx="3962432" cy="381003"/>
          </a:xfrm>
        </p:spPr>
        <p:txBody>
          <a:bodyPr tIns="38100" rIns="76200" bIns="3810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微软雅黑" panose="020B0503020204020204" charset="-122"/>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sym typeface="+mn-ea"/>
              </a:rPr>
              <a:t>单击此处</a:t>
            </a:r>
            <a:r>
              <a:rPr lang="zh-CN" altLang="en-US" noProof="1"/>
              <a:t>编辑母版文本样式</a:t>
            </a:r>
            <a:endParaRPr lang="zh-CN" altLang="en-US" noProof="1"/>
          </a:p>
        </p:txBody>
      </p:sp>
      <p:sp>
        <p:nvSpPr>
          <p:cNvPr id="4" name="内容占位符 3"/>
          <p:cNvSpPr>
            <a:spLocks noGrp="1"/>
          </p:cNvSpPr>
          <p:nvPr>
            <p:ph sz="half" idx="2"/>
            <p:custDataLst>
              <p:tags r:id="rId4"/>
            </p:custDataLst>
          </p:nvPr>
        </p:nvSpPr>
        <p:spPr>
          <a:xfrm>
            <a:off x="502444" y="1406525"/>
            <a:ext cx="3962400" cy="4934752"/>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5"/>
            </p:custDataLst>
          </p:nvPr>
        </p:nvSpPr>
        <p:spPr>
          <a:xfrm>
            <a:off x="4676813" y="952508"/>
            <a:ext cx="396243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sym typeface="+mn-ea"/>
              </a:rPr>
              <a:t>单击此处编辑母版文本样式</a:t>
            </a:r>
            <a:endParaRPr lang="zh-CN" altLang="en-US" noProof="1">
              <a:sym typeface="+mn-ea"/>
            </a:endParaRPr>
          </a:p>
        </p:txBody>
      </p:sp>
      <p:sp>
        <p:nvSpPr>
          <p:cNvPr id="6" name="内容占位符 5"/>
          <p:cNvSpPr>
            <a:spLocks noGrp="1"/>
          </p:cNvSpPr>
          <p:nvPr>
            <p:ph sz="quarter" idx="4"/>
            <p:custDataLst>
              <p:tags r:id="rId6"/>
            </p:custDataLst>
          </p:nvPr>
        </p:nvSpPr>
        <p:spPr>
          <a:xfrm>
            <a:off x="4676813" y="1406525"/>
            <a:ext cx="3962432" cy="4934752"/>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530820CF-B880-4189-942D-D702A7CBA730}"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fld id="{530820CF-B880-4189-942D-D702A7CBA730}" type="datetimeFigureOut">
              <a:rPr lang="zh-CN" altLang="en-US" smtClean="0"/>
            </a:fld>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fld id="{530820CF-B880-4189-942D-D702A7CBA730}" type="datetimeFigureOut">
              <a:rPr lang="zh-CN" altLang="en-US" smtClean="0"/>
            </a:fld>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8"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502448" y="952508"/>
            <a:ext cx="396243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lang="zh-CN" altLang="en-US" noProof="1">
              <a:sym typeface="+mn-ea"/>
            </a:endParaRPr>
          </a:p>
        </p:txBody>
      </p:sp>
      <p:sp>
        <p:nvSpPr>
          <p:cNvPr id="4" name="文本占位符 3"/>
          <p:cNvSpPr>
            <a:spLocks noGrp="1"/>
          </p:cNvSpPr>
          <p:nvPr>
            <p:ph type="body" sz="half" idx="2"/>
            <p:custDataLst>
              <p:tags r:id="rId4"/>
            </p:custDataLst>
          </p:nvPr>
        </p:nvSpPr>
        <p:spPr>
          <a:xfrm>
            <a:off x="4679194" y="952508"/>
            <a:ext cx="3962432" cy="5388907"/>
          </a:xfrm>
        </p:spPr>
        <p:txBody>
          <a:bodyPr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lang="zh-CN" altLang="en-US" noProof="1">
                <a:sym typeface="+mn-ea"/>
              </a:rPr>
              <a:t>单击此处编辑母版文本样式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530820CF-B880-4189-942D-D702A7CBA730}"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952508"/>
            <a:ext cx="713238"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502444" y="952500"/>
            <a:ext cx="7371076" cy="5388907"/>
          </a:xfrm>
        </p:spPr>
        <p:txBody>
          <a:bodyPr vert="eaVert"/>
          <a:lstStyle>
            <a:lvl1pPr indent="0" eaLnBrk="1" fontAlgn="auto" latinLnBrk="0" hangingPunct="1">
              <a:defRPr>
                <a:latin typeface="微软雅黑" panose="020B0503020204020204" charset="-122"/>
                <a:ea typeface="微软雅黑" panose="020B0503020204020204" charset="-122"/>
              </a:defRPr>
            </a:lvl1pPr>
            <a:lvl2pPr indent="0" eaLnBrk="1" fontAlgn="auto" latinLnBrk="0" hangingPunct="1">
              <a:defRPr>
                <a:latin typeface="微软雅黑" panose="020B0503020204020204" charset="-122"/>
                <a:ea typeface="微软雅黑" panose="020B0503020204020204" charset="-122"/>
              </a:defRPr>
            </a:lvl2pPr>
            <a:lvl3pPr indent="0" eaLnBrk="1" fontAlgn="auto" latinLnBrk="0" hangingPunct="1">
              <a:defRPr>
                <a:latin typeface="微软雅黑" panose="020B0503020204020204" charset="-122"/>
                <a:ea typeface="微软雅黑" panose="020B0503020204020204" charset="-122"/>
              </a:defRPr>
            </a:lvl3pPr>
            <a:lvl4pPr indent="0" eaLnBrk="1" fontAlgn="auto" latinLnBrk="0" hangingPunct="1">
              <a:defRPr>
                <a:latin typeface="微软雅黑" panose="020B0503020204020204" charset="-122"/>
                <a:ea typeface="微软雅黑" panose="020B0503020204020204" charset="-122"/>
              </a:defRPr>
            </a:lvl4pPr>
            <a:lvl5pPr indent="0" eaLnBrk="1" fontAlgn="auto" latinLnBrk="0" hangingPunct="1">
              <a:defRPr>
                <a:latin typeface="微软雅黑" panose="020B0503020204020204" charset="-122"/>
                <a:ea typeface="微软雅黑" panose="020B0503020204020204" charset="-122"/>
              </a:defRPr>
            </a:lvl5pPr>
          </a:lstStyle>
          <a:p>
            <a:pPr lvl="0"/>
            <a:r>
              <a:rPr lang="zh-CN" altLang="en-US" noProof="1">
                <a:sym typeface="+mn-ea"/>
              </a:rPr>
              <a:t>单击此处</a:t>
            </a:r>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502448" y="952508"/>
            <a:ext cx="8139178" cy="5388907"/>
          </a:xfrm>
        </p:spPr>
        <p:txBody>
          <a:bodyPr/>
          <a:lstStyle>
            <a:lvl1pPr>
              <a:defRPr/>
            </a:lvl1pPr>
          </a:lstStyle>
          <a:p>
            <a:pPr lvl="0"/>
            <a:r>
              <a:rPr lang="zh-CN" altLang="en-US" noProof="1">
                <a:sym typeface="+mn-ea"/>
              </a:rPr>
              <a:t>单击此处</a:t>
            </a:r>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pPr>
              <a:defRPr/>
            </a:pPr>
            <a:fld id="{5E5EBB0C-5A13-436A-8D2C-3DC1B1265DA7}"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13" name="图片 12"/>
          <p:cNvPicPr>
            <a:picLocks noChangeAspect="1"/>
          </p:cNvPicPr>
          <p:nvPr>
            <p:custDataLst>
              <p:tags r:id="rId2"/>
            </p:custDataLst>
          </p:nvPr>
        </p:nvPicPr>
        <p:blipFill rotWithShape="1">
          <a:blip r:embed="rId3">
            <a:extLst>
              <a:ext uri="{28A0092B-C50C-407E-A947-70E740481C1C}">
                <a14:useLocalDpi xmlns:a14="http://schemas.microsoft.com/office/drawing/2010/main" val="0"/>
              </a:ext>
            </a:extLst>
          </a:blip>
          <a:srcRect t="9387" b="34447"/>
          <a:stretch>
            <a:fillRect/>
          </a:stretch>
        </p:blipFill>
        <p:spPr>
          <a:xfrm>
            <a:off x="1" y="-2"/>
            <a:ext cx="9143999" cy="4542287"/>
          </a:xfrm>
          <a:prstGeom prst="rect">
            <a:avLst/>
          </a:prstGeom>
        </p:spPr>
      </p:pic>
      <p:sp>
        <p:nvSpPr>
          <p:cNvPr id="5" name="矩形 4"/>
          <p:cNvSpPr/>
          <p:nvPr>
            <p:custDataLst>
              <p:tags r:id="rId4"/>
            </p:custDataLst>
          </p:nvPr>
        </p:nvSpPr>
        <p:spPr>
          <a:xfrm>
            <a:off x="0" y="5637213"/>
            <a:ext cx="9144000" cy="1220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cs typeface="+mn-ea"/>
            </a:endParaRPr>
          </a:p>
        </p:txBody>
      </p:sp>
      <p:sp>
        <p:nvSpPr>
          <p:cNvPr id="6" name="等腰三角形 5"/>
          <p:cNvSpPr/>
          <p:nvPr>
            <p:custDataLst>
              <p:tags r:id="rId5"/>
            </p:custDataLst>
          </p:nvPr>
        </p:nvSpPr>
        <p:spPr>
          <a:xfrm rot="5400000" flipV="1">
            <a:off x="3140273" y="-1146968"/>
            <a:ext cx="2863453" cy="12192000"/>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cs typeface="+mn-ea"/>
            </a:endParaRPr>
          </a:p>
        </p:txBody>
      </p:sp>
      <p:sp>
        <p:nvSpPr>
          <p:cNvPr id="7" name="直角三角形 6"/>
          <p:cNvSpPr/>
          <p:nvPr>
            <p:custDataLst>
              <p:tags r:id="rId6"/>
            </p:custDataLst>
          </p:nvPr>
        </p:nvSpPr>
        <p:spPr>
          <a:xfrm>
            <a:off x="0" y="3621088"/>
            <a:ext cx="9144000" cy="3236912"/>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cs typeface="+mn-ea"/>
            </a:endParaRPr>
          </a:p>
        </p:txBody>
      </p:sp>
      <p:sp>
        <p:nvSpPr>
          <p:cNvPr id="8" name="直角三角形 7"/>
          <p:cNvSpPr/>
          <p:nvPr>
            <p:custDataLst>
              <p:tags r:id="rId7"/>
            </p:custDataLst>
          </p:nvPr>
        </p:nvSpPr>
        <p:spPr>
          <a:xfrm flipH="1">
            <a:off x="0" y="3044825"/>
            <a:ext cx="9144000" cy="3813175"/>
          </a:xfrm>
          <a:prstGeom prst="r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cs typeface="+mn-ea"/>
            </a:endParaRPr>
          </a:p>
        </p:txBody>
      </p:sp>
      <p:sp>
        <p:nvSpPr>
          <p:cNvPr id="2" name="标题 1"/>
          <p:cNvSpPr>
            <a:spLocks noGrp="1"/>
          </p:cNvSpPr>
          <p:nvPr>
            <p:ph type="title" hasCustomPrompt="1"/>
            <p:custDataLst>
              <p:tags r:id="rId8"/>
            </p:custDataLst>
          </p:nvPr>
        </p:nvSpPr>
        <p:spPr>
          <a:xfrm>
            <a:off x="5572125" y="4290060"/>
            <a:ext cx="3319463" cy="1175385"/>
          </a:xfrm>
        </p:spPr>
        <p:txBody>
          <a:bodyPr rIns="25400" rtlCol="0" anchor="b">
            <a:noAutofit/>
          </a:bodyPr>
          <a:lstStyle>
            <a:lvl1pPr marL="0" marR="0" algn="r" defTabSz="914400" rtl="0" eaLnBrk="1" fontAlgn="auto" latinLnBrk="0" hangingPunct="1">
              <a:lnSpc>
                <a:spcPct val="100000"/>
              </a:lnSpc>
              <a:buNone/>
              <a:defRPr kumimoji="0" lang="zh-CN" altLang="en-US" sz="4950" b="1" i="0" u="none" strike="noStrike" kern="1200" cap="none" spc="6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lang="zh-CN" altLang="en-US" noProof="1">
                <a:sym typeface="+mn-ea"/>
              </a:rPr>
              <a:t>编辑标题</a:t>
            </a:r>
            <a:endParaRPr noProof="1">
              <a:sym typeface="+mn-ea"/>
            </a:endParaRPr>
          </a:p>
        </p:txBody>
      </p:sp>
      <p:sp>
        <p:nvSpPr>
          <p:cNvPr id="14" name="文本占位符 13"/>
          <p:cNvSpPr>
            <a:spLocks noGrp="1"/>
          </p:cNvSpPr>
          <p:nvPr>
            <p:ph type="body" sz="quarter" idx="14" hasCustomPrompt="1"/>
            <p:custDataLst>
              <p:tags r:id="rId9"/>
            </p:custDataLst>
          </p:nvPr>
        </p:nvSpPr>
        <p:spPr>
          <a:xfrm>
            <a:off x="5572124" y="5540698"/>
            <a:ext cx="3319358" cy="691347"/>
          </a:xfrm>
        </p:spPr>
        <p:txBody>
          <a:bodyPr>
            <a:normAutofit/>
          </a:bodyPr>
          <a:lstStyle>
            <a:lvl1pPr marL="0" indent="0" algn="r">
              <a:buNone/>
              <a:defRPr sz="2400"/>
            </a:lvl1pPr>
            <a:lvl2pPr marL="342900" indent="0">
              <a:buNone/>
              <a:defRPr/>
            </a:lvl2pPr>
          </a:lstStyle>
          <a:p>
            <a:pPr lvl="0"/>
            <a:r>
              <a:rPr lang="zh-CN" altLang="en-US" noProof="1"/>
              <a:t>编辑文本</a:t>
            </a:r>
            <a:endParaRPr lang="zh-CN" altLang="en-US" noProof="1"/>
          </a:p>
        </p:txBody>
      </p:sp>
      <p:sp>
        <p:nvSpPr>
          <p:cNvPr id="9" name="日期占位符 2"/>
          <p:cNvSpPr>
            <a:spLocks noGrp="1"/>
          </p:cNvSpPr>
          <p:nvPr>
            <p:ph type="dt" sz="half" idx="15"/>
            <p:custDataLst>
              <p:tags r:id="rId10"/>
            </p:custDataLst>
          </p:nvPr>
        </p:nvSpPr>
        <p:spPr/>
        <p:txBody>
          <a:bodyPr/>
          <a:lstStyle>
            <a:lvl1pPr>
              <a:defRPr/>
            </a:lvl1pPr>
          </a:lstStyle>
          <a:p>
            <a:pPr>
              <a:defRPr/>
            </a:pPr>
            <a:endParaRPr lang="zh-CN" altLang="en-US"/>
          </a:p>
        </p:txBody>
      </p:sp>
      <p:sp>
        <p:nvSpPr>
          <p:cNvPr id="10" name="页脚占位符 3"/>
          <p:cNvSpPr>
            <a:spLocks noGrp="1"/>
          </p:cNvSpPr>
          <p:nvPr>
            <p:ph type="ftr" sz="quarter" idx="16"/>
            <p:custDataLst>
              <p:tags r:id="rId11"/>
            </p:custDataLst>
          </p:nvPr>
        </p:nvSpPr>
        <p:spPr/>
        <p:txBody>
          <a:bodyPr/>
          <a:lstStyle>
            <a:lvl1pPr>
              <a:defRPr/>
            </a:lvl1pPr>
          </a:lstStyle>
          <a:p>
            <a:pPr>
              <a:defRPr/>
            </a:pPr>
            <a:endParaRPr lang="zh-CN" altLang="en-US"/>
          </a:p>
        </p:txBody>
      </p:sp>
      <p:sp>
        <p:nvSpPr>
          <p:cNvPr id="11" name="灯片编号占位符 4"/>
          <p:cNvSpPr>
            <a:spLocks noGrp="1"/>
          </p:cNvSpPr>
          <p:nvPr>
            <p:ph type="sldNum" sz="quarter" idx="17"/>
            <p:custDataLst>
              <p:tags r:id="rId12"/>
            </p:custDataLst>
          </p:nvPr>
        </p:nvSpPr>
        <p:spPr/>
        <p:txBody>
          <a:bodyPr/>
          <a:lstStyle>
            <a:lvl1pPr>
              <a:defRPr/>
            </a:lvl1pPr>
          </a:lstStyle>
          <a:p>
            <a:pPr>
              <a:defRPr/>
            </a:pPr>
            <a:fld id="{4FC38A87-77AC-48C7-9F0B-A360E0E07000}"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76.xml"/><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tags" Target="../tags/tag73.xml"/><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2"/>
            </p:custDataLst>
          </p:nvPr>
        </p:nvSpPr>
        <p:spPr bwMode="auto">
          <a:xfrm>
            <a:off x="502444" y="442913"/>
            <a:ext cx="8139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dirty="0"/>
              <a:t>单击此处编辑母版标题样式</a:t>
            </a:r>
            <a:endParaRPr lang="zh-CN" altLang="en-US" dirty="0"/>
          </a:p>
        </p:txBody>
      </p:sp>
      <p:sp>
        <p:nvSpPr>
          <p:cNvPr id="1027" name="文本占位符 2"/>
          <p:cNvSpPr>
            <a:spLocks noGrp="1" noChangeArrowheads="1"/>
          </p:cNvSpPr>
          <p:nvPr>
            <p:ph type="body" idx="9"/>
            <p:custDataLst>
              <p:tags r:id="rId13"/>
            </p:custDataLst>
          </p:nvPr>
        </p:nvSpPr>
        <p:spPr bwMode="auto">
          <a:xfrm>
            <a:off x="502444" y="952500"/>
            <a:ext cx="8139113"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59606" y="6350000"/>
            <a:ext cx="2025254" cy="315913"/>
          </a:xfrm>
          <a:prstGeom prst="rect">
            <a:avLst/>
          </a:prstGeom>
        </p:spPr>
        <p:txBody>
          <a:bodyPr vert="horz" lIns="91440" tIns="45720" rIns="91440" bIns="45720" rtlCol="0" anchor="ctr">
            <a:normAutofit/>
          </a:bodyPr>
          <a:lstStyle>
            <a:lvl1pPr algn="l">
              <a:defRPr sz="900" noProof="1">
                <a:solidFill>
                  <a:schemeClr val="tx1">
                    <a:tint val="75000"/>
                  </a:schemeClr>
                </a:solidFill>
                <a:ea typeface="微软雅黑" panose="020B0503020204020204"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291" y="6350000"/>
            <a:ext cx="2969419" cy="315913"/>
          </a:xfrm>
          <a:prstGeom prst="rect">
            <a:avLst/>
          </a:prstGeom>
        </p:spPr>
        <p:txBody>
          <a:bodyPr vert="horz" lIns="91440" tIns="45720" rIns="91440" bIns="45720" rtlCol="0" anchor="ctr">
            <a:normAutofit/>
          </a:bodyPr>
          <a:lstStyle>
            <a:lvl1pPr algn="ctr">
              <a:defRPr sz="900" noProof="1">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6457950" y="6350000"/>
            <a:ext cx="2025254" cy="315913"/>
          </a:xfrm>
          <a:prstGeom prst="rect">
            <a:avLst/>
          </a:prstGeom>
        </p:spPr>
        <p:txBody>
          <a:bodyPr vert="horz" lIns="91440" tIns="45720" rIns="91440" bIns="45720" rtlCol="0" anchor="ctr">
            <a:normAutofit/>
          </a:bodyPr>
          <a:lstStyle>
            <a:lvl1pPr algn="r">
              <a:defRPr sz="900" noProof="1">
                <a:solidFill>
                  <a:schemeClr val="tx1">
                    <a:tint val="75000"/>
                  </a:schemeClr>
                </a:solidFill>
                <a:ea typeface="微软雅黑" panose="020B0503020204020204" charset="-122"/>
              </a:defRPr>
            </a:lvl1pPr>
          </a:lstStyle>
          <a:p>
            <a:fld id="{0C913308-F349-4B6D-A68A-DD1791B4A57B}" type="slidenum">
              <a:rPr lang="zh-CN" altLang="en-US" smtClean="0"/>
            </a:fld>
            <a:endParaRPr lang="zh-CN" altLang="en-US"/>
          </a:p>
        </p:txBody>
      </p:sp>
      <p:sp>
        <p:nvSpPr>
          <p:cNvPr id="2"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hf sldNum="0" hdr="0" ftr="0" dt="0"/>
  <p:txStyles>
    <p:titleStyle>
      <a:lvl1pPr algn="l" rtl="0" eaLnBrk="1" fontAlgn="base" hangingPunct="1">
        <a:spcBef>
          <a:spcPct val="0"/>
        </a:spcBef>
        <a:spcAft>
          <a:spcPct val="0"/>
        </a:spcAft>
        <a:defRPr sz="1800" b="1" kern="1200" spc="200">
          <a:solidFill>
            <a:schemeClr val="tx1"/>
          </a:solidFill>
          <a:latin typeface="微软雅黑" panose="020B0503020204020204" charset="-122"/>
          <a:ea typeface="微软雅黑" panose="020B0503020204020204" charset="-122"/>
          <a:cs typeface="+mj-cs"/>
        </a:defRPr>
      </a:lvl1pPr>
      <a:lvl2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2pPr>
      <a:lvl3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3pPr>
      <a:lvl4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4pPr>
      <a:lvl5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6pPr>
      <a:lvl7pPr marL="9144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7pPr>
      <a:lvl8pPr marL="13716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8pPr>
      <a:lvl9pPr marL="18288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9pPr>
    </p:titleStyle>
    <p:bodyStyle>
      <a:lvl1pPr marL="171450" indent="-171450" algn="l" rtl="0" eaLnBrk="1" fontAlgn="base" hangingPunct="1">
        <a:lnSpc>
          <a:spcPct val="130000"/>
        </a:lnSpc>
        <a:spcBef>
          <a:spcPct val="0"/>
        </a:spcBef>
        <a:spcAft>
          <a:spcPts val="1000"/>
        </a:spcAft>
        <a:buFont typeface="Arial" panose="020B0604020202020204" pitchFamily="34" charset="0"/>
        <a:buChar char="•"/>
        <a:defRPr sz="1200" kern="1200" spc="150">
          <a:solidFill>
            <a:schemeClr val="tx1"/>
          </a:solidFill>
          <a:latin typeface="微软雅黑" panose="020B0503020204020204" charset="-122"/>
          <a:ea typeface="微软雅黑" panose="020B0503020204020204" charset="-122"/>
          <a:cs typeface="+mn-cs"/>
        </a:defRPr>
      </a:lvl1pPr>
      <a:lvl2pPr marL="5143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mn-cs"/>
        </a:defRPr>
      </a:lvl2pPr>
      <a:lvl3pPr marL="8572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mn-cs"/>
        </a:defRPr>
      </a:lvl3pPr>
      <a:lvl4pPr marL="12001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mn-cs"/>
        </a:defRPr>
      </a:lvl4pPr>
      <a:lvl5pPr marL="15430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sz="3200"/>
              <a:t>从预测进化，AI能“构想”新蛋白质结构</a:t>
            </a:r>
            <a:endParaRPr lang="zh-CN" altLang="en-US" sz="3200"/>
          </a:p>
        </p:txBody>
      </p:sp>
      <p:pic>
        <p:nvPicPr>
          <p:cNvPr id="5" name="图片 4" descr="WPS演示6-060素材文件"/>
          <p:cNvPicPr/>
          <p:nvPr/>
        </p:nvPicPr>
        <p:blipFill>
          <a:blip r:embed="rId1"/>
          <a:stretch>
            <a:fillRect/>
          </a:stretch>
        </p:blipFill>
        <p:spPr>
          <a:xfrm>
            <a:off x="1260000" y="1800000"/>
            <a:ext cx="6480000" cy="432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0" fill="hold"/>
                                        <p:tgtEl>
                                          <p:spTgt spid="5"/>
                                        </p:tgtEl>
                                        <p:attrNameLst>
                                          <p:attrName>ppt_w</p:attrName>
                                        </p:attrNameLst>
                                      </p:cBhvr>
                                      <p:tavLst>
                                        <p:tav tm="0" fmla="#ppt_w*sin(2.5*pi*$)">
                                          <p:val>
                                            <p:fltVal val="0"/>
                                          </p:val>
                                        </p:tav>
                                        <p:tav tm="100000">
                                          <p:val>
                                            <p:fltVal val="1"/>
                                          </p:val>
                                        </p:tav>
                                      </p:tavLst>
                                    </p:anim>
                                    <p:anim calcmode="lin" valueType="num">
                                      <p:cBhvr>
                                        <p:cTn id="8" dur="5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0" y="952500"/>
            <a:ext cx="8139430" cy="5388610"/>
          </a:xfrm>
        </p:spPr>
        <p:txBody>
          <a:bodyPr/>
          <a:lstStyle/>
          <a:p>
            <a:r>
              <a:rPr lang="zh-CN" altLang="en-US" dirty="0"/>
              <a:t>蛋白质存在于每个细胞中，是一种线状分子，会自发折叠成复杂的</a:t>
            </a:r>
            <a:r>
              <a:rPr lang="en-US" altLang="zh-CN" dirty="0"/>
              <a:t>3D</a:t>
            </a:r>
            <a:r>
              <a:rPr lang="zh-CN" altLang="en-US" dirty="0"/>
              <a:t>形状，其形状与功能密切相关。例如，抗体蛋白折叠的形状能使它们精确识别和瞄准特定的异物，就像一把钥匙插入锁中一样。在细胞发育、</a:t>
            </a:r>
            <a:r>
              <a:rPr lang="en-US" altLang="zh-CN" dirty="0"/>
              <a:t>DNA</a:t>
            </a:r>
            <a:r>
              <a:rPr lang="zh-CN" altLang="en-US" dirty="0"/>
              <a:t>修复和新陈代谢等几乎所有生物学过程中，这种折叠非常关键。因此，了解蛋白质折叠结构对于了解生物体的功能以及最终生命的运作方式至关重要。</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pPr marL="285750" indent="-285750">
              <a:buFont typeface="Wingdings" panose="05000000000000000000" charset="0"/>
              <a:buChar char="Ø"/>
            </a:pPr>
            <a:r>
              <a:rPr lang="zh-CN" altLang="en-US"/>
              <a:t>AI构想</a:t>
            </a:r>
            <a:endParaRPr lang="zh-CN" altLang="en-US"/>
          </a:p>
        </p:txBody>
      </p:sp>
      <p:sp>
        <p:nvSpPr>
          <p:cNvPr id="3" name="内容占位符 2"/>
          <p:cNvSpPr>
            <a:spLocks noGrp="1"/>
          </p:cNvSpPr>
          <p:nvPr>
            <p:ph idx="1"/>
          </p:nvPr>
        </p:nvSpPr>
        <p:spPr/>
        <p:txBody>
          <a:bodyPr>
            <a:normAutofit/>
          </a:bodyPr>
          <a:lstStyle/>
          <a:p>
            <a:pPr marL="0" indent="0">
              <a:buNone/>
            </a:pPr>
            <a:r>
              <a:rPr lang="zh-CN" altLang="en-US"/>
              <a:t>利用阿尔法折叠，科学家获得了几乎所有（</a:t>
            </a:r>
            <a:r>
              <a:rPr lang="en-US" altLang="zh-CN"/>
              <a:t>98.5%</a:t>
            </a:r>
            <a:r>
              <a:rPr lang="zh-CN" altLang="en-US"/>
              <a:t>）人类蛋白质组的</a:t>
            </a:r>
            <a:r>
              <a:rPr lang="en-US" altLang="zh-CN"/>
              <a:t>3D</a:t>
            </a:r>
            <a:r>
              <a:rPr lang="zh-CN" altLang="en-US"/>
              <a:t>结构。其中</a:t>
            </a:r>
            <a:r>
              <a:rPr lang="en-US" altLang="zh-CN"/>
              <a:t>36%</a:t>
            </a:r>
            <a:r>
              <a:rPr lang="zh-CN" altLang="en-US"/>
              <a:t>的预测准确率非常高，另外</a:t>
            </a:r>
            <a:r>
              <a:rPr lang="en-US" altLang="zh-CN"/>
              <a:t>22%</a:t>
            </a:r>
            <a:r>
              <a:rPr lang="zh-CN" altLang="en-US"/>
              <a:t>的预测准确率较高。</a:t>
            </a:r>
            <a:endParaRPr lang="zh-CN" altLang="en-US"/>
          </a:p>
          <a:p>
            <a:pPr marL="0" indent="0">
              <a:buNone/>
            </a:pPr>
            <a:r>
              <a:rPr lang="zh-CN" altLang="en-US"/>
              <a:t>此次，研究人员向</a:t>
            </a:r>
            <a:r>
              <a:rPr lang="en-US" altLang="zh-CN"/>
              <a:t>AI</a:t>
            </a:r>
            <a:r>
              <a:rPr lang="zh-CN" altLang="en-US"/>
              <a:t>提供了完全随机的蛋白质结构的氨基酸序列，并向其中引入一些突变，直到</a:t>
            </a:r>
            <a:r>
              <a:rPr lang="en-US" altLang="zh-CN"/>
              <a:t>AI</a:t>
            </a:r>
            <a:r>
              <a:rPr lang="zh-CN" altLang="en-US"/>
              <a:t>神经网络预测到它们能将其折叠成稳定的结构为止，最终共产生了</a:t>
            </a:r>
            <a:r>
              <a:rPr lang="en-US" altLang="zh-CN"/>
              <a:t>2000</a:t>
            </a:r>
            <a:r>
              <a:rPr lang="zh-CN" altLang="en-US"/>
              <a:t>种全新的蛋白质序列。</a:t>
            </a:r>
            <a:endParaRPr lang="zh-CN" altLang="en-US"/>
          </a:p>
          <a:p>
            <a:pPr marL="0" indent="0">
              <a:buNone/>
            </a:pPr>
            <a:r>
              <a:rPr lang="zh-CN" altLang="en-US"/>
              <a:t>研究论文共同作者、美国华盛顿大学医学院蛋白质设计研究所贝克实验室的博士后学者伊万</a:t>
            </a:r>
            <a:r>
              <a:rPr lang="en-US" altLang="zh-CN"/>
              <a:t>·</a:t>
            </a:r>
            <a:r>
              <a:rPr lang="zh-CN" altLang="en-US"/>
              <a:t>阿尼先科表示：“任何时候，我们都没有引导</a:t>
            </a:r>
            <a:r>
              <a:rPr lang="en-US" altLang="zh-CN"/>
              <a:t>AI</a:t>
            </a:r>
            <a:r>
              <a:rPr lang="zh-CN" altLang="en-US"/>
              <a:t>得出特定结果，这些新的蛋白质结构完全是计算机‘构想’出来的。”</a:t>
            </a:r>
            <a:endParaRPr lang="zh-CN" altLang="en-US"/>
          </a:p>
          <a:p>
            <a:pPr marL="0" indent="0">
              <a:buNone/>
            </a:pPr>
            <a:r>
              <a:rPr lang="zh-CN" altLang="en-US"/>
              <a:t>研究人员表示，</a:t>
            </a:r>
            <a:r>
              <a:rPr lang="en-US" altLang="zh-CN"/>
              <a:t>AI</a:t>
            </a:r>
            <a:r>
              <a:rPr lang="zh-CN" altLang="en-US"/>
              <a:t>深度学习网络极大简化了蛋白质的设计。未来，希望利用</a:t>
            </a:r>
            <a:r>
              <a:rPr lang="en-US" altLang="zh-CN"/>
              <a:t>AI</a:t>
            </a:r>
            <a:r>
              <a:rPr lang="zh-CN" altLang="en-US"/>
              <a:t>设计具有功能的新蛋白质，包括基于蛋白质的药物、酶等。</a:t>
            </a:r>
            <a:endParaRPr lang="zh-CN" altLang="en-US"/>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ID" val="_1*i*2"/>
  <p:tag name="KSO_WM_UNIT_LAYERLEVEL" val="1"/>
  <p:tag name="KSO_WM_TAG_VERSION" val="1.0"/>
  <p:tag name="KSO_WM_BEAUTIFY_FLAG" val="#wm#"/>
  <p:tag name="KSO_WM_UNIT_TYPE" val="i"/>
  <p:tag name="KSO_WM_UNIT_INDEX" val="2"/>
  <p:tag name="KSO_WM_UNIT_DIAGRAM_ISNUMVISUAL" val="0"/>
  <p:tag name="KSO_WM_UNIT_DIAGRAM_ISREFERUNIT" val="0"/>
</p:tagLst>
</file>

<file path=ppt/tags/tag3.xml><?xml version="1.0" encoding="utf-8"?>
<p:tagLst xmlns:p="http://schemas.openxmlformats.org/presentationml/2006/main">
  <p:tag name="KSO_WM_UNIT_HIGHLIGHT" val="0"/>
  <p:tag name="KSO_WM_UNIT_COMPATIBLE" val="0"/>
  <p:tag name="KSO_WM_UNIT_ID" val="_1*i*3"/>
  <p:tag name="KSO_WM_UNIT_LAYERLEVEL" val="1"/>
  <p:tag name="KSO_WM_TAG_VERSION" val="1.0"/>
  <p:tag name="KSO_WM_BEAUTIFY_FLAG" val="#wm#"/>
  <p:tag name="KSO_WM_UNIT_TYPE" val="i"/>
  <p:tag name="KSO_WM_UNIT_INDEX" val="3"/>
  <p:tag name="KSO_WM_UNIT_DIAGRAM_ISNUMVISUAL" val="0"/>
  <p:tag name="KSO_WM_UNIT_DIAGRAM_ISREFERUNIT" val="0"/>
</p:tagLst>
</file>

<file path=ppt/tags/tag4.xml><?xml version="1.0" encoding="utf-8"?>
<p:tagLst xmlns:p="http://schemas.openxmlformats.org/presentationml/2006/main">
  <p:tag name="KSO_WM_UNIT_HIGHLIGHT" val="0"/>
  <p:tag name="KSO_WM_UNIT_COMPATIBLE" val="0"/>
  <p:tag name="KSO_WM_UNIT_ID" val="_1*i*4"/>
  <p:tag name="KSO_WM_UNIT_LAYERLEVEL" val="1"/>
  <p:tag name="KSO_WM_TAG_VERSION" val="1.0"/>
  <p:tag name="KSO_WM_BEAUTIFY_FLAG" val="#wm#"/>
  <p:tag name="KSO_WM_UNIT_TYPE" val="i"/>
  <p:tag name="KSO_WM_UNIT_INDEX" val="4"/>
  <p:tag name="KSO_WM_UNIT_DIAGRAM_ISNUMVISUAL" val="0"/>
  <p:tag name="KSO_WM_UNIT_DIAGRAM_ISREFERUNIT" val="0"/>
</p:tagLst>
</file>

<file path=ppt/tags/tag5.xml><?xml version="1.0" encoding="utf-8"?>
<p:tagLst xmlns:p="http://schemas.openxmlformats.org/presentationml/2006/main">
  <p:tag name="KSO_WM_UNIT_HIGHLIGHT" val="0"/>
  <p:tag name="KSO_WM_UNIT_COMPATIBLE" val="0"/>
  <p:tag name="KSO_WM_UNIT_ID" val="_1*i*5"/>
  <p:tag name="KSO_WM_UNIT_LAYERLEVEL" val="1"/>
  <p:tag name="KSO_WM_TAG_VERSION" val="1.0"/>
  <p:tag name="KSO_WM_BEAUTIFY_FLAG" val="#wm#"/>
  <p:tag name="KSO_WM_UNIT_TYPE" val="i"/>
  <p:tag name="KSO_WM_UNIT_INDEX" val="5"/>
  <p:tag name="KSO_WM_UNIT_DIAGRAM_ISNUMVISUAL" val="0"/>
  <p:tag name="KSO_WM_UNIT_DIAGRAM_ISREFERUNIT" val="0"/>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TYPE" val="i"/>
  <p:tag name="KSO_WM_UNIT_INDEX" val="1"/>
  <p:tag name="KSO_WM_UNIT_ID" val="_3*i*1"/>
  <p:tag name="KSO_WM_UNIT_LAYERLEVEL" val="1"/>
  <p:tag name="KSO_WM_TAG_VERSION" val="1.0"/>
  <p:tag name="KSO_WM_BEAUTIFY_FLAG" val="#wm#"/>
  <p:tag name="KSO_WM_UNIT_DIAGRAM_ISNUMVISUAL" val="0"/>
  <p:tag name="KSO_WM_UNIT_DIAGRAM_ISREFERUNIT" val="0"/>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ID" val="_11*i*2"/>
  <p:tag name="KSO_WM_UNIT_LAYERLEVEL" val="1"/>
  <p:tag name="KSO_WM_TAG_VERSION" val="1.0"/>
  <p:tag name="KSO_WM_BEAUTIFY_FLAG" val="#wm#"/>
  <p:tag name="KSO_WM_UNIT_TYPE" val="i"/>
  <p:tag name="KSO_WM_UNIT_INDEX" val="2"/>
  <p:tag name="KSO_WM_UNIT_DIAGRAM_ISNUMVISUAL" val="0"/>
  <p:tag name="KSO_WM_UNIT_DIAGRAM_ISREFERUNIT" val="0"/>
</p:tagLst>
</file>

<file path=ppt/tags/tag63.xml><?xml version="1.0" encoding="utf-8"?>
<p:tagLst xmlns:p="http://schemas.openxmlformats.org/presentationml/2006/main">
  <p:tag name="KSO_WM_UNIT_HIGHLIGHT" val="0"/>
  <p:tag name="KSO_WM_UNIT_COMPATIBLE" val="0"/>
  <p:tag name="KSO_WM_UNIT_ID" val="_11*i*3"/>
  <p:tag name="KSO_WM_UNIT_LAYERLEVEL" val="1"/>
  <p:tag name="KSO_WM_TAG_VERSION" val="1.0"/>
  <p:tag name="KSO_WM_BEAUTIFY_FLAG" val="#wm#"/>
  <p:tag name="KSO_WM_UNIT_TYPE" val="i"/>
  <p:tag name="KSO_WM_UNIT_INDEX" val="3"/>
  <p:tag name="KSO_WM_UNIT_DIAGRAM_ISNUMVISUAL" val="0"/>
  <p:tag name="KSO_WM_UNIT_DIAGRAM_ISREFERUNIT" val="0"/>
</p:tagLst>
</file>

<file path=ppt/tags/tag64.xml><?xml version="1.0" encoding="utf-8"?>
<p:tagLst xmlns:p="http://schemas.openxmlformats.org/presentationml/2006/main">
  <p:tag name="KSO_WM_UNIT_HIGHLIGHT" val="0"/>
  <p:tag name="KSO_WM_UNIT_COMPATIBLE" val="0"/>
  <p:tag name="KSO_WM_UNIT_ID" val="_11*i*4"/>
  <p:tag name="KSO_WM_UNIT_LAYERLEVEL" val="1"/>
  <p:tag name="KSO_WM_TAG_VERSION" val="1.0"/>
  <p:tag name="KSO_WM_BEAUTIFY_FLAG" val="#wm#"/>
  <p:tag name="KSO_WM_UNIT_TYPE" val="i"/>
  <p:tag name="KSO_WM_UNIT_INDEX" val="4"/>
  <p:tag name="KSO_WM_UNIT_DIAGRAM_ISNUMVISUAL" val="0"/>
  <p:tag name="KSO_WM_UNIT_DIAGRAM_ISREFERUNIT" val="0"/>
</p:tagLst>
</file>

<file path=ppt/tags/tag65.xml><?xml version="1.0" encoding="utf-8"?>
<p:tagLst xmlns:p="http://schemas.openxmlformats.org/presentationml/2006/main">
  <p:tag name="KSO_WM_UNIT_HIGHLIGHT" val="0"/>
  <p:tag name="KSO_WM_UNIT_COMPATIBLE" val="0"/>
  <p:tag name="KSO_WM_UNIT_ID" val="_11*i*5"/>
  <p:tag name="KSO_WM_UNIT_LAYERLEVEL" val="1"/>
  <p:tag name="KSO_WM_TAG_VERSION" val="1.0"/>
  <p:tag name="KSO_WM_BEAUTIFY_FLAG" val="#wm#"/>
  <p:tag name="KSO_WM_UNIT_TYPE" val="i"/>
  <p:tag name="KSO_WM_UNIT_INDEX" val="5"/>
  <p:tag name="KSO_WM_UNIT_DIAGRAM_ISNUMVISUAL" val="0"/>
  <p:tag name="KSO_WM_UNIT_DIAGRAM_ISREFERUNIT" val="0"/>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5"/>
</p:tagLst>
</file>

<file path=ppt/tags/tag72.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5"/>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6.xml><?xml version="1.0" encoding="utf-8"?>
<p:tagLst xmlns:p="http://schemas.openxmlformats.org/presentationml/2006/main">
  <p:tag name="KSO_WM_TAG_VERSION" val="1.0"/>
  <p:tag name="KSO_WM_BEAUTIFY_FLAG" val="#wm#"/>
  <p:tag name="KSO_WM_COMBINE_RELATE_SLIDE_ID" val="background20180947_1"/>
  <p:tag name="KSO_WM_TEMPLATE_CATEGORY" val="custom"/>
  <p:tag name="KSO_WM_TEMPLATE_INDEX" val="20196575"/>
  <p:tag name="KSO_WM_TEMPLATE_SUBCATEGORY" val="0"/>
  <p:tag name="KSO_WM_TEMPLATE_THUMBS_INDEX" val="1"/>
</p:tagLst>
</file>

<file path=ppt/tags/tag77.xml><?xml version="1.0" encoding="utf-8"?>
<p:tagLst xmlns:p="http://schemas.openxmlformats.org/presentationml/2006/main">
  <p:tag name="KSO_WPP_MARK_KEY" val="f3010e15-0a68-489e-84f9-5dd21dd87792"/>
  <p:tag name="COMMONDATA" val="eyJoZGlkIjoiNjQwNzdkNTI0ZmEyODlhNmVjYjU4ZGU0YTBmMWRhMTcifQ=="/>
</p:tagLst>
</file>

<file path=ppt/theme/theme1.xml><?xml version="1.0" encoding="utf-8"?>
<a:theme xmlns:a="http://schemas.openxmlformats.org/drawingml/2006/main" name="主题一">
  <a:themeElements>
    <a:clrScheme name="自定义 2">
      <a:dk1>
        <a:srgbClr val="466424"/>
      </a:dk1>
      <a:lt1>
        <a:srgbClr val="FFFFFF"/>
      </a:lt1>
      <a:dk2>
        <a:srgbClr val="7A9858"/>
      </a:dk2>
      <a:lt2>
        <a:srgbClr val="FFFFFF"/>
      </a:lt2>
      <a:accent1>
        <a:srgbClr val="3B561D"/>
      </a:accent1>
      <a:accent2>
        <a:srgbClr val="98CC77"/>
      </a:accent2>
      <a:accent3>
        <a:srgbClr val="779989"/>
      </a:accent3>
      <a:accent4>
        <a:srgbClr val="354B1B"/>
      </a:accent4>
      <a:accent5>
        <a:srgbClr val="466424"/>
      </a:accent5>
      <a:accent6>
        <a:srgbClr val="BED7CB"/>
      </a:accent6>
      <a:hlink>
        <a:srgbClr val="98CC77"/>
      </a:hlink>
      <a:folHlink>
        <a:srgbClr val="AABBCB"/>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Verve</Template>
  <TotalTime>0</TotalTime>
  <Words>495</Words>
  <Application>WPS 演示</Application>
  <PresentationFormat>全屏显示(4:3)</PresentationFormat>
  <Paragraphs>12</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微软雅黑</vt:lpstr>
      <vt:lpstr>Wingdings</vt:lpstr>
      <vt:lpstr>Arial Unicode MS</vt:lpstr>
      <vt:lpstr>Calibri</vt:lpstr>
      <vt:lpstr>主题一</vt:lpstr>
      <vt:lpstr>从预测进化，AI能“构想”新蛋白质结构</vt:lpstr>
      <vt:lpstr>PowerPoint 演示文稿</vt:lpstr>
      <vt:lpstr>AI构想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86133</cp:lastModifiedBy>
  <cp:revision>9</cp:revision>
  <dcterms:created xsi:type="dcterms:W3CDTF">2021-12-05T07:51:00Z</dcterms:created>
  <dcterms:modified xsi:type="dcterms:W3CDTF">2023-12-16T05:41:48Z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25742399D19949AE817BD33058C99B7A_12</vt:lpwstr>
  </property>
  <property fmtid="{D5CDD505-2E9C-101B-9397-08002B2CF9AE}" pid="3" name="KSOProductBuildVer">
    <vt:lpwstr>2052-11.1.0.14227</vt:lpwstr>
  </property>
</Properties>
</file>