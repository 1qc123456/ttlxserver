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52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7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7204472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3675460" y="752475"/>
            <a:ext cx="1793081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0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871700" y="1826578"/>
            <a:ext cx="5400600" cy="949878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1871700" y="2826092"/>
            <a:ext cx="54006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7C5C5BC-8179-47C6-ACD1-86F1758E4D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C5601A2-478C-48FB-9C2B-36F7A064A92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278856" y="2284413"/>
            <a:ext cx="4586288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23888" y="3373606"/>
            <a:ext cx="7886700" cy="1061467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655676" y="4527773"/>
            <a:ext cx="5832648" cy="106146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9EB5F41-CFE1-4272-AB7D-E138FC4640D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5CB5C28-54F5-4A1B-B5B5-06650CE2B52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52D67F1-A68A-4E9B-B0E9-8323B2CCD8A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F7E322-248F-400B-82A6-B88B7FC8423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899CF0A-0928-40F0-8A07-3F776505560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8100C2F-6AA2-4AF4-A9ED-11348545876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BFAE42-DAC7-44CD-AC20-576CE5CF2F0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32D2733-B305-4D60-8089-6493AFCFDE7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7204472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045106" y="2313806"/>
            <a:ext cx="5053789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5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562B9-54C3-49F3-8974-4F8EFDAA28F6}" type="slidenum">
              <a:rPr lang="en-US" altLang="zh-CN" smtClean="0"/>
            </a:fld>
            <a:endParaRPr lang="en-US" altLang="zh-CN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73430" y="832485"/>
            <a:ext cx="7597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i="1"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今天我们全家到动物园看动物</a:t>
            </a:r>
            <a:endParaRPr lang="zh-CN" altLang="en-US" sz="3600" i="1"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56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3276600" y="1905000"/>
            <a:ext cx="2973600" cy="2592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7000" y="533400"/>
            <a:ext cx="6161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i="1">
                <a:latin typeface="黑体" panose="02010609060101010101" charset="-122"/>
                <a:ea typeface="黑体" panose="02010609060101010101" charset="-122"/>
              </a:rPr>
              <a:t>这是狮子</a:t>
            </a:r>
            <a:endParaRPr lang="zh-CN" altLang="en-US" sz="3600" i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COMMONDATA" val="eyJoZGlkIjoiM2Q2NDY3ODBmZDEyZTZiNTFiOWYyZGE1YmNkNTA1NzMifQ=="/>
</p:tagLst>
</file>

<file path=ppt/theme/theme1.xml><?xml version="1.0" encoding="utf-8"?>
<a:theme xmlns:a="http://schemas.openxmlformats.org/drawingml/2006/main" name="主题五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WPS 演示</Application>
  <PresentationFormat>全屏显示(4:3)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微软雅黑 Light</vt:lpstr>
      <vt:lpstr>楷体</vt:lpstr>
      <vt:lpstr>等线 Light</vt:lpstr>
      <vt:lpstr>黑体</vt:lpstr>
      <vt:lpstr>主题五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zy</cp:lastModifiedBy>
  <cp:revision>17</cp:revision>
  <cp:lastPrinted>2113-01-01T00:00:00Z</cp:lastPrinted>
  <dcterms:created xsi:type="dcterms:W3CDTF">2113-01-01T00:00:00Z</dcterms:created>
  <dcterms:modified xsi:type="dcterms:W3CDTF">2023-10-26T07:52:49Z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1B40B8358FE14C6AADA96A467CB0110A_12</vt:lpwstr>
  </property>
  <property fmtid="{D5CDD505-2E9C-101B-9397-08002B2CF9AE}" pid="4" name="KSOProductBuildVer">
    <vt:lpwstr>2052-11.1.0.14227</vt:lpwstr>
  </property>
</Properties>
</file>