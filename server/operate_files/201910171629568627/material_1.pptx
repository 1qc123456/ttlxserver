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出品公司：环球影业</a:t>
            </a:r>
            <a:endParaRPr lang="zh-CN" altLang="en-US" sz="20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400" dirty="0" smtClean="0">
                <a:latin typeface="隶书" pitchFamily="49" charset="-122"/>
                <a:ea typeface="隶书" pitchFamily="49" charset="-122"/>
              </a:rPr>
              <a:t>速度与激情</a:t>
            </a:r>
            <a:endParaRPr lang="zh-CN" altLang="en-US" sz="6400" dirty="0"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1478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000" dirty="0" smtClean="0">
                <a:solidFill>
                  <a:srgbClr val="0070C0"/>
                </a:solidFill>
              </a:rPr>
              <a:t>速度与激情专车</a:t>
            </a:r>
            <a:endParaRPr lang="zh-CN" altLang="en-US" sz="5000" dirty="0">
              <a:solidFill>
                <a:srgbClr val="0070C0"/>
              </a:solidFill>
            </a:endParaRPr>
          </a:p>
        </p:txBody>
      </p:sp>
      <p:pic>
        <p:nvPicPr>
          <p:cNvPr id="5" name="图片 4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000" y="1620000"/>
            <a:ext cx="576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7941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极目远眺">
  <a:themeElements>
    <a:clrScheme name="极目远眺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极目远眺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极目远眺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3</TotalTime>
  <Words>12</Words>
  <Application>Microsoft Office PowerPoint</Application>
  <PresentationFormat>全屏显示(4:3)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极目远眺</vt:lpstr>
      <vt:lpstr>速度与激情</vt:lpstr>
      <vt:lpstr>速度与激情专车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2</cp:revision>
  <dcterms:created xsi:type="dcterms:W3CDTF">2019-10-17T08:09:17Z</dcterms:created>
  <dcterms:modified xsi:type="dcterms:W3CDTF">2021-04-29T08:22:15Z</dcterms:modified>
</cp:coreProperties>
</file>