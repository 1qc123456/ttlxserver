
<file path=[Content_Types].xml><?xml version="1.0" encoding="utf-8"?>
<Types xmlns="http://schemas.openxmlformats.org/package/2006/content-types">
  <Default Extension="wav" ContentType="audio/x-wav"/>
  <Default Extension="png" ContentType="image/png"/>
  <Default Extension="jpeg" ContentType="image/jpeg"/>
  <Default Extension="JPG" ContentType="image/.jp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1" r:id="rId6"/>
    <p:sldId id="260" r:id="rId7"/>
    <p:sldId id="263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86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2" Type="http://schemas.openxmlformats.org/officeDocument/2006/relationships/audio" Target="../media/audio1.wav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4900613" y="752475"/>
            <a:ext cx="2390775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2495600" y="1826578"/>
            <a:ext cx="7200800" cy="949878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2495600" y="2826092"/>
            <a:ext cx="72008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12" name="click.wav"/>
          </p:stSnd>
        </p:sndAc>
      </p:transition>
    </mc:Choice>
    <mc:Fallback>
      <p:transition spd="slow" advTm="3000">
        <p:push dir="d"/>
        <p:sndAc>
          <p:stSnd>
            <p:snd r:embed="rId12" name="click.wav"/>
          </p:stSnd>
        </p:sndAc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7" name="click.wav"/>
          </p:stSnd>
        </p:sndAc>
      </p:transition>
    </mc:Choice>
    <mc:Fallback>
      <p:transition spd="slow" advTm="3000">
        <p:push dir="d"/>
        <p:sndAc>
          <p:stSnd>
            <p:snd r:embed="rId7" name="click.wav"/>
          </p:stSnd>
        </p:sndAc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038475" y="2284413"/>
            <a:ext cx="6115050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207568" y="4527773"/>
            <a:ext cx="7776864" cy="106146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10" name="click.wav"/>
          </p:stSnd>
        </p:sndAc>
      </p:transition>
    </mc:Choice>
    <mc:Fallback>
      <p:transition spd="slow" advTm="3000">
        <p:push dir="d"/>
        <p:sndAc>
          <p:stSnd>
            <p:snd r:embed="rId10" name="click.wav"/>
          </p:stSnd>
        </p:sndAc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8" name="click.wav"/>
          </p:stSnd>
        </p:sndAc>
      </p:transition>
    </mc:Choice>
    <mc:Fallback>
      <p:transition spd="slow" advTm="3000">
        <p:push dir="d"/>
        <p:sndAc>
          <p:stSnd>
            <p:snd r:embed="rId8" name="click.wav"/>
          </p:stSnd>
        </p:sndAc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10" name="click.wav"/>
          </p:stSnd>
        </p:sndAc>
      </p:transition>
    </mc:Choice>
    <mc:Fallback>
      <p:transition spd="slow" advTm="3000">
        <p:push dir="d"/>
        <p:sndAc>
          <p:stSnd>
            <p:snd r:embed="rId10" name="click.wav"/>
          </p:stSnd>
        </p:sndAc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6" name="click.wav"/>
          </p:stSnd>
        </p:sndAc>
      </p:transition>
    </mc:Choice>
    <mc:Fallback>
      <p:transition spd="slow" advTm="3000">
        <p:push dir="d"/>
        <p:sndAc>
          <p:stSnd>
            <p:snd r:embed="rId6" name="click.wav"/>
          </p:stSnd>
        </p:sndAc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5" name="click.wav"/>
          </p:stSnd>
        </p:sndAc>
      </p:transition>
    </mc:Choice>
    <mc:Fallback>
      <p:transition spd="slow" advTm="3000">
        <p:push dir="d"/>
        <p:sndAc>
          <p:stSnd>
            <p:snd r:embed="rId5" name="click.wav"/>
          </p:stSnd>
        </p:sndAc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8" name="click.wav"/>
          </p:stSnd>
        </p:sndAc>
      </p:transition>
    </mc:Choice>
    <mc:Fallback>
      <p:transition spd="slow" advTm="3000">
        <p:push dir="d"/>
        <p:sndAc>
          <p:stSnd>
            <p:snd r:embed="rId8" name="click.wav"/>
          </p:stSnd>
        </p:sndAc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7" name="click.wav"/>
          </p:stSnd>
        </p:sndAc>
      </p:transition>
    </mc:Choice>
    <mc:Fallback>
      <p:transition spd="slow" advTm="3000">
        <p:push dir="d"/>
        <p:sndAc>
          <p:stSnd>
            <p:snd r:embed="rId7" name="click.wav"/>
          </p:stSnd>
        </p:sndAc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6" name="click.wav"/>
          </p:stSnd>
        </p:sndAc>
      </p:transition>
    </mc:Choice>
    <mc:Fallback>
      <p:transition spd="slow" advTm="3000">
        <p:push dir="d"/>
        <p:sndAc>
          <p:stSnd>
            <p:snd r:embed="rId6" name="click.wav"/>
          </p:stSnd>
        </p:sndAc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726808" y="2313806"/>
            <a:ext cx="6738385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10" name="click.wav"/>
          </p:stSnd>
        </p:sndAc>
      </p:transition>
    </mc:Choice>
    <mc:Fallback>
      <p:transition spd="slow" advTm="3000">
        <p:push dir="d"/>
        <p:sndAc>
          <p:stSnd>
            <p:snd r:embed="rId10" name="click.wav"/>
          </p:stSnd>
        </p:sndAc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18" name="click.wav"/>
          </p:stSnd>
        </p:sndAc>
      </p:transition>
    </mc:Choice>
    <mc:Fallback>
      <p:transition spd="slow" advTm="3000">
        <p:push dir="d"/>
        <p:sndAc>
          <p:stSnd>
            <p:snd r:embed="rId18" name="click.wav"/>
          </p:stSnd>
        </p:sndAc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tags" Target="../tags/tag7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79.xml"/><Relationship Id="rId7" Type="http://schemas.openxmlformats.org/officeDocument/2006/relationships/image" Target="../media/image5.jpeg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5" Type="http://schemas.openxmlformats.org/officeDocument/2006/relationships/slideLayout" Target="../slideLayouts/slideLayout2.xml"/><Relationship Id="rId14" Type="http://schemas.openxmlformats.org/officeDocument/2006/relationships/audio" Target="../media/audio1.wav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image" Target="../media/image7.jpeg"/><Relationship Id="rId10" Type="http://schemas.openxmlformats.org/officeDocument/2006/relationships/tags" Target="../tags/tag80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tags" Target="../tags/tag85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r>
              <a:rPr lang="zh-CN" altLang="en-US" sz="6000" b="1">
                <a:solidFill>
                  <a:srgbClr val="FF0000"/>
                </a:solidFill>
              </a:rPr>
              <a:t>蓝牙耳机</a:t>
            </a:r>
            <a:endParaRPr lang="zh-CN" altLang="en-US" sz="6000" b="1">
              <a:solidFill>
                <a:srgbClr val="FF0000"/>
              </a:solidFill>
            </a:endParaRPr>
          </a:p>
        </p:txBody>
      </p:sp>
      <p:sp>
        <p:nvSpPr>
          <p:cNvPr id="10" name="副标题 9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提升效率的好工具</a:t>
            </a:r>
            <a:endParaRPr lang="zh-CN" altLang="en-US"/>
          </a:p>
        </p:txBody>
      </p:sp>
      <p:pic>
        <p:nvPicPr>
          <p:cNvPr id="11" name="素材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92885" y="1027430"/>
            <a:ext cx="619125" cy="6191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5" name="click.wav"/>
          </p:stSnd>
        </p:sndAc>
      </p:transition>
    </mc:Choice>
    <mc:Fallback>
      <p:transition spd="slow" advTm="3000">
        <p:push dir="d"/>
        <p:sndAc>
          <p:stSnd>
            <p:snd r:embed="rId5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3" showWhenStopped="0">
                <p:cTn id="7" repeatCount="indefinite" fill="remove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特点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体积小巧：蓝牙耳机通常采用小巧的设计，方便携带和存放。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无线连接：通过蓝牙技术实现无线连接，摆脱传统有线耳机的束缚，更加自由便捷。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长续航力：蓝牙耳机通常具有较长的续航时间，满足用户长时间使用的需求。</a:t>
            </a:r>
            <a:endParaRPr lang="zh-CN" altLang="en-US"/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0000" y="2520000"/>
            <a:ext cx="3748816" cy="3600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3" name="click.wav"/>
          </p:stSnd>
        </p:sndAc>
      </p:transition>
    </mc:Choice>
    <mc:Fallback>
      <p:transition spd="slow" advTm="3000">
        <p:push dir="d"/>
        <p:sndAc>
          <p:stSnd>
            <p:snd r:embed="rId3" name="click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应用场景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696000" y="2324989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蓝牙耳机提供无线连接，方便在户外或家中享受音乐。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696000" y="4625713"/>
            <a:ext cx="3287233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在旅行中，蓝牙耳机可轻松连接手机或平板电脑，享受影音娱乐。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696000" y="3960198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旅行出行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4"/>
            </p:custDataLst>
          </p:nvPr>
        </p:nvSpPr>
        <p:spPr>
          <a:xfrm>
            <a:off x="8209072" y="3449632"/>
            <a:ext cx="3287234" cy="841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蓝牙耳机的轻便和无线设计使其成为运动时的理想选择。</a:t>
            </a:r>
            <a:endParaRPr lang="zh-CN" alt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8209072" y="2782213"/>
            <a:ext cx="3287234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运动健身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25" name="图片 24" descr="/data/temp/9d4b669c-e117-11ee-8499-2a1a5fad8987.jpg@base@tag=imgScale&amp;m=1&amp;w=450&amp;h=450&amp;q=959d4b669c-e117-11ee-8499-2a1a5fad8987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33828" t="444" b="444"/>
          <a:stretch>
            <a:fillRect/>
          </a:stretch>
        </p:blipFill>
        <p:spPr>
          <a:xfrm>
            <a:off x="4318226" y="1769335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6" name="图片 25" descr="/data/temp/9d4b6e71-e117-11ee-8499-2a1a5fad8987.jpg@base@tag=imgScale&amp;m=1&amp;w=450&amp;h=450&amp;q=959d4b6e71-e117-11ee-8499-2a1a5fad8987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2444" r="30889"/>
          <a:stretch>
            <a:fillRect/>
          </a:stretch>
        </p:blipFill>
        <p:spPr>
          <a:xfrm>
            <a:off x="6278572" y="2882548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7" name="图片 26" descr="/data/temp/9d4b702c-e117-11ee-8499-2a1a5fad8987.jpg@base@tag=imgScale&amp;m=1&amp;w=450&amp;h=450&amp;q=959d4b702c-e117-11ee-8499-2a1a5fad898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16617" r="16617"/>
          <a:stretch>
            <a:fillRect/>
          </a:stretch>
        </p:blipFill>
        <p:spPr>
          <a:xfrm>
            <a:off x="4323307" y="3928447"/>
            <a:ext cx="1620083" cy="1620083"/>
          </a:xfrm>
          <a:custGeom>
            <a:avLst/>
            <a:gdLst>
              <a:gd name="connsiteX0" fmla="*/ 548158 w 1620000"/>
              <a:gd name="connsiteY0" fmla="*/ 0 h 1620000"/>
              <a:gd name="connsiteX1" fmla="*/ 1071874 w 1620000"/>
              <a:gd name="connsiteY1" fmla="*/ 0 h 1620000"/>
              <a:gd name="connsiteX2" fmla="*/ 1197614 w 1620000"/>
              <a:gd name="connsiteY2" fmla="*/ 52097 h 1620000"/>
              <a:gd name="connsiteX3" fmla="*/ 1567938 w 1620000"/>
              <a:gd name="connsiteY3" fmla="*/ 422420 h 1620000"/>
              <a:gd name="connsiteX4" fmla="*/ 1620000 w 1620000"/>
              <a:gd name="connsiteY4" fmla="*/ 548158 h 1620000"/>
              <a:gd name="connsiteX5" fmla="*/ 1620000 w 1620000"/>
              <a:gd name="connsiteY5" fmla="*/ 1071874 h 1620000"/>
              <a:gd name="connsiteX6" fmla="*/ 1567904 w 1620000"/>
              <a:gd name="connsiteY6" fmla="*/ 1197615 h 1620000"/>
              <a:gd name="connsiteX7" fmla="*/ 1197580 w 1620000"/>
              <a:gd name="connsiteY7" fmla="*/ 1567938 h 1620000"/>
              <a:gd name="connsiteX8" fmla="*/ 1071842 w 1620000"/>
              <a:gd name="connsiteY8" fmla="*/ 1620000 h 1620000"/>
              <a:gd name="connsiteX9" fmla="*/ 548125 w 1620000"/>
              <a:gd name="connsiteY9" fmla="*/ 1620000 h 1620000"/>
              <a:gd name="connsiteX10" fmla="*/ 422385 w 1620000"/>
              <a:gd name="connsiteY10" fmla="*/ 1567903 h 1620000"/>
              <a:gd name="connsiteX11" fmla="*/ 52062 w 1620000"/>
              <a:gd name="connsiteY11" fmla="*/ 1197580 h 1620000"/>
              <a:gd name="connsiteX12" fmla="*/ 0 w 1620000"/>
              <a:gd name="connsiteY12" fmla="*/ 1071842 h 1620000"/>
              <a:gd name="connsiteX13" fmla="*/ 0 w 1620000"/>
              <a:gd name="connsiteY13" fmla="*/ 548126 h 1620000"/>
              <a:gd name="connsiteX14" fmla="*/ 52097 w 1620000"/>
              <a:gd name="connsiteY14" fmla="*/ 422385 h 1620000"/>
              <a:gd name="connsiteX15" fmla="*/ 422420 w 1620000"/>
              <a:gd name="connsiteY15" fmla="*/ 52062 h 1620000"/>
              <a:gd name="connsiteX16" fmla="*/ 548158 w 1620000"/>
              <a:gd name="connsiteY16" fmla="*/ 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20000" h="1620000">
                <a:moveTo>
                  <a:pt x="548158" y="0"/>
                </a:moveTo>
                <a:cubicBezTo>
                  <a:pt x="595961" y="0"/>
                  <a:pt x="1024071" y="0"/>
                  <a:pt x="1071874" y="0"/>
                </a:cubicBezTo>
                <a:cubicBezTo>
                  <a:pt x="1119677" y="0"/>
                  <a:pt x="1163812" y="18295"/>
                  <a:pt x="1197614" y="52097"/>
                </a:cubicBezTo>
                <a:cubicBezTo>
                  <a:pt x="1231416" y="85899"/>
                  <a:pt x="1534136" y="388618"/>
                  <a:pt x="1567938" y="422420"/>
                </a:cubicBezTo>
                <a:cubicBezTo>
                  <a:pt x="1601740" y="456222"/>
                  <a:pt x="1620000" y="500355"/>
                  <a:pt x="1620000" y="548158"/>
                </a:cubicBezTo>
                <a:cubicBezTo>
                  <a:pt x="1620000" y="595961"/>
                  <a:pt x="1620000" y="1024071"/>
                  <a:pt x="1620000" y="1071874"/>
                </a:cubicBezTo>
                <a:cubicBezTo>
                  <a:pt x="1620000" y="1119678"/>
                  <a:pt x="1601706" y="1163813"/>
                  <a:pt x="1567904" y="1197615"/>
                </a:cubicBezTo>
                <a:cubicBezTo>
                  <a:pt x="1534102" y="1231417"/>
                  <a:pt x="1231382" y="1534136"/>
                  <a:pt x="1197580" y="1567938"/>
                </a:cubicBezTo>
                <a:cubicBezTo>
                  <a:pt x="1163778" y="1601740"/>
                  <a:pt x="1119645" y="1620000"/>
                  <a:pt x="1071842" y="1620000"/>
                </a:cubicBezTo>
                <a:cubicBezTo>
                  <a:pt x="1024038" y="1620000"/>
                  <a:pt x="595929" y="1620000"/>
                  <a:pt x="548125" y="1620000"/>
                </a:cubicBezTo>
                <a:cubicBezTo>
                  <a:pt x="500322" y="1620000"/>
                  <a:pt x="456188" y="1601705"/>
                  <a:pt x="422385" y="1567903"/>
                </a:cubicBezTo>
                <a:cubicBezTo>
                  <a:pt x="388583" y="1534101"/>
                  <a:pt x="85864" y="1231382"/>
                  <a:pt x="52062" y="1197580"/>
                </a:cubicBezTo>
                <a:cubicBezTo>
                  <a:pt x="18260" y="1163778"/>
                  <a:pt x="0" y="1119646"/>
                  <a:pt x="0" y="1071842"/>
                </a:cubicBezTo>
                <a:cubicBezTo>
                  <a:pt x="0" y="1024039"/>
                  <a:pt x="0" y="595929"/>
                  <a:pt x="0" y="548126"/>
                </a:cubicBezTo>
                <a:cubicBezTo>
                  <a:pt x="0" y="500323"/>
                  <a:pt x="18295" y="456187"/>
                  <a:pt x="52097" y="422385"/>
                </a:cubicBezTo>
                <a:cubicBezTo>
                  <a:pt x="85899" y="388583"/>
                  <a:pt x="388618" y="85864"/>
                  <a:pt x="422420" y="52062"/>
                </a:cubicBezTo>
                <a:cubicBezTo>
                  <a:pt x="456222" y="18260"/>
                  <a:pt x="500355" y="0"/>
                  <a:pt x="548158" y="0"/>
                </a:cubicBezTo>
                <a:close/>
              </a:path>
            </a:pathLst>
          </a:custGeom>
          <a:ln w="6350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696000" y="1668365"/>
            <a:ext cx="3287233" cy="60852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</a:rPr>
              <a:t>音乐欣赏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14" name="click.wav"/>
          </p:stSnd>
        </p:sndAc>
      </p:transition>
    </mc:Choice>
    <mc:Fallback>
      <p:transition spd="slow" advTm="3000">
        <p:push dir="d"/>
        <p:sndAc>
          <p:stSnd>
            <p:snd r:embed="rId14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未来趋势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96390" y="1481455"/>
            <a:ext cx="9000000" cy="432000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txBody>
          <a:bodyPr wrap="square" rtlCol="0">
            <a:noAutofit/>
          </a:bodyPr>
          <a:p>
            <a:pPr indent="508000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智能降噪技术</a:t>
            </a:r>
            <a:endParaRPr lang="zh-CN" altLang="en-US" sz="2000" b="1" i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+mn-ea"/>
            </a:endParaRPr>
          </a:p>
          <a:p>
            <a:pPr indent="508000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通过先进的算法和传感器，实现更精准的环境噪音识别和消除，提升音质体验。</a:t>
            </a:r>
            <a:endParaRPr lang="zh-CN" altLang="en-US" sz="2000" b="1" i="1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+mn-ea"/>
            </a:endParaRPr>
          </a:p>
          <a:p>
            <a:pPr indent="508000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 i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智能语音助手</a:t>
            </a:r>
            <a:endParaRPr lang="zh-CN" altLang="en-US" sz="2000" b="1" i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+mn-ea"/>
              <a:sym typeface="+mn-ea"/>
            </a:endParaRPr>
          </a:p>
          <a:p>
            <a:pPr indent="508000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 i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集成语音助手功能，实现语音控制播放、接听电话、查询信息等功能，提高使用便捷性。</a:t>
            </a:r>
            <a:endParaRPr lang="zh-CN" altLang="en-US" sz="2000" b="1" i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+mn-ea"/>
            </a:endParaRPr>
          </a:p>
          <a:p>
            <a:pPr indent="508000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 i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智能健康管理</a:t>
            </a:r>
            <a:endParaRPr lang="zh-CN" altLang="en-US" sz="2000" b="1" i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indent="508000" fontAlgn="auto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 b="1" i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ea"/>
              </a:rPr>
              <a:t>结合穿戴设备，监测用户的听力状况、使用时长等，提供健康建议和使用提醒。</a:t>
            </a:r>
            <a:endParaRPr lang="zh-CN" altLang="en-US" sz="2000" b="1" i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2" name="click.wav"/>
          </p:stSnd>
        </p:sndAc>
      </p:transition>
    </mc:Choice>
    <mc:Fallback>
      <p:transition spd="slow" advTm="3000">
        <p:push dir="d"/>
        <p:sndAc>
          <p:stSnd>
            <p:snd r:embed="rId2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音质需求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0" name="图片 19" descr="/data/temp/9c3639cf-e117-11ee-b362-128415f265b5.jpg@base@tag=imgScale&amp;m=1&amp;w=1761&amp;h=1903&amp;q=959c3639cf-e117-11ee-b362-128415f265b5"/>
          <p:cNvPicPr/>
          <p:nvPr>
            <p:custDataLst>
              <p:tags r:id="rId1"/>
            </p:custDataLst>
          </p:nvPr>
        </p:nvPicPr>
        <p:blipFill>
          <a:blip r:embed="rId2"/>
          <a:srcRect l="15299" r="15299"/>
        </p:blipFill>
        <p:spPr>
          <a:xfrm>
            <a:off x="5846445" y="0"/>
            <a:ext cx="6345555" cy="6857365"/>
          </a:xfrm>
          <a:prstGeom prst="rect">
            <a:avLst/>
          </a:prstGeom>
          <a:blipFill rotWithShape="1">
            <a:blip r:embed="rId3"/>
            <a:stretch>
              <a:fillRect t="-1000" r="-2000" b="-1000"/>
            </a:stretch>
          </a:blipFill>
          <a:ln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push dir="d"/>
        <p:sndAc>
          <p:stSnd>
            <p:snd r:embed="rId5" name="click.wav"/>
          </p:stSnd>
        </p:sndAc>
      </p:transition>
    </mc:Choice>
    <mc:Fallback>
      <p:transition spd="slow" advTm="3000">
        <p:push dir="d"/>
        <p:sndAc>
          <p:stSnd>
            <p:snd r:embed="rId5" name="click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315_1*l_h_f*1_1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3315_1*l_h_f*1_3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3315_1*l_h_a*1_3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VALUE" val="12"/>
  <p:tag name="KSO_WM_UNIT_USESOURCEFORMAT_APPLY" val="0"/>
</p:tagLst>
</file>

<file path=ppt/tags/tag7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315_1*l_h_f*1_2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2"/>
  <p:tag name="KSO_WM_DIAGRAM_VERSION" val="3"/>
  <p:tag name="KSO_WM_DIAGRAM_COLOR_TRICK" val="1"/>
  <p:tag name="KSO_WM_DIAGRAM_COLOR_TEXT_CAN_REMOVE" val="n"/>
  <p:tag name="KSO_WM_UNIT_PRESET_TEXT" val="单击此处添加内容，简明扼要地阐述观点。根据需要酌情增减文字&#10;"/>
  <p:tag name="KSO_WM_UNIT_TEXT_FILL_FORE_SCHEMECOLOR_INDEX" val="1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315_1*l_h_a*1_2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VALUE" val="12"/>
  <p:tag name="KSO_WM_UNIT_USESOURCEFORMAT_APPLY" val="0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1_1"/>
  <p:tag name="KSO_WM_TEMPLATE_CATEGORY" val="diagram"/>
  <p:tag name="KSO_WM_TEMPLATE_INDEX" val="20233315"/>
  <p:tag name="KSO_WM_UNIT_LAYERLEVEL" val="1_1_1"/>
  <p:tag name="KSO_WM_TAG_VERSION" val="3.0"/>
  <p:tag name="KSO_WM_UNIT_VALUE" val="450*450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2_1"/>
  <p:tag name="KSO_WM_TEMPLATE_CATEGORY" val="diagram"/>
  <p:tag name="KSO_WM_TEMPLATE_INDEX" val="20233315"/>
  <p:tag name="KSO_WM_UNIT_LAYERLEVEL" val="1_1_1"/>
  <p:tag name="KSO_WM_TAG_VERSION" val="3.0"/>
  <p:tag name="KSO_WM_UNIT_VALUE" val="450*450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315_1*l_h_d*1_3_1"/>
  <p:tag name="KSO_WM_TEMPLATE_CATEGORY" val="diagram"/>
  <p:tag name="KSO_WM_TEMPLATE_INDEX" val="20233315"/>
  <p:tag name="KSO_WM_UNIT_LAYERLEVEL" val="1_1_1"/>
  <p:tag name="KSO_WM_TAG_VERSION" val="3.0"/>
  <p:tag name="KSO_WM_UNIT_VALUE" val="450*450"/>
  <p:tag name="KSO_WM_DIAGRAM_VERSION" val="3"/>
  <p:tag name="KSO_WM_DIAGRAM_COLOR_TRICK" val="1"/>
  <p:tag name="KSO_WM_DIAGRAM_COLOR_TEXT_CAN_REMOVE" val="n"/>
  <p:tag name="KSO_WM_UNIT_LINE_FORE_SCHEMECOLOR_INDEX" val="13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315_1*l_h_a*1_1_1"/>
  <p:tag name="KSO_WM_TEMPLATE_CATEGORY" val="diagram"/>
  <p:tag name="KSO_WM_TEMPLATE_INDEX" val="20233315"/>
  <p:tag name="KSO_WM_UNIT_LAYERLEVEL" val="1_1_1"/>
  <p:tag name="KSO_WM_TAG_VERSION" val="3.0"/>
  <p:tag name="KSO_WM_DIAGRAM_MAX_ITEMCNT" val="4"/>
  <p:tag name="KSO_WM_DIAGRAM_MIN_ITEMCNT" val="3"/>
  <p:tag name="KSO_WM_DIAGRAM_VIRTUALLY_FRAME" val="{&quot;height&quot;:305.5248031496063,&quot;left&quot;:54.803149606299215,&quot;top&quot;:131.36732283464568,&quot;width&quot;:850.417795275590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"/>
  <p:tag name="KSO_WM_DIAGRAM_VERSION" val="3"/>
  <p:tag name="KSO_WM_DIAGRAM_COLOR_TRICK" val="1"/>
  <p:tag name="KSO_WM_DIAGRAM_COLOR_TEXT_CAN_REMOVE" val="n"/>
  <p:tag name="KSO_WM_UNIT_PRESET_TEXT" val="此处添加项标题"/>
  <p:tag name="KSO_WM_UNIT_TEXT_FILL_FORE_SCHEMECOLOR_INDEX" val="1"/>
  <p:tag name="KSO_WM_UNIT_TEXT_FILL_TYPE" val="1"/>
  <p:tag name="KSO_WM_UNIT_USESOURCEFORMAT_APPLY" val="0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VALUE" val="1903*1761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69_1*d*1"/>
  <p:tag name="KSO_WM_TEMPLATE_CATEGORY" val="custom"/>
  <p:tag name="KSO_WM_TEMPLATE_INDEX" val="20232469"/>
  <p:tag name="KSO_WM_UNIT_LAYERLEVEL" val="1"/>
  <p:tag name="KSO_WM_TAG_VERSION" val="3.0"/>
  <p:tag name="KSO_WM_BEAUTIFY_FLAG" val="#wm#"/>
  <p:tag name="KSO_WM_DIAGRAM_GROUP_CODE" val="l1-1"/>
  <p:tag name="KSO_WM_UNIT_LINE_FORE_SCHEMECOLOR_INDEX" val="13"/>
  <p:tag name="KSO_WM_UNIT_LINE_FILL_TYPE" val="2"/>
  <p:tag name="KSO_WM_UNIT_USESOURCEFORMAT_APPLY" val="0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commondata" val="eyJoZGlkIjoiNjQwNzdkNTI0ZmEyODlhNmVjYjU4ZGU0YTBmMWRhMTcifQ=="/>
  <p:tag name="COMMONDATA" val="eyJoZGlkIjoiNTU3MTZlNzg4NGU0NTE5MjdjM2FjMTc0NmQ4ZGYyMmMifQ=="/>
</p:tagLst>
</file>

<file path=ppt/theme/theme1.xml><?xml version="1.0" encoding="utf-8"?>
<a:theme xmlns:a="http://schemas.openxmlformats.org/drawingml/2006/main" name="主题五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WPS 演示</Application>
  <PresentationFormat>宽屏</PresentationFormat>
  <Paragraphs>35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黑体</vt:lpstr>
      <vt:lpstr>Arial Unicode MS</vt:lpstr>
      <vt:lpstr>Calibri</vt:lpstr>
      <vt:lpstr>主题五</vt:lpstr>
      <vt:lpstr>蓝牙耳机</vt:lpstr>
      <vt:lpstr>特点</vt:lpstr>
      <vt:lpstr>应用场景</vt:lpstr>
      <vt:lpstr>未来趋势</vt:lpstr>
      <vt:lpstr>音质需求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湖北技能高考-陈欢</cp:lastModifiedBy>
  <cp:revision>170</cp:revision>
  <dcterms:created xsi:type="dcterms:W3CDTF">2019-06-19T02:08:00Z</dcterms:created>
  <dcterms:modified xsi:type="dcterms:W3CDTF">2024-09-06T01:41:45Z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4A66C6940E3A4B80B596E113369CF204_11</vt:lpwstr>
  </property>
</Properties>
</file>