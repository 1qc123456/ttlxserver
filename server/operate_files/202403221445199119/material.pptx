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1" r:id="rId5"/>
    <p:sldId id="260" r:id="rId6"/>
    <p:sldId id="263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80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jpeg"/><Relationship Id="rId8" Type="http://schemas.openxmlformats.org/officeDocument/2006/relationships/tags" Target="../tags/tag73.xml"/><Relationship Id="rId7" Type="http://schemas.openxmlformats.org/officeDocument/2006/relationships/image" Target="../media/image2.jpeg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image" Target="../media/image4.jpeg"/><Relationship Id="rId10" Type="http://schemas.openxmlformats.org/officeDocument/2006/relationships/tags" Target="../tags/tag74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 sz="4800" b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特点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0354945" cy="4759325"/>
          </a:xfrm>
        </p:spPr>
        <p:txBody>
          <a:bodyPr/>
          <a:p>
            <a:pPr marL="0" indent="0">
              <a:buNone/>
            </a:pPr>
            <a:r>
              <a:rPr lang="zh-CN" altLang="en-US"/>
              <a:t>体积小巧：蓝牙耳机通常采用小巧的设计，方便携带和存放。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无线连接：通过蓝牙技术实现无线连接，摆脱传统有线耳机的束缚，更加自由便捷。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长续航力：蓝牙耳机通常具有较长的续航时间，满足用户长时间使用的需求。</a:t>
            </a:r>
            <a:endParaRPr lang="zh-CN" altLang="en-US"/>
          </a:p>
        </p:txBody>
      </p:sp>
      <p:pic>
        <p:nvPicPr>
          <p:cNvPr id="4" name="图片 3" descr="图片1"/>
          <p:cNvPicPr/>
          <p:nvPr/>
        </p:nvPicPr>
        <p:blipFill>
          <a:blip r:embed="rId1"/>
          <a:stretch>
            <a:fillRect/>
          </a:stretch>
        </p:blipFill>
        <p:spPr>
          <a:xfrm>
            <a:off x="5161915" y="3025775"/>
            <a:ext cx="3183255" cy="30568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应用场景</a:t>
            </a:r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696000" y="2324989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蓝牙耳机提供无线连接，方便在户外或家中享受音乐。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696000" y="4625713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在旅行中，蓝牙耳机可轻松连接手机或平板电脑，享受影音娱乐。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696000" y="3960198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旅行出行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4"/>
            </p:custDataLst>
          </p:nvPr>
        </p:nvSpPr>
        <p:spPr>
          <a:xfrm>
            <a:off x="8209072" y="3449632"/>
            <a:ext cx="3287234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蓝牙耳机的轻便和无线设计使其成为运动时的理想选择。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5"/>
            </p:custDataLst>
          </p:nvPr>
        </p:nvSpPr>
        <p:spPr>
          <a:xfrm>
            <a:off x="8209072" y="2782213"/>
            <a:ext cx="3287234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运动健身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25" name="图片 24" descr="/data/temp/9d4b669c-e117-11ee-8499-2a1a5fad8987.jpg@base@tag=imgScale&amp;m=1&amp;w=450&amp;h=450&amp;q=959d4b669c-e117-11ee-8499-2a1a5fad8987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l="33828" t="444" b="444"/>
          <a:stretch>
            <a:fillRect/>
          </a:stretch>
        </p:blipFill>
        <p:spPr>
          <a:xfrm>
            <a:off x="4318226" y="1769335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6" name="图片 25" descr="/data/temp/9d4b6e71-e117-11ee-8499-2a1a5fad8987.jpg@base@tag=imgScale&amp;m=1&amp;w=450&amp;h=450&amp;q=959d4b6e71-e117-11ee-8499-2a1a5fad8987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 l="2444" r="30889"/>
          <a:stretch>
            <a:fillRect/>
          </a:stretch>
        </p:blipFill>
        <p:spPr>
          <a:xfrm>
            <a:off x="6278572" y="2882548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7" name="图片 26" descr="/data/temp/9d4b702c-e117-11ee-8499-2a1a5fad8987.jpg@base@tag=imgScale&amp;m=1&amp;w=450&amp;h=450&amp;q=959d4b702c-e117-11ee-8499-2a1a5fad898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16617" r="16617"/>
          <a:stretch>
            <a:fillRect/>
          </a:stretch>
        </p:blipFill>
        <p:spPr>
          <a:xfrm>
            <a:off x="4323307" y="3928447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696000" y="1668365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音乐欣赏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未来趋势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智能降噪技术</a:t>
            </a:r>
            <a:endParaRPr lang="zh-CN" altLang="en-US" dirty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通过先进的算法和传感器，实现更精准的环境噪音识别和消除，提升音质体验。</a:t>
            </a:r>
            <a:endParaRPr lang="zh-CN" altLang="en-US" dirty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智能语音助手</a:t>
            </a:r>
            <a:endParaRPr lang="zh-CN" altLang="en-US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+mn-ea"/>
                <a:cs typeface="+mn-ea"/>
                <a:sym typeface="+mn-ea"/>
              </a:rPr>
              <a:t>集成语音助手功能，实现语音控制播放、接听电话、查询信息等功能，提高使用便捷性。</a:t>
            </a:r>
            <a:endParaRPr lang="zh-CN" altLang="en-US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智能健康管理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结合穿戴设备，监测用户的听力状况、使用时长等，提供健康建议和使用提醒。</a:t>
            </a:r>
            <a:endParaRPr lang="zh-CN" altLang="en-US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音质需求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20" name="图片 19" descr="/data/temp/9c3639cf-e117-11ee-b362-128415f265b5.jpg@base@tag=imgScale&amp;m=1&amp;w=1761&amp;h=1903&amp;q=959c3639cf-e117-11ee-b362-128415f265b5"/>
          <p:cNvPicPr/>
          <p:nvPr>
            <p:custDataLst>
              <p:tags r:id="rId1"/>
            </p:custDataLst>
          </p:nvPr>
        </p:nvPicPr>
        <p:blipFill>
          <a:blip r:embed="rId2"/>
          <a:srcRect l="15299" r="15299"/>
        </p:blipFill>
        <p:spPr>
          <a:xfrm>
            <a:off x="5846445" y="0"/>
            <a:ext cx="6345555" cy="6857365"/>
          </a:xfrm>
          <a:prstGeom prst="rect">
            <a:avLst/>
          </a:prstGeom>
          <a:blipFill rotWithShape="1">
            <a:blip r:embed="rId3"/>
            <a:stretch>
              <a:fillRect t="-1000" r="-2000" b="-1000"/>
            </a:stretch>
          </a:blipFill>
          <a:ln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315_1*l_h_f*1_1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&#10;"/>
  <p:tag name="KSO_WM_UNIT_TEXT_FILL_FORE_SCHEMECOLOR_INDEX" val="1"/>
  <p:tag name="KSO_WM_UNIT_TEXT_FILL_TYPE" val="1"/>
  <p:tag name="KSO_WM_UNIT_USESOURCEFORMAT_APPLY" val="0"/>
</p:tagLst>
</file>

<file path=ppt/tags/tag6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315_1*l_h_f*1_3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&#10;"/>
  <p:tag name="KSO_WM_UNIT_TEXT_FILL_FORE_SCHEMECOLOR_INDEX" val="1"/>
  <p:tag name="KSO_WM_UNIT_TEXT_FILL_TYPE" val="1"/>
  <p:tag name="KSO_WM_UNIT_USESOURCEFORMAT_APPLY" val="0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315_1*l_h_a*1_3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VALUE" val="12"/>
  <p:tag name="KSO_WM_UNIT_USESOURCEFORMAT_APPLY" val="0"/>
</p:tagLst>
</file>

<file path=ppt/tags/tag7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315_1*l_h_f*1_2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&#10;"/>
  <p:tag name="KSO_WM_UNIT_TEXT_FILL_FORE_SCHEMECOLOR_INDEX" val="1"/>
  <p:tag name="KSO_WM_UNIT_TEXT_FILL_TYPE" val="1"/>
  <p:tag name="KSO_WM_UNIT_USESOURCEFORMAT_APPLY" val="0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315_1*l_h_a*1_2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VALUE" val="12"/>
  <p:tag name="KSO_WM_UNIT_USESOURCEFORMAT_APPLY" val="0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1_1"/>
  <p:tag name="KSO_WM_TEMPLATE_CATEGORY" val="diagram"/>
  <p:tag name="KSO_WM_TEMPLATE_INDEX" val="20233315"/>
  <p:tag name="KSO_WM_UNIT_LAYERLEVEL" val="1_1_1"/>
  <p:tag name="KSO_WM_TAG_VERSION" val="3.0"/>
  <p:tag name="KSO_WM_UNIT_VALUE" val="450*450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2_1"/>
  <p:tag name="KSO_WM_TEMPLATE_CATEGORY" val="diagram"/>
  <p:tag name="KSO_WM_TEMPLATE_INDEX" val="20233315"/>
  <p:tag name="KSO_WM_UNIT_LAYERLEVEL" val="1_1_1"/>
  <p:tag name="KSO_WM_TAG_VERSION" val="3.0"/>
  <p:tag name="KSO_WM_UNIT_VALUE" val="450*450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3_1"/>
  <p:tag name="KSO_WM_TEMPLATE_CATEGORY" val="diagram"/>
  <p:tag name="KSO_WM_TEMPLATE_INDEX" val="20233315"/>
  <p:tag name="KSO_WM_UNIT_LAYERLEVEL" val="1_1_1"/>
  <p:tag name="KSO_WM_TAG_VERSION" val="3.0"/>
  <p:tag name="KSO_WM_UNIT_VALUE" val="450*450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315_1*l_h_a*1_1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USESOURCEFORMAT_APPLY" val="0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VALUE" val="1903*1761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69_1*d*1"/>
  <p:tag name="KSO_WM_TEMPLATE_CATEGORY" val="custom"/>
  <p:tag name="KSO_WM_TEMPLATE_INDEX" val="20232469"/>
  <p:tag name="KSO_WM_UNIT_LAYERLEVEL" val="1"/>
  <p:tag name="KSO_WM_TAG_VERSION" val="3.0"/>
  <p:tag name="KSO_WM_BEAUTIFY_FLAG" val="#wm#"/>
  <p:tag name="KSO_WM_DIAGRAM_GROUP_CODE" val="l1-1"/>
  <p:tag name="KSO_WM_UNIT_LINE_FORE_SCHEMECOLOR_INDEX" val="13"/>
  <p:tag name="KSO_WM_UNIT_LINE_FILL_TYPE" val="2"/>
  <p:tag name="KSO_WM_UNIT_USESOURCEFORMAT_APPLY" val="0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commondata" val="eyJoZGlkIjoiNzQwM2JlZjhkOGIxYWYxYzhkYTNhNzkyZWY2YzA1OTEifQ=="/>
  <p:tag name="COMMONDATA" val="eyJoZGlkIjoiNTU3MTZlNzg4NGU0NTE5MjdjM2FjMTc0NmQ4ZGYyM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WPS 演示</Application>
  <PresentationFormat>宽屏</PresentationFormat>
  <Paragraphs>31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蓝牙耳机</vt:lpstr>
      <vt:lpstr>特点</vt:lpstr>
      <vt:lpstr>应用场景</vt:lpstr>
      <vt:lpstr>未来趋势</vt:lpstr>
      <vt:lpstr>音质需求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MAO</cp:lastModifiedBy>
  <cp:revision>159</cp:revision>
  <dcterms:created xsi:type="dcterms:W3CDTF">2019-06-19T02:08:00Z</dcterms:created>
  <dcterms:modified xsi:type="dcterms:W3CDTF">2024-03-14T06:26:20Z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2052-12.1.0.16399</vt:lpwstr>
  </property>
  <property fmtid="{D5CDD505-2E9C-101B-9397-08002B2CF9AE}" pid="3" name="ICV">
    <vt:lpwstr>4A66C6940E3A4B80B596E113369CF204_11</vt:lpwstr>
  </property>
</Properties>
</file>