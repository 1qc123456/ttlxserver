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-42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2020/5/16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50386"/>
          </a:xfrm>
        </p:spPr>
        <p:txBody>
          <a:bodyPr/>
          <a:lstStyle/>
          <a:p>
            <a:r>
              <a:rPr lang="zh-CN" altLang="en-US" dirty="0" smtClean="0"/>
              <a:t>在困境中开拓进取 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473042"/>
            <a:ext cx="9144000" cy="1784758"/>
          </a:xfrm>
        </p:spPr>
        <p:txBody>
          <a:bodyPr/>
          <a:lstStyle/>
          <a:p>
            <a:r>
              <a:rPr lang="en-US" altLang="zh-CN" dirty="0" smtClean="0"/>
              <a:t>XX</a:t>
            </a:r>
            <a:r>
              <a:rPr lang="zh-CN" altLang="en-US" dirty="0" smtClean="0"/>
              <a:t>公司</a:t>
            </a:r>
            <a:r>
              <a:rPr lang="en-US" altLang="zh-CN" dirty="0" smtClean="0"/>
              <a:t>2018</a:t>
            </a:r>
            <a:r>
              <a:rPr lang="zh-CN" altLang="en-US" dirty="0" smtClean="0"/>
              <a:t>年度总结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1617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公司销售业绩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20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公司销售网络图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572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50386"/>
          </a:xfrm>
        </p:spPr>
        <p:txBody>
          <a:bodyPr/>
          <a:lstStyle/>
          <a:p>
            <a:r>
              <a:rPr lang="zh-CN" altLang="en-US" dirty="0" smtClean="0"/>
              <a:t>奋发图强     继往开来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852256"/>
            <a:ext cx="9144000" cy="2405543"/>
          </a:xfr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0581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</Words>
  <Application>Microsoft Office PowerPoint</Application>
  <PresentationFormat>自定义</PresentationFormat>
  <Paragraphs>5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Office 主题</vt:lpstr>
      <vt:lpstr>在困境中开拓进取 </vt:lpstr>
      <vt:lpstr>公司销售业绩</vt:lpstr>
      <vt:lpstr>公司销售网络图</vt:lpstr>
      <vt:lpstr>奋发图强     继往开来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在困境中开拓进取 </dc:title>
  <dc:creator>john</dc:creator>
  <cp:lastModifiedBy>john</cp:lastModifiedBy>
  <cp:revision>2</cp:revision>
  <dcterms:created xsi:type="dcterms:W3CDTF">2020-05-16T12:37:39Z</dcterms:created>
  <dcterms:modified xsi:type="dcterms:W3CDTF">2020-05-16T12:44:16Z</dcterms:modified>
</cp:coreProperties>
</file>