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</p:sldIdLst>
  <p:sldSz cx="10079990" cy="791972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94" userDrawn="1">
          <p15:clr>
            <a:srgbClr val="A4A3A4"/>
          </p15:clr>
        </p15:guide>
        <p15:guide id="2" pos="31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-420" y="-108"/>
      </p:cViewPr>
      <p:guideLst>
        <p:guide orient="horz" pos="2494"/>
        <p:guide pos="31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2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465118" y="1143000"/>
            <a:ext cx="3927763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0000" y="1296167"/>
            <a:ext cx="7560000" cy="2757333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0000" y="4159834"/>
            <a:ext cx="7560000" cy="1912166"/>
          </a:xfrm>
        </p:spPr>
        <p:txBody>
          <a:bodyPr/>
          <a:lstStyle>
            <a:lvl1pPr marL="0" indent="0" algn="ctr">
              <a:buNone/>
              <a:defRPr sz="1800"/>
            </a:lvl1pPr>
            <a:lvl2pPr marL="504190" indent="0" algn="ctr">
              <a:buNone/>
              <a:defRPr sz="2205"/>
            </a:lvl2pPr>
            <a:lvl3pPr marL="1007745" indent="0" algn="ctr">
              <a:buNone/>
              <a:defRPr sz="1985"/>
            </a:lvl3pPr>
            <a:lvl4pPr marL="1511935" indent="0" algn="ctr">
              <a:buNone/>
              <a:defRPr sz="1765"/>
            </a:lvl4pPr>
            <a:lvl5pPr marL="2016125" indent="0" algn="ctr">
              <a:buNone/>
              <a:defRPr sz="1765"/>
            </a:lvl5pPr>
            <a:lvl6pPr marL="2520315" indent="0" algn="ctr">
              <a:buNone/>
              <a:defRPr sz="1765"/>
            </a:lvl6pPr>
            <a:lvl7pPr marL="3023870" indent="0" algn="ctr">
              <a:buNone/>
              <a:defRPr sz="1765"/>
            </a:lvl7pPr>
            <a:lvl8pPr marL="3528060" indent="0" algn="ctr">
              <a:buNone/>
              <a:defRPr sz="1765"/>
            </a:lvl8pPr>
            <a:lvl9pPr marL="4032250" indent="0" algn="ctr">
              <a:buNone/>
              <a:defRPr sz="176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销售部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/>
        <p:sndAc>
          <p:stSnd>
            <p:snd r:embed="rId2" name="wind.wav"/>
          </p:stSnd>
        </p:sndAc>
      </p:transition>
    </mc:Choice>
    <mc:Fallback>
      <p:transition spd="slow">
        <p:blinds/>
        <p:sndAc>
          <p:stSnd>
            <p:snd r:embed="rId2" name="wind.wav"/>
          </p:stSnd>
        </p:sndAc>
      </p:transition>
    </mc:Fallback>
  </mc:AlternateContent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销售部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/>
        <p:sndAc>
          <p:stSnd>
            <p:snd r:embed="rId2" name="wind.wav"/>
          </p:stSnd>
        </p:sndAc>
      </p:transition>
    </mc:Choice>
    <mc:Fallback>
      <p:transition spd="slow">
        <p:blinds/>
        <p:sndAc>
          <p:stSnd>
            <p:snd r:embed="rId2" name="wind.wav"/>
          </p:stSnd>
        </p:sndAc>
      </p:transition>
    </mc:Fallback>
  </mc:AlternateContent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750" y="1974501"/>
            <a:ext cx="8694000" cy="32945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7750" y="5300167"/>
            <a:ext cx="8694000" cy="17324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50419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5pPr>
            <a:lvl6pPr marL="252031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8pPr>
            <a:lvl9pPr marL="403225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销售部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/>
        <p:sndAc>
          <p:stSnd>
            <p:snd r:embed="rId2" name="wind.wav"/>
          </p:stSnd>
        </p:sndAc>
      </p:transition>
    </mc:Choice>
    <mc:Fallback>
      <p:transition spd="slow">
        <p:blinds/>
        <p:sndAc>
          <p:stSnd>
            <p:snd r:embed="rId2" name="wind.wav"/>
          </p:stSnd>
        </p:sndAc>
      </p:transition>
    </mc:Fallback>
  </mc:AlternateContent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93000" y="2108333"/>
            <a:ext cx="4284000" cy="502516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3000" y="2108333"/>
            <a:ext cx="4284000" cy="502516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销售部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/>
        <p:sndAc>
          <p:stSnd>
            <p:snd r:embed="rId2" name="wind.wav"/>
          </p:stSnd>
        </p:sndAc>
      </p:transition>
    </mc:Choice>
    <mc:Fallback>
      <p:transition spd="slow">
        <p:blinds/>
        <p:sndAc>
          <p:stSnd>
            <p:snd r:embed="rId2" name="wind.wav"/>
          </p:stSnd>
        </p:sndAc>
      </p:transition>
    </mc:Fallback>
  </mc:AlternateContent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13" y="421667"/>
            <a:ext cx="8694000" cy="153083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4313" y="1941501"/>
            <a:ext cx="4264312" cy="951499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313" y="2893000"/>
            <a:ext cx="4264312" cy="425516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3000" y="1941501"/>
            <a:ext cx="4285313" cy="951499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3000" y="2893000"/>
            <a:ext cx="4285313" cy="425516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销售部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/>
        <p:sndAc>
          <p:stSnd>
            <p:snd r:embed="rId2" name="wind.wav"/>
          </p:stSnd>
        </p:sndAc>
      </p:transition>
    </mc:Choice>
    <mc:Fallback>
      <p:transition spd="slow">
        <p:blinds/>
        <p:sndAc>
          <p:stSnd>
            <p:snd r:embed="rId2" name="wind.wav"/>
          </p:stSnd>
        </p:sndAc>
      </p:transition>
    </mc:Fallback>
  </mc:AlternateContent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销售部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/>
        <p:sndAc>
          <p:stSnd>
            <p:snd r:embed="rId2" name="wind.wav"/>
          </p:stSnd>
        </p:sndAc>
      </p:transition>
    </mc:Choice>
    <mc:Fallback>
      <p:transition spd="slow">
        <p:blinds/>
        <p:sndAc>
          <p:stSnd>
            <p:snd r:embed="rId2" name="wind.wav"/>
          </p:stSnd>
        </p:sndAc>
      </p:transition>
    </mc:Fallback>
  </mc:AlternateContent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销售部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/>
        <p:sndAc>
          <p:stSnd>
            <p:snd r:embed="rId2" name="wind.wav"/>
          </p:stSnd>
        </p:sndAc>
      </p:transition>
    </mc:Choice>
    <mc:Fallback>
      <p:transition spd="slow">
        <p:blinds/>
        <p:sndAc>
          <p:stSnd>
            <p:snd r:embed="rId2" name="wind.wav"/>
          </p:stSnd>
        </p:sndAc>
      </p:transition>
    </mc:Fallback>
  </mc:AlternateContent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13" y="528000"/>
            <a:ext cx="3251062" cy="1848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313" y="1140333"/>
            <a:ext cx="5103000" cy="562833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13" y="2376000"/>
            <a:ext cx="3251062" cy="4401834"/>
          </a:xfrm>
        </p:spPr>
        <p:txBody>
          <a:bodyPr/>
          <a:lstStyle>
            <a:lvl1pPr marL="0" indent="0">
              <a:buNone/>
              <a:defRPr sz="1800"/>
            </a:lvl1pPr>
            <a:lvl2pPr marL="504190" indent="0">
              <a:buNone/>
              <a:defRPr sz="1545"/>
            </a:lvl2pPr>
            <a:lvl3pPr marL="1007745" indent="0">
              <a:buNone/>
              <a:defRPr sz="1325"/>
            </a:lvl3pPr>
            <a:lvl4pPr marL="1511935" indent="0">
              <a:buNone/>
              <a:defRPr sz="1100"/>
            </a:lvl4pPr>
            <a:lvl5pPr marL="2016125" indent="0">
              <a:buNone/>
              <a:defRPr sz="1100"/>
            </a:lvl5pPr>
            <a:lvl6pPr marL="2520315" indent="0">
              <a:buNone/>
              <a:defRPr sz="1100"/>
            </a:lvl6pPr>
            <a:lvl7pPr marL="3023870" indent="0">
              <a:buNone/>
              <a:defRPr sz="1100"/>
            </a:lvl7pPr>
            <a:lvl8pPr marL="3528060" indent="0">
              <a:buNone/>
              <a:defRPr sz="1100"/>
            </a:lvl8pPr>
            <a:lvl9pPr marL="403225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销售部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/>
        <p:sndAc>
          <p:stSnd>
            <p:snd r:embed="rId2" name="wind.wav"/>
          </p:stSnd>
        </p:sndAc>
      </p:transition>
    </mc:Choice>
    <mc:Fallback>
      <p:transition spd="slow">
        <p:blinds/>
        <p:sndAc>
          <p:stSnd>
            <p:snd r:embed="rId2" name="wind.wav"/>
          </p:stSnd>
        </p:sndAc>
      </p:transition>
    </mc:Fallback>
  </mc:AlternateContent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13" y="528000"/>
            <a:ext cx="3251062" cy="1848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85313" y="1140333"/>
            <a:ext cx="5103000" cy="5628334"/>
          </a:xfrm>
        </p:spPr>
        <p:txBody>
          <a:bodyPr/>
          <a:lstStyle>
            <a:lvl1pPr marL="0" indent="0">
              <a:buNone/>
              <a:defRPr sz="1800"/>
            </a:lvl1pPr>
            <a:lvl2pPr marL="504190" indent="0">
              <a:buNone/>
              <a:defRPr sz="3085"/>
            </a:lvl2pPr>
            <a:lvl3pPr marL="1007745" indent="0">
              <a:buNone/>
              <a:defRPr sz="2645"/>
            </a:lvl3pPr>
            <a:lvl4pPr marL="1511935" indent="0">
              <a:buNone/>
              <a:defRPr sz="2205"/>
            </a:lvl4pPr>
            <a:lvl5pPr marL="2016125" indent="0">
              <a:buNone/>
              <a:defRPr sz="2205"/>
            </a:lvl5pPr>
            <a:lvl6pPr marL="2520315" indent="0">
              <a:buNone/>
              <a:defRPr sz="2205"/>
            </a:lvl6pPr>
            <a:lvl7pPr marL="3023870" indent="0">
              <a:buNone/>
              <a:defRPr sz="2205"/>
            </a:lvl7pPr>
            <a:lvl8pPr marL="3528060" indent="0">
              <a:buNone/>
              <a:defRPr sz="2205"/>
            </a:lvl8pPr>
            <a:lvl9pPr marL="4032250" indent="0">
              <a:buNone/>
              <a:defRPr sz="220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13" y="2376000"/>
            <a:ext cx="3251062" cy="4401834"/>
          </a:xfrm>
        </p:spPr>
        <p:txBody>
          <a:bodyPr/>
          <a:lstStyle>
            <a:lvl1pPr marL="0" indent="0">
              <a:buNone/>
              <a:defRPr sz="1800"/>
            </a:lvl1pPr>
            <a:lvl2pPr marL="504190" indent="0">
              <a:buNone/>
              <a:defRPr sz="1545"/>
            </a:lvl2pPr>
            <a:lvl3pPr marL="1007745" indent="0">
              <a:buNone/>
              <a:defRPr sz="1325"/>
            </a:lvl3pPr>
            <a:lvl4pPr marL="1511935" indent="0">
              <a:buNone/>
              <a:defRPr sz="1100"/>
            </a:lvl4pPr>
            <a:lvl5pPr marL="2016125" indent="0">
              <a:buNone/>
              <a:defRPr sz="1100"/>
            </a:lvl5pPr>
            <a:lvl6pPr marL="2520315" indent="0">
              <a:buNone/>
              <a:defRPr sz="1100"/>
            </a:lvl6pPr>
            <a:lvl7pPr marL="3023870" indent="0">
              <a:buNone/>
              <a:defRPr sz="1100"/>
            </a:lvl7pPr>
            <a:lvl8pPr marL="3528060" indent="0">
              <a:buNone/>
              <a:defRPr sz="1100"/>
            </a:lvl8pPr>
            <a:lvl9pPr marL="403225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销售部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/>
        <p:sndAc>
          <p:stSnd>
            <p:snd r:embed="rId2" name="wind.wav"/>
          </p:stSnd>
        </p:sndAc>
      </p:transition>
    </mc:Choice>
    <mc:Fallback>
      <p:transition spd="slow">
        <p:blinds/>
        <p:sndAc>
          <p:stSnd>
            <p:snd r:embed="rId2" name="wind.wav"/>
          </p:stSnd>
        </p:sndAc>
      </p:transition>
    </mc:Fallback>
  </mc:AlternateContent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销售部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/>
        <p:sndAc>
          <p:stSnd>
            <p:snd r:embed="rId2" name="wind.wav"/>
          </p:stSnd>
        </p:sndAc>
      </p:transition>
    </mc:Choice>
    <mc:Fallback>
      <p:transition spd="slow">
        <p:blinds/>
        <p:sndAc>
          <p:stSnd>
            <p:snd r:embed="rId2" name="wind.wav"/>
          </p:stSnd>
        </p:sndAc>
      </p:transition>
    </mc:Fallback>
  </mc:AlternateContent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3500" y="421667"/>
            <a:ext cx="2173500" cy="671183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93000" y="421667"/>
            <a:ext cx="6394500" cy="671183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销售部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/>
        <p:sndAc>
          <p:stSnd>
            <p:snd r:embed="rId2" name="wind.wav"/>
          </p:stSnd>
        </p:sndAc>
      </p:transition>
    </mc:Choice>
    <mc:Fallback>
      <p:transition spd="slow">
        <p:blinds/>
        <p:sndAc>
          <p:stSnd>
            <p:snd r:embed="rId2" name="wind.wav"/>
          </p:stSnd>
        </p:sndAc>
      </p:transition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audio" Target="../media/audio1.wav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93000" y="421667"/>
            <a:ext cx="8694000" cy="15308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3000" y="2108333"/>
            <a:ext cx="8694000" cy="5025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93000" y="7340667"/>
            <a:ext cx="2268000" cy="421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339000" y="7340667"/>
            <a:ext cx="3402000" cy="421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销售部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119000" y="7340667"/>
            <a:ext cx="2268000" cy="421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>
        <p:blinds/>
        <p:sndAc>
          <p:stSnd>
            <p:snd r:embed="rId12" name="wind.wav"/>
          </p:stSnd>
        </p:sndAc>
      </p:transition>
    </mc:Choice>
    <mc:Fallback>
      <p:transition spd="slow">
        <p:blinds/>
        <p:sndAc>
          <p:stSnd>
            <p:snd r:embed="rId12" name="wind.wav"/>
          </p:stSnd>
        </p:sndAc>
      </p:transition>
    </mc:Fallback>
  </mc:AlternateContent>
  <p:hf hdr="0" dt="0"/>
  <p:txStyles>
    <p:titleStyle>
      <a:lvl1pPr algn="l" defTabSz="1007745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j-cs"/>
        </a:defRPr>
      </a:lvl1pPr>
    </p:titleStyle>
    <p:bodyStyle>
      <a:lvl1pPr marL="252095" indent="-252095" algn="l" defTabSz="1007745" rtl="0" eaLnBrk="1" latinLnBrk="0" hangingPunct="1">
        <a:lnSpc>
          <a:spcPct val="90000"/>
        </a:lnSpc>
        <a:spcBef>
          <a:spcPct val="22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" panose="02010609060101010101" charset="-122"/>
          <a:ea typeface="楷体" panose="02010609060101010101" charset="-122"/>
          <a:cs typeface="+mn-cs"/>
        </a:defRPr>
      </a:lvl1pPr>
      <a:lvl2pPr marL="75628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" panose="02010609060101010101" charset="-122"/>
          <a:ea typeface="楷体" panose="02010609060101010101" charset="-122"/>
          <a:cs typeface="+mn-cs"/>
        </a:defRPr>
      </a:lvl2pPr>
      <a:lvl3pPr marL="125984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" panose="02010609060101010101" charset="-122"/>
          <a:ea typeface="楷体" panose="02010609060101010101" charset="-122"/>
          <a:cs typeface="+mn-cs"/>
        </a:defRPr>
      </a:lvl3pPr>
      <a:lvl4pPr marL="176403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" panose="02010609060101010101" charset="-122"/>
          <a:ea typeface="楷体" panose="02010609060101010101" charset="-122"/>
          <a:cs typeface="+mn-cs"/>
        </a:defRPr>
      </a:lvl4pPr>
      <a:lvl5pPr marL="226822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" panose="02010609060101010101" charset="-122"/>
          <a:ea typeface="楷体" panose="02010609060101010101" charset="-122"/>
          <a:cs typeface="+mn-cs"/>
        </a:defRPr>
      </a:lvl5pPr>
      <a:lvl6pPr marL="277177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596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015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371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774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12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031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387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06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225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240000" y="1296167"/>
            <a:ext cx="10560000" cy="1213044"/>
          </a:xfrm>
        </p:spPr>
        <p:txBody>
          <a:bodyPr/>
          <a:lstStyle/>
          <a:p>
            <a:r>
              <a:rPr lang="zh-CN" altLang="en-US" dirty="0" smtClean="0"/>
              <a:t>在困境中开拓进取 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-240000" y="4010862"/>
            <a:ext cx="10560000" cy="2061138"/>
          </a:xfrm>
        </p:spPr>
        <p:txBody>
          <a:bodyPr/>
          <a:lstStyle/>
          <a:p>
            <a:r>
              <a:rPr lang="en-US" altLang="zh-CN" dirty="0" smtClean="0"/>
              <a:t>XX</a:t>
            </a:r>
            <a:r>
              <a:rPr lang="zh-CN" altLang="en-US" dirty="0" smtClean="0"/>
              <a:t>公司</a:t>
            </a:r>
            <a:r>
              <a:rPr lang="en-US" altLang="zh-CN" dirty="0" smtClean="0"/>
              <a:t>2018</a:t>
            </a:r>
            <a:r>
              <a:rPr lang="zh-CN" altLang="en-US" dirty="0" smtClean="0"/>
              <a:t>年度总结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>
                <a:sym typeface="+mn-ea"/>
              </a:rPr>
              <a:t>销售部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/>
        <p:sndAc>
          <p:stSnd>
            <p:snd r:embed="rId1" name="wind.wav"/>
          </p:stSnd>
        </p:sndAc>
      </p:transition>
    </mc:Choice>
    <mc:Fallback>
      <p:transition spd="slow">
        <p:blinds/>
        <p:sndAc>
          <p:stSnd>
            <p:snd r:embed="rId1" name="wind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公司销售业绩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>
                <a:sym typeface="+mn-ea"/>
              </a:rPr>
              <a:t>销售部</a:t>
            </a:r>
            <a:endParaRPr lang="zh-CN" altLang="en-US"/>
          </a:p>
        </p:txBody>
      </p:sp>
      <p:graphicFrame>
        <p:nvGraphicFramePr>
          <p:cNvPr id="6" name="内容占位符 5"/>
          <p:cNvGraphicFramePr/>
          <p:nvPr>
            <p:ph idx="1"/>
            <p:custDataLst>
              <p:tags r:id="rId1"/>
            </p:custDataLst>
          </p:nvPr>
        </p:nvGraphicFramePr>
        <p:xfrm>
          <a:off x="720090" y="2108200"/>
          <a:ext cx="8696325" cy="4323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8000"/>
                <a:gridCol w="1728000"/>
                <a:gridCol w="1728000"/>
                <a:gridCol w="1728000"/>
                <a:gridCol w="1728000"/>
              </a:tblGrid>
              <a:tr h="1080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90170" marR="90170" marT="46990" marB="469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90170" marR="90170" marT="46990" marB="469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90170" marR="90170" marT="46990" marB="469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90170" marR="90170" marT="46990" marB="469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90170" marR="90170" marT="46990" marB="46990" anchor="ctr" anchorCtr="0"/>
                </a:tc>
              </a:tr>
              <a:tr h="1080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90170" marR="90170" marT="46990" marB="469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90170" marR="90170" marT="46990" marB="469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90170" marR="90170" marT="46990" marB="469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90170" marR="90170" marT="46990" marB="469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90170" marR="90170" marT="46990" marB="46990" anchor="ctr" anchorCtr="0"/>
                </a:tc>
              </a:tr>
              <a:tr h="1080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90170" marR="90170" marT="46990" marB="469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90170" marR="90170" marT="46990" marB="469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90170" marR="90170" marT="46990" marB="469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90170" marR="90170" marT="46990" marB="469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90170" marR="90170" marT="46990" marB="46990" anchor="ctr" anchorCtr="0"/>
                </a:tc>
              </a:tr>
              <a:tr h="1080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90170" marR="90170" marT="46990" marB="469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90170" marR="90170" marT="46990" marB="469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90170" marR="90170" marT="46990" marB="469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90170" marR="90170" marT="46990" marB="469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marL="90170" marR="90170" marT="46990" marB="46990"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/>
        <p:sndAc>
          <p:stSnd>
            <p:snd r:embed="rId2" name="wind.wav"/>
          </p:stSnd>
        </p:sndAc>
      </p:transition>
    </mc:Choice>
    <mc:Fallback>
      <p:transition spd="slow">
        <p:blinds/>
        <p:sndAc>
          <p:stSnd>
            <p:snd r:embed="rId2" name="wind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公司销售网络图</a:t>
            </a:r>
            <a:endParaRPr lang="zh-CN" altLang="en-US" dirty="0"/>
          </a:p>
        </p:txBody>
      </p:sp>
      <p:pic>
        <p:nvPicPr>
          <p:cNvPr id="6" name="内容占位符 5" descr="素材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72515" y="2248535"/>
            <a:ext cx="7934325" cy="4743450"/>
          </a:xfrm>
          <a:prstGeom prst="rect">
            <a:avLst/>
          </a:prstGeom>
          <a:ln w="19050">
            <a:solidFill>
              <a:srgbClr val="FFFF00"/>
            </a:solidFill>
            <a:prstDash val="sysDash"/>
          </a:ln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>
                <a:sym typeface="+mn-ea"/>
              </a:rPr>
              <a:t>销售部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/>
        <p:sndAc>
          <p:stSnd>
            <p:snd r:embed="rId2" name="wind.wav"/>
          </p:stSnd>
        </p:sndAc>
      </p:transition>
    </mc:Choice>
    <mc:Fallback>
      <p:transition spd="slow">
        <p:blinds/>
        <p:sndAc>
          <p:stSnd>
            <p:snd r:embed="rId2" name="wi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240000" y="1296167"/>
            <a:ext cx="10560000" cy="1213044"/>
          </a:xfrm>
        </p:spPr>
        <p:txBody>
          <a:bodyPr/>
          <a:lstStyle/>
          <a:p>
            <a:r>
              <a:rPr lang="zh-CN" altLang="en-US" dirty="0" smtClean="0"/>
              <a:t>奋发图强     继往开来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-240000" y="3293944"/>
            <a:ext cx="10560000" cy="277805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>
                <a:sym typeface="+mn-ea"/>
              </a:rPr>
              <a:t>销售部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/>
        <p:sndAc>
          <p:stSnd>
            <p:snd r:embed="rId1" name="wind.wav"/>
          </p:stSnd>
        </p:sndAc>
      </p:transition>
    </mc:Choice>
    <mc:Fallback>
      <p:transition spd="slow">
        <p:blinds/>
        <p:sndAc>
          <p:stSnd>
            <p:snd r:embed="rId1" name="wind.wav"/>
          </p:stSnd>
        </p:sndAc>
      </p:transition>
    </mc:Fallback>
  </mc:AlternateContent>
</p:sld>
</file>

<file path=ppt/tags/tag1.xml><?xml version="1.0" encoding="utf-8"?>
<p:tagLst xmlns:p="http://schemas.openxmlformats.org/presentationml/2006/main">
  <p:tag name="KSO_WM_UNIT_TABLE_BEAUTIFY" val="smartTable{82e0af6d-592e-4072-b482-bc731f135845}"/>
  <p:tag name="TABLE_ENDDRAG_ORIGIN_RECT" val="684*340"/>
  <p:tag name="TABLE_ENDDRAG_RECT" val="54*166*684*340"/>
</p:tagLst>
</file>

<file path=ppt/tags/tag2.xml><?xml version="1.0" encoding="utf-8"?>
<p:tagLst xmlns:p="http://schemas.openxmlformats.org/presentationml/2006/main">
  <p:tag name="KSO_WPP_MARK_KEY" val="b5604cff-9c1b-47d4-a99d-5a3a7fbc33a3"/>
  <p:tag name="COMMONDATA" val="eyJoZGlkIjoiM2Q2NDY3ODBmZDEyZTZiNTFiOWYyZGE1YmNkNTA1NzMifQ=="/>
  <p:tag name="commondata" val="eyJoZGlkIjoiNjQwNzdkNTI0ZmEyODlhNmVjYjU4ZGU0YTBmMWRhMT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WPS 演示</Application>
  <PresentationFormat>自定义</PresentationFormat>
  <Paragraphs>26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黑体</vt:lpstr>
      <vt:lpstr>楷体</vt:lpstr>
      <vt:lpstr>Calibri</vt:lpstr>
      <vt:lpstr>微软雅黑</vt:lpstr>
      <vt:lpstr>Arial Unicode MS</vt:lpstr>
      <vt:lpstr>Office 主题</vt:lpstr>
      <vt:lpstr>在困境中开拓进取 </vt:lpstr>
      <vt:lpstr>公司销售业绩</vt:lpstr>
      <vt:lpstr>公司销售网络图</vt:lpstr>
      <vt:lpstr>奋发图强     继往开来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在困境中开拓进取 </dc:title>
  <dc:creator>john</dc:creator>
  <cp:lastModifiedBy>准易技术~张工</cp:lastModifiedBy>
  <cp:revision>11</cp:revision>
  <dcterms:created xsi:type="dcterms:W3CDTF">2020-05-16T12:37:00Z</dcterms:created>
  <dcterms:modified xsi:type="dcterms:W3CDTF">2025-02-20T01:27:52Z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5E2E8B69FBC743DC85B53F54D901F244_12</vt:lpwstr>
  </property>
  <property fmtid="{D5CDD505-2E9C-101B-9397-08002B2CF9AE}" pid="3" name="KSOProductBuildVer">
    <vt:lpwstr>2052-12.1.0.15712</vt:lpwstr>
  </property>
</Properties>
</file>