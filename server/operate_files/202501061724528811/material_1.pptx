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08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0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4120754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971550" y="1522413"/>
            <a:ext cx="236935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4504135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019209" y="4795838"/>
            <a:ext cx="442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99099" y="2009457"/>
            <a:ext cx="4682792" cy="1198800"/>
          </a:xfrm>
        </p:spPr>
        <p:txBody>
          <a:bodyPr anchor="ctr">
            <a:normAutofit/>
          </a:bodyPr>
          <a:lstStyle>
            <a:lvl1pPr algn="l">
              <a:defRPr sz="45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99160" y="3313163"/>
            <a:ext cx="255651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30791" y="0"/>
            <a:ext cx="913209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8759429" y="0"/>
            <a:ext cx="38457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8540354" y="863600"/>
            <a:ext cx="507206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360760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294085" y="5200650"/>
            <a:ext cx="507206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67916" y="406800"/>
            <a:ext cx="8208169" cy="863601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467916" y="1412875"/>
            <a:ext cx="820816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234553" y="88900"/>
            <a:ext cx="2218135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13212" y="3414578"/>
            <a:ext cx="3762851" cy="86317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413211" y="4332272"/>
            <a:ext cx="3762851" cy="1112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8391525" y="440372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2803922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2721059" y="647700"/>
            <a:ext cx="1127522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2445977" y="0"/>
            <a:ext cx="1127522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3661172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721519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43140" y="2420938"/>
            <a:ext cx="4212089" cy="2016125"/>
          </a:xfrm>
        </p:spPr>
        <p:txBody>
          <a:bodyPr anchor="ctr">
            <a:normAutofit/>
          </a:bodyPr>
          <a:lstStyle>
            <a:lvl1pPr algn="ctr">
              <a:defRPr sz="6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291439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太空“菜园”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太空植物</a:t>
            </a:r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p>
            <a:r>
              <a:rPr lang="zh-CN" altLang="en-US"/>
              <a:t>太空植物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太空辣椒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　“辣椒的维生素</a:t>
            </a:r>
            <a:r>
              <a:rPr lang="en-US" altLang="zh-CN" dirty="0"/>
              <a:t>C</a:t>
            </a:r>
            <a:r>
              <a:rPr lang="zh-CN" altLang="en-US" dirty="0"/>
              <a:t>含量比较高，甜椒、水果椒、菜椒等，吃起来口感清新；辣椒会开花，观赏度也高，气味清爽。</a:t>
            </a:r>
            <a:r>
              <a:rPr lang="zh-CN" altLang="en-US" dirty="0" smtClean="0"/>
              <a:t>”除此之外</a:t>
            </a:r>
            <a:r>
              <a:rPr lang="zh-CN" altLang="en-US" dirty="0"/>
              <a:t>，辣椒也比较适合在太空环境下种植，辣椒苗植株小，占空间少，枝丫较为坚挺，株型在微重力下支撑性较好。不仅如此，辣椒还比较“皮实”，抗逆性较好，容易成活</a:t>
            </a:r>
            <a:endParaRPr lang="zh-CN" altLang="en-US" dirty="0"/>
          </a:p>
        </p:txBody>
      </p:sp>
      <p:pic>
        <p:nvPicPr>
          <p:cNvPr id="7" name="内容占位符 6" descr="WPS演示7-063素材文件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679315" y="2325370"/>
            <a:ext cx="3962400" cy="2641600"/>
          </a:xfrm>
          <a:prstGeom prst="rect">
            <a:avLst/>
          </a:prstGeom>
        </p:spPr>
      </p:pic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太空植物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太空南瓜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 太空南瓜是将南瓜的种子用飞船带到太空去，经过太空失重的环境以及太空中特殊射线和带电粒子的撞击，用太空的特殊环境使得南瓜的基因发生变异。现在这种太空植物渐渐的多了起来，他们颠覆了以往的植物概念，有的繁殖力特别强，有的抗病虫害能力特别强，有的则像太空南瓜这样，生长特别快。这种南瓜可以以每天</a:t>
            </a:r>
            <a:r>
              <a:rPr lang="en-US" altLang="zh-CN" dirty="0"/>
              <a:t>5</a:t>
            </a:r>
            <a:r>
              <a:rPr lang="zh-CN" altLang="en-US" dirty="0"/>
              <a:t>公斤的速度生长，最大可长到</a:t>
            </a:r>
            <a:r>
              <a:rPr lang="en-US" altLang="zh-CN" dirty="0"/>
              <a:t>150</a:t>
            </a:r>
            <a:r>
              <a:rPr lang="zh-CN" altLang="en-US" dirty="0" smtClean="0"/>
              <a:t>公斤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7" name="内容占位符 6" descr="WPS演示7-063素材文件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652135" y="908685"/>
            <a:ext cx="2540635" cy="1617345"/>
          </a:xfrm>
          <a:prstGeom prst="rect">
            <a:avLst/>
          </a:prstGeom>
        </p:spPr>
      </p:pic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太空植物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KSO_WPP_MARK_KEY" val="6d3bebcc-0def-4d5a-87e5-1b16c6a9adbe"/>
  <p:tag name="COMMONDATA" val="eyJoZGlkIjoiNjQwNzdkNTI0ZmEyODlhNmVjYjU4ZGU0YTBmMWRhMTc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WPS 演示</Application>
  <PresentationFormat>全屏显示(4:3)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楷体</vt:lpstr>
      <vt:lpstr>主题四</vt:lpstr>
      <vt:lpstr>太空“菜园”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元宇宙</dc:title>
  <dc:creator>Administrator</dc:creator>
  <cp:lastModifiedBy>86133</cp:lastModifiedBy>
  <cp:revision>12</cp:revision>
  <dcterms:created xsi:type="dcterms:W3CDTF">2021-12-06T01:09:00Z</dcterms:created>
  <dcterms:modified xsi:type="dcterms:W3CDTF">2023-12-16T06:11:07Z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C17A342FF6AC4209804594E0269F9197_12</vt:lpwstr>
  </property>
  <property fmtid="{D5CDD505-2E9C-101B-9397-08002B2CF9AE}" pid="3" name="KSOProductBuildVer">
    <vt:lpwstr>2052-11.1.0.14227</vt:lpwstr>
  </property>
</Properties>
</file>