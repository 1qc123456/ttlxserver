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5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西安美食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7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8800" b="1" i="1">
                <a:solidFill>
                  <a:schemeClr val="accent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西安美食</a:t>
            </a:r>
            <a:endParaRPr lang="zh-CN" altLang="en-US" sz="8800" b="1" i="1">
              <a:solidFill>
                <a:schemeClr val="accent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r>
              <a:rPr lang="zh-CN" altLang="en-US" sz="3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好吃的很</a:t>
            </a:r>
            <a:endParaRPr lang="zh-CN" altLang="en-US" sz="3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Tm="3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843905" y="935990"/>
            <a:ext cx="5575300" cy="5176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9705" indent="711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安，这座古称长安的城市，不仅是中国四大古都之一，更是一个享誉世界的“美食之都”。它不仅承载着数千年的中华文明，更是美食文化的汇聚地。西安的美食，如同这座城市的历史一样，源远流长，融合了多民族的风味，形成了独特的饮食特色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55" y="935990"/>
            <a:ext cx="4101465" cy="5176520"/>
          </a:xfrm>
          <a:prstGeom prst="rect">
            <a:avLst/>
          </a:prstGeom>
          <a:effectLst>
            <a:softEdge rad="393700"/>
          </a:effectLst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120" y="2766060"/>
            <a:ext cx="5494655" cy="1325880"/>
          </a:xfrm>
          <a:noFill/>
          <a:effectLst/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p>
            <a:pPr algn="ctr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油泼辣子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biangbiang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58125" y="2766060"/>
            <a:ext cx="1934210" cy="1325880"/>
          </a:xfrm>
          <a:prstGeom prst="rect">
            <a:avLst/>
          </a:prstGeom>
          <a:noFill/>
          <a:effectLst/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饺子宴</a:t>
            </a:r>
            <a:endParaRPr lang="zh-CN" altLang="en-US" sz="2800" b="1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34760" y="354965"/>
            <a:ext cx="4980940" cy="2542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360000"/>
            <a:ext cx="4753973" cy="2340000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615950" y="3924300"/>
            <a:ext cx="48971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biángbiang面是陕西关中民间传统风味面食，特指关中麦子磨成的面粉，通常手工拉成长宽厚的面条</a:t>
            </a:r>
            <a:endParaRPr lang="zh-CN" altLang="en-US" sz="2400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35395" y="3924300"/>
            <a:ext cx="498030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饺子宴是西安市著名小吃宴席，是在发掘研究唐代和中国传统饺子的基础上研制成功的。西安饺子宴的得名，主要因这种宴宾筵席由千姿百态的饺子组成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zoom/>
      </p:transition>
    </mc:Choice>
    <mc:Fallback>
      <p:transition spd="slow" advTm="3000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5745" y="885825"/>
            <a:ext cx="2454910" cy="1325880"/>
          </a:xfrm>
          <a:noFill/>
          <a:effectLst/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p>
            <a:pPr algn="ctr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秦镇凉皮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40765" y="2345055"/>
            <a:ext cx="5944870" cy="3541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秦镇凉皮已有2000余年历史，秦镇本地传说在秦始皇时期已经开始有凉皮，为皇朝供物。以大米粉为原料制成，因主产于户县的秦镇，也叫秦镇米皮，制作时把大米粉调成糊状，平铺在多层竹笼内，旺为蒸熟，做出的凉皮筋、薄、细、软，具有独特风味。</a:t>
            </a:r>
            <a:endParaRPr lang="zh-CN" altLang="en-US" sz="280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43140" y="609600"/>
            <a:ext cx="3752850" cy="5638800"/>
          </a:xfrm>
          <a:prstGeom prst="round2Same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zoom/>
      </p:transition>
    </mc:Choice>
    <mc:Fallback>
      <p:transition spd="slow" advTm="3000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4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7" dur="4000" fill="hold"/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1590" y="4447540"/>
            <a:ext cx="2001520" cy="1325880"/>
          </a:xfrm>
          <a:noFill/>
          <a:effectLst/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p>
            <a:pPr algn="ctr"/>
            <a:r>
              <a:rPr lang="zh-CN" altLang="en-US"/>
              <a:t>‌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油泼面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80840" y="1285875"/>
            <a:ext cx="7624445" cy="49079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 rtlCol="0" anchor="t" anchorCtr="0">
            <a:noAutofit/>
          </a:bodyPr>
          <a:p>
            <a:pPr indent="457200" fontAlgn="auto"/>
            <a:r>
              <a:rPr lang="zh-CN" altLang="en-US" sz="2400">
                <a:solidFill>
                  <a:schemeClr val="accent4"/>
                </a:solidFill>
              </a:rPr>
              <a:t>面条是在周代“礼面”的基础上发展演变而来；秦汉时代称之为“汤饼”，属于“煮饼”类中的一种；隋唐时代叫“长命面”，意为下入锅内久煮不断；宋元时代又改称为“水滑面”。据元代韩奕所著《易牙遗意》记载：“水滑面：用十分白面揉搜成剂。一斤作十数块。放在水中，候其面性发得十分满足，逐块抽拽，下汤煮熟。抽拽得阔薄乃好。”清代朝廷大臣薛宝辰在其著作《素食说略》中记载更为详细：“其以水和面，入盐、碱、清油揉匀，复以湿布，俟其融和，扯为细条。煮之，名为桢面。”书中还指出：“作法以陕西朝邑、同州为最佳。”关于桢条面的形状，书中说道：“其薄等于韭菜，其细比于挂面，可以成三棱之形，可以成中空之形。</a:t>
            </a:r>
            <a:endParaRPr lang="zh-CN" altLang="en-US" sz="2400">
              <a:solidFill>
                <a:schemeClr val="accent4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" y="1285875"/>
            <a:ext cx="3777615" cy="2524125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西安美食</a:t>
            </a:r>
            <a:endParaRPr lang="zh-CN" altLang="en-US"/>
          </a:p>
        </p:txBody>
      </p:sp>
    </p:spTree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30797330985_1_1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WPS 演示</Application>
  <PresentationFormat>宽屏</PresentationFormat>
  <Paragraphs>30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楷体</vt:lpstr>
      <vt:lpstr>微软雅黑</vt:lpstr>
      <vt:lpstr>Arial Unicode MS</vt:lpstr>
      <vt:lpstr>Calibri</vt:lpstr>
      <vt:lpstr>WPS</vt:lpstr>
      <vt:lpstr>西安美食</vt:lpstr>
      <vt:lpstr>PowerPoint 演示文稿</vt:lpstr>
      <vt:lpstr>油泼辣子biangbiang面</vt:lpstr>
      <vt:lpstr>秦镇凉皮</vt:lpstr>
      <vt:lpstr>‌油泼面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HF</cp:lastModifiedBy>
  <cp:revision>4</cp:revision>
  <dcterms:created xsi:type="dcterms:W3CDTF">2024-11-05T07:38:00Z</dcterms:created>
  <dcterms:modified xsi:type="dcterms:W3CDTF">2024-11-18T01:32:15Z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F24250B2CBE44AFAA554772EAD99BE10_12</vt:lpwstr>
  </property>
  <property fmtid="{D5CDD505-2E9C-101B-9397-08002B2CF9AE}" pid="3" name="KSOProductBuildVer">
    <vt:lpwstr>2052-12.1.0.15712</vt:lpwstr>
  </property>
</Properties>
</file>