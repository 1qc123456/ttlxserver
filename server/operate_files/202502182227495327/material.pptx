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843905" y="935990"/>
            <a:ext cx="5575300" cy="5176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西安，这座古称长安的城市，不仅是中国四大古都之一，更是一个享誉世界的“美食之都”。它不仅承载着数千年的中华文明，更是美食文化的汇聚地。西安的美食，如同这座城市的历史一样，源远流长，融合了多民族的风味，形成了独特的饮食特色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36955" y="935990"/>
            <a:ext cx="4101465" cy="5176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2120" y="2766060"/>
            <a:ext cx="5494655" cy="1325880"/>
          </a:xfrm>
        </p:spPr>
        <p:txBody>
          <a:bodyPr/>
          <a:p>
            <a:r>
              <a:rPr lang="zh-CN" altLang="en-US"/>
              <a:t>油泼辣子</a:t>
            </a:r>
            <a:r>
              <a:rPr lang="en-US" altLang="zh-CN"/>
              <a:t>biangbiang</a:t>
            </a:r>
            <a:r>
              <a:rPr lang="zh-CN" altLang="en-US"/>
              <a:t>面</a:t>
            </a:r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58125" y="2766060"/>
            <a:ext cx="193421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饺子宴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34760" y="354965"/>
            <a:ext cx="4980940" cy="2542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5950" y="354965"/>
            <a:ext cx="4897120" cy="25425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5950" y="3924300"/>
            <a:ext cx="48971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biángbiang面是陕西关中民间传统风味面食，特指关中麦子磨成的面粉，通常手工拉成长宽厚的面条</a:t>
            </a:r>
            <a:endParaRPr lang="zh-CN" altLang="en-US" sz="2400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35395" y="3924300"/>
            <a:ext cx="498030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饺子宴是西安市著名小吃宴席，是在发掘研究唐代和中国传统饺子的基础上研制成功的。西安饺子宴的得名，主要因这种宴宾筵席由千姿百态的饺子组成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5745" y="885825"/>
            <a:ext cx="2454910" cy="1325880"/>
          </a:xfrm>
        </p:spPr>
        <p:txBody>
          <a:bodyPr/>
          <a:p>
            <a:r>
              <a:rPr lang="zh-CN" altLang="en-US"/>
              <a:t>秦镇</a:t>
            </a:r>
            <a:r>
              <a:rPr lang="zh-CN" altLang="en-US"/>
              <a:t>凉皮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0765" y="2345055"/>
            <a:ext cx="5944870" cy="354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秦镇凉皮已有2000余年历史，秦镇本地传说在秦始皇时期已经开始有凉皮，为皇朝供物。以大米粉为原料制成，因主产于户县的秦镇，也叫秦镇米皮，制作时把大米粉调成糊状，平铺在多层竹笼内，旺为蒸熟，做出的凉皮筋、薄、细、软，具有独特风味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43140" y="609600"/>
            <a:ext cx="375285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1590" y="4447540"/>
            <a:ext cx="2001520" cy="1325880"/>
          </a:xfrm>
        </p:spPr>
        <p:txBody>
          <a:bodyPr/>
          <a:p>
            <a:r>
              <a:rPr lang="zh-CN" altLang="en-US"/>
              <a:t>‌油泼面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80840" y="1285875"/>
            <a:ext cx="7624445" cy="490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fontAlgn="auto"/>
            <a:r>
              <a:rPr lang="zh-CN" altLang="en-US" sz="2400"/>
              <a:t>面条是在周代“礼面”的基础上发展演变而来；秦汉时代称之为“汤饼”，属于“煮饼”类中的一种；隋唐时代叫“长命面”，意为下入锅内久煮不断；宋元时代又改称为“水滑面”。据元代韩奕所著《易牙遗意》记载：“水滑面：用十分白面揉搜成剂。一斤作十数块。放在水中，候其面性发得十分满足，逐块抽拽，下汤煮熟。抽拽得阔薄乃好。”清代朝廷大臣薛宝辰在其著作《素食说略》中记载更为详细：“其以水和面，入盐、碱、清油揉匀，复以湿布，俟其融和，扯为细条。煮之，名为桢面。”书中还指出：“作法以陕西朝邑、同州为最佳。”关于桢条面的形状，书中说道：“其薄等于韭菜，其细比于挂面，可以成三棱之形，可以成中空之形。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3225" y="1285875"/>
            <a:ext cx="3777615" cy="25241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WPS 演示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 Unicode MS</vt:lpstr>
      <vt:lpstr>Calibri</vt:lpstr>
      <vt:lpstr>微软雅黑</vt:lpstr>
      <vt:lpstr>仿宋</vt:lpstr>
      <vt:lpstr>WPS</vt:lpstr>
      <vt:lpstr>PowerPoint 演示文稿</vt:lpstr>
      <vt:lpstr>PowerPoint 演示文稿</vt:lpstr>
      <vt:lpstr>油泼辣子biangbiang面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</cp:lastModifiedBy>
  <cp:revision>2</cp:revision>
  <dcterms:created xsi:type="dcterms:W3CDTF">2024-11-05T07:38:56Z</dcterms:created>
  <dcterms:modified xsi:type="dcterms:W3CDTF">2024-11-05T08:17:32Z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F24250B2CBE44AFAA554772EAD99BE10_12</vt:lpwstr>
  </property>
  <property fmtid="{D5CDD505-2E9C-101B-9397-08002B2CF9AE}" pid="3" name="KSOProductBuildVer">
    <vt:lpwstr>2052-12.1.0.15712</vt:lpwstr>
  </property>
</Properties>
</file>