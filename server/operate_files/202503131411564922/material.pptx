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7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768000" y="565200"/>
            <a:ext cx="1346400" cy="3672000"/>
          </a:xfrm>
        </p:spPr>
        <p:txBody>
          <a:bodyPr/>
          <a:p>
            <a:endParaRPr lang="zh-CN" altLang="zh-CN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117205" y="1108710"/>
            <a:ext cx="329565" cy="4445635"/>
          </a:xfrm>
        </p:spPr>
        <p:txBody>
          <a:bodyPr>
            <a:noAutofit/>
          </a:bodyPr>
          <a:p>
            <a:r>
              <a:rPr lang="zh-CN" altLang="en-US" sz="1600">
                <a:sym typeface="+mn-ea"/>
              </a:rPr>
              <a:t>一纸江山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，半生功名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，皆付东流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。</a:t>
            </a:r>
            <a:endParaRPr lang="zh-CN" altLang="en-US" sz="16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8800" y="1188000"/>
            <a:ext cx="2376000" cy="3024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>
                <a:latin typeface="等线" panose="02010600030101010101" charset="-122"/>
                <a:ea typeface="等线" panose="02010600030101010101" charset="-122"/>
                <a:sym typeface="+mn-ea"/>
              </a:rPr>
              <a:t>壮美山河为背景，展现朝堂权谋与沙场争锋。山川如画，烽烟起处，智者运筹，英雄逐鹿，尽显乱世风云与家国情怀。</a:t>
            </a:r>
            <a:endParaRPr lang="zh-CN" altLang="en-US" sz="2400"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WPS 演示</Application>
  <PresentationFormat>宽屏</PresentationFormat>
  <Paragraphs>7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等线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156</cp:revision>
  <dcterms:created xsi:type="dcterms:W3CDTF">2019-06-19T02:08:00Z</dcterms:created>
  <dcterms:modified xsi:type="dcterms:W3CDTF">2025-03-13T05:30:22Z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54CBDD2BA48E4B32B1EA5E9AFF5B28AF_11</vt:lpwstr>
  </property>
</Properties>
</file>