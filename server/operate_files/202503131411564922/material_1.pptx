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kiosk/>
    <p:sldAll/>
  </p:showPr>
  <p:clrMru>
    <a:srgbClr val="D3BD9B"/>
    <a:srgbClr val="C3A677"/>
    <a:srgbClr val="BD9E6A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7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6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69735" y="566420"/>
            <a:ext cx="1347470" cy="3673475"/>
          </a:xfrm>
        </p:spPr>
        <p:txBody>
          <a:bodyPr>
            <a:normAutofit fontScale="90000"/>
          </a:bodyPr>
          <a:p>
            <a:r>
              <a:rPr lang="zh-CN" altLang="zh-CN" sz="8890" b="0">
                <a:latin typeface="宋体" panose="02010600030101010101" pitchFamily="2" charset="-122"/>
                <a:ea typeface="宋体" panose="02010600030101010101" pitchFamily="2" charset="-122"/>
              </a:rPr>
              <a:t>江山策</a:t>
            </a:r>
            <a:endParaRPr lang="zh-CN" altLang="zh-CN" sz="889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117205" y="1108710"/>
            <a:ext cx="329565" cy="4445635"/>
          </a:xfrm>
        </p:spPr>
        <p:txBody>
          <a:bodyPr>
            <a:noAutofit/>
          </a:bodyPr>
          <a:p>
            <a:r>
              <a:rPr lang="zh-CN" altLang="en-US" sz="1600">
                <a:sym typeface="+mn-ea"/>
              </a:rPr>
              <a:t>一纸江山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，半生功名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，皆付东流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。</a:t>
            </a:r>
            <a:endParaRPr lang="zh-CN" altLang="en-US" sz="160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背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15" y="1412875"/>
            <a:ext cx="4733925" cy="2600325"/>
          </a:xfrm>
          <a:prstGeom prst="rect">
            <a:avLst/>
          </a:prstGeom>
          <a:ln>
            <a:solidFill>
              <a:srgbClr val="C3A677"/>
            </a:solidFill>
          </a:ln>
        </p:spPr>
      </p:pic>
      <p:cxnSp>
        <p:nvCxnSpPr>
          <p:cNvPr id="3" name="直接连接符 2"/>
          <p:cNvCxnSpPr/>
          <p:nvPr/>
        </p:nvCxnSpPr>
        <p:spPr>
          <a:xfrm>
            <a:off x="615315" y="255270"/>
            <a:ext cx="0" cy="3600000"/>
          </a:xfrm>
          <a:prstGeom prst="line">
            <a:avLst/>
          </a:prstGeom>
          <a:ln>
            <a:solidFill>
              <a:srgbClr val="BD9E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059815" y="5054600"/>
            <a:ext cx="2952000" cy="36000"/>
          </a:xfrm>
          <a:prstGeom prst="rect">
            <a:avLst/>
          </a:prstGeom>
          <a:solidFill>
            <a:srgbClr val="BD9E6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74115" y="5455920"/>
            <a:ext cx="10514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江山如画，烽烟四起，棋局已定，胜负未分。一纸江山策，谋定天下，运筹帷幄，决胜千里。朝堂之上，风云变幻，一步一惊心；沙场之上，铁马金戈，生死一念间。在这乱世之中，唯有智者方能掌控全局，成就霸业。</a:t>
            </a:r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折角形 6"/>
          <p:cNvSpPr/>
          <p:nvPr/>
        </p:nvSpPr>
        <p:spPr>
          <a:xfrm>
            <a:off x="8037195" y="929640"/>
            <a:ext cx="2916000" cy="3816000"/>
          </a:xfrm>
          <a:prstGeom prst="foldedCorner">
            <a:avLst/>
          </a:prstGeom>
          <a:solidFill>
            <a:srgbClr val="D3BD9B"/>
          </a:solidFill>
          <a:ln>
            <a:solidFill>
              <a:srgbClr val="BD9E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609600" algn="ctr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38820" y="1188720"/>
            <a:ext cx="2376000" cy="30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壮美山河为背景，展现朝堂权谋与沙场争锋。山川如画，烽烟起处，智者运筹，英雄逐鹿，尽显乱世风云与家国情怀。</a:t>
            </a:r>
            <a:endParaRPr lang="zh-CN" altLang="en-US" sz="24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WPS 演示</Application>
  <PresentationFormat>宽屏</PresentationFormat>
  <Paragraphs>11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楷体</vt:lpstr>
      <vt:lpstr>黑体</vt:lpstr>
      <vt:lpstr>等线</vt:lpstr>
      <vt:lpstr>微软雅黑</vt:lpstr>
      <vt:lpstr>Arial Unicode MS</vt:lpstr>
      <vt:lpstr>Calibri</vt:lpstr>
      <vt:lpstr>WPS</vt:lpstr>
      <vt:lpstr>江山策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156</cp:revision>
  <dcterms:created xsi:type="dcterms:W3CDTF">2019-06-19T02:08:00Z</dcterms:created>
  <dcterms:modified xsi:type="dcterms:W3CDTF">2025-03-13T05:49:20Z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CDCC1FBF9BEC4B1494911380814527D8_11</vt:lpwstr>
  </property>
</Properties>
</file>