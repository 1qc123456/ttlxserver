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15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0A832-DCF4-43F8-956D-9EB90276A6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2" Type="http://schemas.openxmlformats.org/officeDocument/2006/relationships/audio" Target="../media/audio1.wav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6" Type="http://schemas.openxmlformats.org/officeDocument/2006/relationships/audio" Target="../media/audio1.wav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audio" Target="../media/audio1.wav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audio" Target="../media/audio1.wav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7" Type="http://schemas.openxmlformats.org/officeDocument/2006/relationships/audio" Target="../media/audio1.wav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5494338" y="250825"/>
            <a:ext cx="2959100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1003300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1295400" y="1522413"/>
            <a:ext cx="315913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849630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1026795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7061983" y="647700"/>
            <a:ext cx="1501775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7440035" y="0"/>
            <a:ext cx="1501775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6005513" y="92075"/>
            <a:ext cx="1304925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95345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358945" y="4795838"/>
            <a:ext cx="590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1198799" y="2009457"/>
            <a:ext cx="6243723" cy="1198800"/>
          </a:xfrm>
        </p:spPr>
        <p:txBody>
          <a:bodyPr anchor="ctr">
            <a:normAutofit/>
          </a:bodyPr>
          <a:lstStyle>
            <a:lvl1pPr algn="l">
              <a:defRPr sz="60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1198880" y="3313163"/>
            <a:ext cx="340868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52747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22" name="type.wav"/>
          </p:stSnd>
        </p:sndAc>
      </p:transition>
    </mc:Choice>
    <mc:Fallback>
      <p:transition spd="slow">
        <p:blinds/>
        <p:sndAc>
          <p:stSnd>
            <p:snd r:embed="rId22" name="type.wav"/>
          </p:stSnd>
        </p:sndAc>
      </p:transition>
    </mc:Fallback>
  </mc:AlternateContent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11557000" y="5489575"/>
            <a:ext cx="7112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77788" y="722313"/>
            <a:ext cx="7112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55563" y="68263"/>
            <a:ext cx="712788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11552238" y="6053138"/>
            <a:ext cx="7112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74388" y="0"/>
            <a:ext cx="1217612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11679238" y="0"/>
            <a:ext cx="51276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11387138" y="863600"/>
            <a:ext cx="676275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481013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392113" y="5200650"/>
            <a:ext cx="676275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16" name="type.wav"/>
          </p:stSnd>
        </p:sndAc>
      </p:transition>
    </mc:Choice>
    <mc:Fallback>
      <p:transition spd="slow">
        <p:blinds/>
        <p:sndAc>
          <p:stSnd>
            <p:snd r:embed="rId16" name="type.wav"/>
          </p:stSnd>
        </p:sndAc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849630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1026795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7061983" y="647700"/>
            <a:ext cx="1501775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7440035" y="0"/>
            <a:ext cx="1501775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95345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312738" y="88900"/>
            <a:ext cx="2957513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884282" y="3414578"/>
            <a:ext cx="5017135" cy="8631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884281" y="4332272"/>
            <a:ext cx="5017134" cy="111222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52747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18" name="type.wav"/>
          </p:stSnd>
        </p:sndAc>
      </p:transition>
    </mc:Choice>
    <mc:Fallback>
      <p:transition spd="slow">
        <p:blinds/>
        <p:sndAc>
          <p:stSnd>
            <p:snd r:embed="rId18" name="type.wav"/>
          </p:stSnd>
        </p:sndAc>
      </p:transition>
    </mc:Fallback>
  </mc:AlternateContent>
  <p:hf sldNum="0"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8" name="type.wav"/>
          </p:stSnd>
        </p:sndAc>
      </p:transition>
    </mc:Choice>
    <mc:Fallback>
      <p:transition spd="slow">
        <p:blinds/>
        <p:sndAc>
          <p:stSnd>
            <p:snd r:embed="rId8" name="type.wav"/>
          </p:stSnd>
        </p:sndAc>
      </p:transition>
    </mc:Fallback>
  </mc:AlternateContent>
  <p:hf sldNum="0"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10" name="type.wav"/>
          </p:stSnd>
        </p:sndAc>
      </p:transition>
    </mc:Choice>
    <mc:Fallback>
      <p:transition spd="slow">
        <p:blinds/>
        <p:sndAc>
          <p:stSnd>
            <p:snd r:embed="rId10" name="type.wav"/>
          </p:stSnd>
        </p:sndAc>
      </p:transition>
    </mc:Fallback>
  </mc:AlternateContent>
  <p:hf sldNum="0"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6" name="type.wav"/>
          </p:stSnd>
        </p:sndAc>
      </p:transition>
    </mc:Choice>
    <mc:Fallback>
      <p:transition spd="slow">
        <p:blinds/>
        <p:sndAc>
          <p:stSnd>
            <p:snd r:embed="rId6" name="type.wav"/>
          </p:stSnd>
        </p:sndAc>
      </p:transition>
    </mc:Fallback>
  </mc:AlternateContent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11557000" y="5489575"/>
            <a:ext cx="7112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77788" y="722313"/>
            <a:ext cx="7112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55563" y="68263"/>
            <a:ext cx="712788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11552238" y="6053138"/>
            <a:ext cx="7112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9" name="type.wav"/>
          </p:stSnd>
        </p:sndAc>
      </p:transition>
    </mc:Choice>
    <mc:Fallback>
      <p:transition spd="slow">
        <p:blinds/>
        <p:sndAc>
          <p:stSnd>
            <p:snd r:embed="rId9" name="type.wav"/>
          </p:stSnd>
        </p:sndAc>
      </p:transition>
    </mc:Fallback>
  </mc:AlternateContent>
  <p:hf sldNum="0"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8" name="type.wav"/>
          </p:stSnd>
        </p:sndAc>
      </p:transition>
    </mc:Choice>
    <mc:Fallback>
      <p:transition spd="slow">
        <p:blinds/>
        <p:sndAc>
          <p:stSnd>
            <p:snd r:embed="rId8" name="type.wav"/>
          </p:stSnd>
        </p:sndAc>
      </p:transition>
    </mc:Fallback>
  </mc:AlternateContent>
  <p:hf sldNum="0"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7" name="type.wav"/>
          </p:stSnd>
        </p:sndAc>
      </p:transition>
    </mc:Choice>
    <mc:Fallback>
      <p:transition spd="slow">
        <p:blinds/>
        <p:sndAc>
          <p:stSnd>
            <p:snd r:embed="rId7" name="type.wav"/>
          </p:stSnd>
        </p:sndAc>
      </p:transition>
    </mc:Fallback>
  </mc:AlternateContent>
  <p:hf sldNum="0"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2023-09-23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6" name="type.wav"/>
          </p:stSnd>
        </p:sndAc>
      </p:transition>
    </mc:Choice>
    <mc:Fallback>
      <p:transition spd="slow">
        <p:blinds/>
        <p:sndAc>
          <p:stSnd>
            <p:snd r:embed="rId6" name="type.wav"/>
          </p:stSnd>
        </p:sndAc>
      </p:transition>
    </mc:Fallback>
  </mc:AlternateContent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11188700" y="4403725"/>
            <a:ext cx="1003300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3738563" y="250825"/>
            <a:ext cx="2959100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3628078" y="647700"/>
            <a:ext cx="1503363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3261303" y="0"/>
            <a:ext cx="1503363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4881563" y="92075"/>
            <a:ext cx="1304925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9620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657520" y="2420938"/>
            <a:ext cx="5616118" cy="2016125"/>
          </a:xfrm>
        </p:spPr>
        <p:txBody>
          <a:bodyPr anchor="ctr">
            <a:normAutofit/>
          </a:bodyPr>
          <a:lstStyle>
            <a:lvl1pPr algn="ctr">
              <a:defRPr sz="8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2023-09-23</a:t>
            </a:r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388585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17" name="type.wav"/>
          </p:stSnd>
        </p:sndAc>
      </p:transition>
    </mc:Choice>
    <mc:Fallback>
      <p:transition spd="slow">
        <p:blinds/>
        <p:sndAc>
          <p:stSnd>
            <p:snd r:embed="rId17" name="type.wav"/>
          </p:stSnd>
        </p:sndAc>
      </p:transition>
    </mc:Fallback>
  </mc:AlternateContent>
  <p:hf sldNum="0"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r>
              <a:rPr lang="zh-CN" altLang="en-US" smtClean="0"/>
              <a:t>2023-09-23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杭州亚运会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18" name="type.wav"/>
          </p:stSnd>
        </p:sndAc>
      </p:transition>
    </mc:Choice>
    <mc:Fallback>
      <p:transition spd="slow">
        <p:blinds/>
        <p:sndAc>
          <p:stSnd>
            <p:snd r:embed="rId18" name="type.wav"/>
          </p:stSnd>
        </p:sndAc>
      </p:transition>
    </mc:Fallback>
  </mc:AlternateConten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image" Target="../media/image4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5.png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6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b="1" spc="0" dirty="0">
                <a:ln w="6600">
                  <a:noFill/>
                  <a:prstDash val="solid"/>
                </a:ln>
                <a:solidFill>
                  <a:schemeClr val="tx1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杭州亚运会</a:t>
            </a:r>
            <a:endParaRPr lang="zh-CN" altLang="en-US" sz="6000" b="1" spc="0" dirty="0">
              <a:ln w="6600">
                <a:noFill/>
                <a:prstDash val="solid"/>
              </a:ln>
              <a:solidFill>
                <a:schemeClr val="tx1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2A0000"/>
                </a:solidFill>
                <a:latin typeface="微软雅黑" panose="020B0503020204020204" charset="-122"/>
                <a:ea typeface="微软雅黑" panose="020B0503020204020204" charset="-122"/>
              </a:rPr>
              <a:t>亚运之光</a:t>
            </a:r>
            <a:endParaRPr lang="zh-CN" altLang="en-US" sz="2800" dirty="0">
              <a:solidFill>
                <a:srgbClr val="2A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5"/>
          </p:nvPr>
        </p:nvSpPr>
        <p:spPr/>
        <p:txBody>
          <a:bodyPr/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r>
              <a:rPr lang="zh-CN" altLang="en-US"/>
              <a:t>杭州亚运会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1" name="type.wav"/>
          </p:stSnd>
        </p:sndAc>
      </p:transition>
    </mc:Choice>
    <mc:Fallback>
      <p:transition spd="slow">
        <p:blinds/>
        <p:sndAc>
          <p:stSnd>
            <p:snd r:embed="rId1" name="typ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9770745" cy="560070"/>
          </a:xfrm>
        </p:spPr>
        <p:txBody>
          <a:bodyPr/>
          <a:p>
            <a:r>
              <a:rPr altLang="zh-CN" sz="2400" b="1">
                <a:sym typeface="+mn-ea"/>
              </a:rPr>
              <a:t>回顾中国队获奖瞬间</a:t>
            </a:r>
            <a:endParaRPr lang="zh-CN" altLang="zh-CN" sz="2400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5490" y="1233170"/>
            <a:ext cx="9924415" cy="477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hlinkClick r:id="rId1" action="ppaction://hlinksldjump"/>
              </a:rPr>
              <a:t>金牌 陈梦 乒乓球 女子单打</a:t>
            </a:r>
            <a:endParaRPr lang="zh-CN" altLang="en-US" sz="24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hlinkClick r:id="rId2" action="ppaction://hlinksldjump"/>
              </a:rPr>
              <a:t>金牌 马龙 乒乓球 男子单打</a:t>
            </a:r>
            <a:endParaRPr lang="zh-CN" altLang="en-US" sz="24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hlinkClick r:id="rId3" action="ppaction://hlinksldjump"/>
              </a:rPr>
              <a:t>金牌 陈梦/孙颖莎/王曼昱 乒乓球 女子团体</a:t>
            </a:r>
            <a:endParaRPr lang="zh-CN" altLang="en-US" sz="24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hlinkClick r:id="rId4" action="ppaction://hlinksldjump"/>
              </a:rPr>
              <a:t>金牌 马龙/许昕/樊振东 乒乓球 男子团体</a:t>
            </a:r>
            <a:endParaRPr lang="zh-CN" altLang="en-US" sz="24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杭州亚运会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5" name="type.wav"/>
          </p:stSnd>
        </p:sndAc>
      </p:transition>
    </mc:Choice>
    <mc:Fallback>
      <p:transition spd="slow">
        <p:blinds/>
        <p:sndAc>
          <p:stSnd>
            <p:snd r:embed="rId5" name="typ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686185" y="2435236"/>
            <a:ext cx="4612863" cy="3228759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zh-CN" sz="2400" b="1" dirty="0"/>
              <a:t>陈梦</a:t>
            </a:r>
            <a:endParaRPr lang="zh-CN" altLang="zh-CN" sz="2400" b="1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杭州亚运会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运会乒乓球女单决赛中，陈梦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4-2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战胜孙颖莎夺金，为中国队斩获第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金！</a:t>
            </a:r>
            <a:endParaRPr lang="zh-CN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杭州亚运会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4" name="type.wav"/>
          </p:stSnd>
        </p:sndAc>
      </p:transition>
    </mc:Choice>
    <mc:Fallback>
      <p:transition spd="slow">
        <p:blinds/>
        <p:sndAc>
          <p:stSnd>
            <p:snd r:embed="rId4" name="typ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zh-CN" sz="2400" b="1" dirty="0"/>
              <a:t>马龙</a:t>
            </a:r>
            <a:endParaRPr lang="zh-CN" altLang="zh-CN" sz="2400" b="1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zh-CN" sz="1600" dirty="0">
                <a:sym typeface="+mn-ea"/>
              </a:rPr>
              <a:t>杭州亚运会</a:t>
            </a:r>
            <a:r>
              <a:rPr lang="zh-CN" altLang="zh-CN" sz="1600" dirty="0"/>
              <a:t>运会乒乓球男子单打决赛，马龙</a:t>
            </a:r>
            <a:r>
              <a:rPr lang="en-US" altLang="zh-CN" sz="1600" dirty="0"/>
              <a:t>VS</a:t>
            </a:r>
            <a:r>
              <a:rPr lang="zh-CN" altLang="zh-CN" sz="1600" dirty="0"/>
              <a:t>樊振东对决，马龙获得金牌，为中国</a:t>
            </a:r>
            <a:r>
              <a:rPr lang="zh-CN" altLang="en-US" sz="1600" dirty="0"/>
              <a:t>队斩获第</a:t>
            </a:r>
            <a:r>
              <a:rPr lang="en-US" altLang="zh-CN" sz="1600" dirty="0"/>
              <a:t>19</a:t>
            </a:r>
            <a:r>
              <a:rPr lang="zh-CN" altLang="zh-CN" sz="1600" dirty="0"/>
              <a:t>金！</a:t>
            </a:r>
            <a:endParaRPr lang="zh-CN" altLang="zh-CN" sz="1600" dirty="0"/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3751840" y="2216626"/>
            <a:ext cx="4688320" cy="3281576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杭州亚运会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4" name="type.wav"/>
          </p:stSnd>
        </p:sndAc>
      </p:transition>
    </mc:Choice>
    <mc:Fallback>
      <p:transition spd="slow">
        <p:blinds/>
        <p:sndAc>
          <p:stSnd>
            <p:snd r:embed="rId4" name="typ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38100" rIns="76200" bIns="38100" numCol="1" rtlCol="0" anchor="t" anchorCtr="0" compatLnSpc="1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r>
              <a:rPr lang="zh-CN" altLang="zh-CN" b="1" dirty="0"/>
              <a:t>乒乓球女子团体</a:t>
            </a:r>
            <a:r>
              <a:rPr lang="en-US" altLang="zh-CN" b="1" dirty="0"/>
              <a:t> 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9925" y="952500"/>
            <a:ext cx="5283200" cy="766445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>
                <a:sym typeface="+mn-ea"/>
              </a:rPr>
              <a:t>杭州亚运会</a:t>
            </a:r>
            <a:r>
              <a:rPr lang="zh-CN" altLang="zh-CN" dirty="0"/>
              <a:t>乒乓球女团决赛，中国乒乓球女团战胜日本，夺得金牌，为中国队斩获第</a:t>
            </a:r>
            <a:r>
              <a:rPr lang="en-US" altLang="zh-CN" dirty="0"/>
              <a:t>34</a:t>
            </a:r>
            <a:r>
              <a:rPr lang="zh-CN" altLang="zh-CN" dirty="0"/>
              <a:t>金！</a:t>
            </a:r>
            <a:endParaRPr lang="zh-CN" altLang="zh-CN" dirty="0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36243" y="2699586"/>
            <a:ext cx="4893058" cy="27979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杭州亚运会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4" name="type.wav"/>
          </p:stSnd>
        </p:sndAc>
      </p:transition>
    </mc:Choice>
    <mc:Fallback>
      <p:transition spd="slow">
        <p:blinds/>
        <p:sndAc>
          <p:stSnd>
            <p:snd r:embed="rId4" name="typ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0" y="365125"/>
            <a:ext cx="9664065" cy="454025"/>
          </a:xfrm>
        </p:spPr>
        <p:txBody>
          <a:bodyPr>
            <a:normAutofit fontScale="90000"/>
          </a:bodyPr>
          <a:p>
            <a:r>
              <a:rPr lang="zh-CN" altLang="zh-CN" sz="2400" b="1" dirty="0"/>
              <a:t>乒乓球男子团体</a:t>
            </a:r>
            <a:endParaRPr lang="zh-CN" altLang="zh-CN" sz="2400" b="1" dirty="0"/>
          </a:p>
        </p:txBody>
      </p:sp>
      <p:sp>
        <p:nvSpPr>
          <p:cNvPr id="7" name="内容占位符 6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819150"/>
            <a:ext cx="9664065" cy="349250"/>
          </a:xfrm>
        </p:spPr>
        <p:txBody>
          <a:bodyPr/>
          <a:p>
            <a:pPr marL="0" indent="0">
              <a:buNone/>
            </a:pP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杭州亚运会</a:t>
            </a: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乒乓球男团决赛，中国乒乓球男团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3-0</a:t>
            </a: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战胜德国队，夺得金牌，为中国队斩获第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金！</a:t>
            </a:r>
            <a:endParaRPr lang="zh-CN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6404272" y="2560702"/>
            <a:ext cx="5307806" cy="2678777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6350" stA="50000" endA="300" endPos="55000" dir="5400000" sy="-100000" algn="bl" rotWithShape="0"/>
          </a:effec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杭州亚运会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4" name="type.wav"/>
          </p:stSnd>
        </p:sndAc>
      </p:transition>
    </mc:Choice>
    <mc:Fallback>
      <p:transition spd="slow">
        <p:blinds/>
        <p:sndAc>
          <p:stSnd>
            <p:snd r:embed="rId4" name="typ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9615170" cy="405765"/>
          </a:xfrm>
        </p:spPr>
        <p:txBody>
          <a:bodyPr>
            <a:normAutofit fontScale="90000"/>
          </a:bodyPr>
          <a:lstStyle/>
          <a:p>
            <a:r>
              <a:rPr lang="zh-CN" altLang="en-US" sz="2400" b="1" dirty="0"/>
              <a:t>东京奥运会奖牌榜</a:t>
            </a:r>
            <a:endParaRPr lang="zh-CN" altLang="en-US" sz="2400" b="1" dirty="0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868170" y="2059940"/>
          <a:ext cx="6888480" cy="30105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48080"/>
                <a:gridCol w="1148080"/>
                <a:gridCol w="1148080"/>
                <a:gridCol w="1148080"/>
                <a:gridCol w="1148080"/>
                <a:gridCol w="1148080"/>
              </a:tblGrid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排名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国家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金牌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银牌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铜牌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总数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美国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39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41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33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113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中国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38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18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88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日本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27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14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17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58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4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英国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21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65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5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俄罗斯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28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23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71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6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澳大利亚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17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7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46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7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荷兰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14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36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8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法国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11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33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9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德国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11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16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37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意大利</a:t>
                      </a:r>
                      <a:endParaRPr lang="zh-CN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40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2023-09-23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杭州亚运会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/>
        <p:sndAc>
          <p:stSnd>
            <p:snd r:embed="rId2" name="type.wav"/>
          </p:stSnd>
        </p:sndAc>
      </p:transition>
    </mc:Choice>
    <mc:Fallback>
      <p:transition spd="slow">
        <p:blinds/>
        <p:sndAc>
          <p:stSnd>
            <p:snd r:embed="rId2" name="type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TABLE_ENDDRAG_ORIGIN_RECT" val="542*236"/>
  <p:tag name="TABLE_ENDDRAG_RECT" val="87*107*542*236"/>
</p:tagLst>
</file>

<file path=ppt/tags/tag115.xml><?xml version="1.0" encoding="utf-8"?>
<p:tagLst xmlns:p="http://schemas.openxmlformats.org/presentationml/2006/main">
  <p:tag name="commondata" val="eyJoZGlkIjoiMjhjNzFjMjliYTMwZmQyYjMzM2NlZTBmYTgwNzU5YTQ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WPS 演示</Application>
  <PresentationFormat>宽屏</PresentationFormat>
  <Paragraphs>189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黑体</vt:lpstr>
      <vt:lpstr>Wingdings</vt:lpstr>
      <vt:lpstr>Arial Unicode MS</vt:lpstr>
      <vt:lpstr>Calibri</vt:lpstr>
      <vt:lpstr>主题四</vt:lpstr>
      <vt:lpstr>杭州亚运会</vt:lpstr>
      <vt:lpstr>回顾中国队获奖瞬间</vt:lpstr>
      <vt:lpstr>陈梦</vt:lpstr>
      <vt:lpstr>马龙</vt:lpstr>
      <vt:lpstr>PowerPoint 演示文稿</vt:lpstr>
      <vt:lpstr>乒乓球男子团体</vt:lpstr>
      <vt:lpstr>东京奥运会奖牌榜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28</cp:revision>
  <dcterms:created xsi:type="dcterms:W3CDTF">2023-11-24T08:56:00Z</dcterms:created>
  <dcterms:modified xsi:type="dcterms:W3CDTF">2023-11-24T10:13:58Z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76BB1328BF5142B2883F54934921409C_12</vt:lpwstr>
  </property>
  <property fmtid="{D5CDD505-2E9C-101B-9397-08002B2CF9AE}" pid="3" name="KSOProductBuildVer">
    <vt:lpwstr>2052-12.1.0.15712</vt:lpwstr>
  </property>
</Properties>
</file>