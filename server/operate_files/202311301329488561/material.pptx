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9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0A832-DCF4-43F8-956D-9EB90276A64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300990" y="1151255"/>
            <a:ext cx="7495540" cy="2677795"/>
          </a:xfrm>
        </p:spPr>
        <p:txBody>
          <a:bodyPr/>
          <a:lstStyle/>
          <a:p>
            <a:r>
              <a:rPr lang="zh-CN" altLang="en-US" sz="6000" b="1" spc="0" dirty="0">
                <a:ln w="6600">
                  <a:noFill/>
                  <a:prstDash val="solid"/>
                </a:ln>
                <a:solidFill>
                  <a:schemeClr val="tx1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杭州亚运会</a:t>
            </a:r>
            <a:endParaRPr lang="zh-CN" altLang="en-US" sz="6000" b="1" spc="0" dirty="0">
              <a:ln w="6600">
                <a:noFill/>
                <a:prstDash val="solid"/>
              </a:ln>
              <a:solidFill>
                <a:schemeClr val="tx1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094740" y="4514850"/>
            <a:ext cx="4190365" cy="67437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rgbClr val="2A0000"/>
                </a:solidFill>
                <a:latin typeface="微软雅黑" panose="020B0503020204020204" charset="-122"/>
                <a:ea typeface="微软雅黑" panose="020B0503020204020204" charset="-122"/>
              </a:rPr>
              <a:t>亚运之光</a:t>
            </a:r>
            <a:endParaRPr lang="zh-CN" altLang="en-US" sz="2800" dirty="0">
              <a:solidFill>
                <a:srgbClr val="2A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744855" y="365125"/>
            <a:ext cx="9770745" cy="560070"/>
          </a:xfrm>
        </p:spPr>
        <p:txBody>
          <a:bodyPr/>
          <a:p>
            <a:r>
              <a:rPr altLang="zh-CN" sz="2400" b="1">
                <a:sym typeface="+mn-ea"/>
              </a:rPr>
              <a:t>回顾中国队获奖瞬间</a:t>
            </a:r>
            <a:endParaRPr lang="zh-CN" altLang="zh-CN" sz="24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490" y="1233170"/>
            <a:ext cx="9924415" cy="477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200000"/>
              </a:lnSpc>
            </a:pPr>
            <a:r>
              <a:rPr lang="zh-CN" altLang="en-US"/>
              <a:t>金牌 陈梦 乒乓球 女子单打</a:t>
            </a:r>
            <a:endParaRPr lang="zh-CN" altLang="en-US"/>
          </a:p>
          <a:p>
            <a:pPr indent="0" fontAlgn="auto">
              <a:lnSpc>
                <a:spcPct val="200000"/>
              </a:lnSpc>
            </a:pPr>
            <a:r>
              <a:rPr lang="zh-CN" altLang="en-US"/>
              <a:t>金牌 马龙 乒乓球 男子单打</a:t>
            </a:r>
            <a:endParaRPr lang="zh-CN" altLang="en-US"/>
          </a:p>
          <a:p>
            <a:pPr indent="0" fontAlgn="auto">
              <a:lnSpc>
                <a:spcPct val="200000"/>
              </a:lnSpc>
            </a:pPr>
            <a:r>
              <a:rPr lang="zh-CN" altLang="en-US"/>
              <a:t>金牌 陈梦/孙颖莎/王曼昱 乒乓球 女子团体</a:t>
            </a:r>
            <a:endParaRPr lang="zh-CN" altLang="en-US"/>
          </a:p>
          <a:p>
            <a:pPr indent="0" fontAlgn="auto">
              <a:lnSpc>
                <a:spcPct val="200000"/>
              </a:lnSpc>
            </a:pPr>
            <a:r>
              <a:rPr lang="zh-CN" altLang="en-US"/>
              <a:t>金牌 马龙/许昕/樊振东 乒乓球 男子团体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686185" y="2435236"/>
            <a:ext cx="4612863" cy="3228759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434340"/>
          </a:xfrm>
        </p:spPr>
        <p:txBody>
          <a:bodyPr>
            <a:noAutofit/>
          </a:bodyPr>
          <a:p>
            <a:r>
              <a:rPr lang="zh-CN" altLang="zh-CN" sz="2400" b="1" dirty="0"/>
              <a:t>陈梦</a:t>
            </a:r>
            <a:endParaRPr lang="zh-CN" altLang="zh-CN" sz="2400" b="1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818515"/>
            <a:ext cx="10852150" cy="465455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杭州亚运会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运会乒乓球女单决赛中，陈梦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4-2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战胜孙颖莎夺金，为中国队斩获第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r>
              <a:rPr lang="zh-CN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金！</a:t>
            </a:r>
            <a:endParaRPr lang="zh-CN" altLang="zh-CN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8200" y="365125"/>
            <a:ext cx="10515600" cy="424815"/>
          </a:xfrm>
        </p:spPr>
        <p:txBody>
          <a:bodyPr>
            <a:noAutofit/>
          </a:bodyPr>
          <a:p>
            <a:r>
              <a:rPr lang="zh-CN" altLang="zh-CN" sz="2400" b="1" dirty="0"/>
              <a:t>马龙</a:t>
            </a:r>
            <a:endParaRPr lang="zh-CN" altLang="zh-CN" sz="2400" b="1" dirty="0"/>
          </a:p>
        </p:txBody>
      </p:sp>
      <p:sp>
        <p:nvSpPr>
          <p:cNvPr id="12" name="内容占位符 1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789940"/>
            <a:ext cx="10515600" cy="390525"/>
          </a:xfrm>
        </p:spPr>
        <p:txBody>
          <a:bodyPr/>
          <a:p>
            <a:pPr marL="0" indent="0">
              <a:buNone/>
            </a:pPr>
            <a:r>
              <a:rPr lang="zh-CN" altLang="zh-CN" sz="1600" dirty="0">
                <a:sym typeface="+mn-ea"/>
              </a:rPr>
              <a:t>杭州亚运会</a:t>
            </a:r>
            <a:r>
              <a:rPr lang="zh-CN" altLang="zh-CN" sz="1600" dirty="0"/>
              <a:t>运会乒乓球男子单打决赛，马龙</a:t>
            </a:r>
            <a:r>
              <a:rPr lang="en-US" altLang="zh-CN" sz="1600" dirty="0"/>
              <a:t>VS</a:t>
            </a:r>
            <a:r>
              <a:rPr lang="zh-CN" altLang="zh-CN" sz="1600" dirty="0"/>
              <a:t>樊振东对决，马龙获得金牌，为中国</a:t>
            </a:r>
            <a:r>
              <a:rPr lang="zh-CN" altLang="en-US" sz="1600" dirty="0"/>
              <a:t>队斩获第</a:t>
            </a:r>
            <a:r>
              <a:rPr lang="en-US" altLang="zh-CN" sz="1600" dirty="0"/>
              <a:t>19</a:t>
            </a:r>
            <a:r>
              <a:rPr lang="zh-CN" altLang="zh-CN" sz="1600" dirty="0"/>
              <a:t>金！</a:t>
            </a:r>
            <a:endParaRPr lang="zh-CN" altLang="zh-CN" sz="1600" dirty="0"/>
          </a:p>
        </p:txBody>
      </p:sp>
      <p:pic>
        <p:nvPicPr>
          <p:cNvPr id="14" name="图片 13"/>
          <p:cNvPicPr/>
          <p:nvPr/>
        </p:nvPicPr>
        <p:blipFill>
          <a:blip r:embed="rId3"/>
          <a:stretch>
            <a:fillRect/>
          </a:stretch>
        </p:blipFill>
        <p:spPr>
          <a:xfrm>
            <a:off x="3751840" y="2216626"/>
            <a:ext cx="4688320" cy="3281576"/>
          </a:xfrm>
          <a:prstGeom prst="rect">
            <a:avLst/>
          </a:prstGeom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38100" rIns="76200" bIns="38100" numCol="1" rtlCol="0" anchor="t" anchorCtr="0" compatLnSpc="1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9pPr>
          </a:lstStyle>
          <a:p>
            <a:r>
              <a:rPr lang="zh-CN" altLang="zh-CN" b="1" dirty="0"/>
              <a:t>乒乓球女子团体</a:t>
            </a:r>
            <a:r>
              <a:rPr lang="en-US" altLang="zh-CN" b="1" dirty="0"/>
              <a:t> 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9925" y="952500"/>
            <a:ext cx="5283200" cy="766445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rtlCol="0" anchor="t" anchorCtr="0" compatLnSpc="1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zh-CN" dirty="0">
                <a:sym typeface="+mn-ea"/>
              </a:rPr>
              <a:t>杭州亚运会</a:t>
            </a:r>
            <a:r>
              <a:rPr lang="zh-CN" altLang="zh-CN" dirty="0"/>
              <a:t>乒乓球女团决赛，中国乒乓球女团战胜日本，夺得金牌，为中国队斩获第</a:t>
            </a:r>
            <a:r>
              <a:rPr lang="en-US" altLang="zh-CN" dirty="0"/>
              <a:t>34</a:t>
            </a:r>
            <a:r>
              <a:rPr lang="zh-CN" altLang="zh-CN" dirty="0"/>
              <a:t>金！</a:t>
            </a:r>
            <a:endParaRPr lang="zh-CN" altLang="zh-CN" dirty="0"/>
          </a:p>
        </p:txBody>
      </p:sp>
      <p:pic>
        <p:nvPicPr>
          <p:cNvPr id="9" name="图片 8"/>
          <p:cNvPicPr/>
          <p:nvPr/>
        </p:nvPicPr>
        <p:blipFill>
          <a:blip r:embed="rId3"/>
          <a:stretch>
            <a:fillRect/>
          </a:stretch>
        </p:blipFill>
        <p:spPr>
          <a:xfrm>
            <a:off x="6436243" y="2699586"/>
            <a:ext cx="4893058" cy="27979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 idx="4294967295"/>
            <p:custDataLst>
              <p:tags r:id="rId1"/>
            </p:custDataLst>
          </p:nvPr>
        </p:nvSpPr>
        <p:spPr>
          <a:xfrm>
            <a:off x="851535" y="365125"/>
            <a:ext cx="9664065" cy="454025"/>
          </a:xfrm>
        </p:spPr>
        <p:txBody>
          <a:bodyPr>
            <a:normAutofit fontScale="90000"/>
          </a:bodyPr>
          <a:p>
            <a:r>
              <a:rPr lang="zh-CN" altLang="zh-CN" sz="2400" b="1" dirty="0"/>
              <a:t>乒乓球男子团体</a:t>
            </a:r>
            <a:endParaRPr lang="zh-CN" altLang="zh-CN" sz="2400" b="1" dirty="0"/>
          </a:p>
        </p:txBody>
      </p:sp>
      <p:sp>
        <p:nvSpPr>
          <p:cNvPr id="7" name="内容占位符 6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851535" y="819150"/>
            <a:ext cx="9664065" cy="349250"/>
          </a:xfrm>
        </p:spPr>
        <p:txBody>
          <a:bodyPr/>
          <a:p>
            <a:pPr marL="0" indent="0">
              <a:buNone/>
            </a:pP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杭州亚运会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乒乓球男团决赛，中国乒乓球男团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3-0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战胜德国队，夺得金牌，为中国队斩获第</a:t>
            </a:r>
            <a:r>
              <a:rPr lang="en-US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r>
              <a:rPr lang="zh-CN" altLang="zh-CN" sz="16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金！</a:t>
            </a:r>
            <a:endParaRPr lang="zh-CN" altLang="zh-CN" sz="1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3"/>
          <a:stretch>
            <a:fillRect/>
          </a:stretch>
        </p:blipFill>
        <p:spPr>
          <a:xfrm>
            <a:off x="6404272" y="2560702"/>
            <a:ext cx="5307806" cy="2678777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900430" y="365125"/>
            <a:ext cx="9615170" cy="405765"/>
          </a:xfrm>
        </p:spPr>
        <p:txBody>
          <a:bodyPr>
            <a:normAutofit fontScale="90000"/>
          </a:bodyPr>
          <a:lstStyle/>
          <a:p>
            <a:r>
              <a:rPr lang="zh-CN" altLang="en-US" sz="2400" b="1" dirty="0"/>
              <a:t>东京奥运会奖牌榜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900430" y="1262380"/>
            <a:ext cx="7365365" cy="3050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/>
              <a:t>排名	国家	金牌	银牌	铜牌	总数</a:t>
            </a:r>
            <a:endParaRPr lang="zh-CN" altLang="en-US" sz="1600"/>
          </a:p>
          <a:p>
            <a:r>
              <a:rPr lang="zh-CN" altLang="en-US" sz="1600"/>
              <a:t>1	美国	39	41	33	113</a:t>
            </a:r>
            <a:endParaRPr lang="zh-CN" altLang="en-US" sz="1600"/>
          </a:p>
          <a:p>
            <a:r>
              <a:rPr lang="zh-CN" altLang="en-US" sz="1600"/>
              <a:t>2	中国	38	32	18	88</a:t>
            </a:r>
            <a:endParaRPr lang="zh-CN" altLang="en-US" sz="1600"/>
          </a:p>
          <a:p>
            <a:r>
              <a:rPr lang="zh-CN" altLang="en-US" sz="1600"/>
              <a:t>3	日本	27	14	17	58</a:t>
            </a:r>
            <a:endParaRPr lang="zh-CN" altLang="en-US" sz="1600"/>
          </a:p>
          <a:p>
            <a:r>
              <a:rPr lang="zh-CN" altLang="en-US" sz="1600"/>
              <a:t>4	英国	22	21	22	65</a:t>
            </a:r>
            <a:endParaRPr lang="zh-CN" altLang="en-US" sz="1600"/>
          </a:p>
          <a:p>
            <a:r>
              <a:rPr lang="zh-CN" altLang="en-US" sz="1600"/>
              <a:t>5	俄罗斯	20	28	23	71</a:t>
            </a:r>
            <a:endParaRPr lang="zh-CN" altLang="en-US" sz="1600"/>
          </a:p>
          <a:p>
            <a:r>
              <a:rPr lang="zh-CN" altLang="en-US" sz="1600"/>
              <a:t>6	澳大利亚	17	7	22	46</a:t>
            </a:r>
            <a:endParaRPr lang="zh-CN" altLang="en-US" sz="1600"/>
          </a:p>
          <a:p>
            <a:r>
              <a:rPr lang="zh-CN" altLang="en-US" sz="1600"/>
              <a:t>7	荷兰	10	12	14	36</a:t>
            </a:r>
            <a:endParaRPr lang="zh-CN" altLang="en-US" sz="1600"/>
          </a:p>
          <a:p>
            <a:r>
              <a:rPr lang="zh-CN" altLang="en-US" sz="1600"/>
              <a:t>8	法国	10	12	11	33</a:t>
            </a:r>
            <a:endParaRPr lang="zh-CN" altLang="en-US" sz="1600"/>
          </a:p>
          <a:p>
            <a:r>
              <a:rPr lang="zh-CN" altLang="en-US" sz="1600"/>
              <a:t>9	德国	10	11	16	37</a:t>
            </a:r>
            <a:endParaRPr lang="zh-CN" altLang="en-US" sz="1600"/>
          </a:p>
          <a:p>
            <a:r>
              <a:rPr lang="zh-CN" altLang="en-US" sz="1600"/>
              <a:t>10	意大利	10	10	20	40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commondata" val="eyJoZGlkIjoiMjhjNzFjMjliYTMwZmQyYjMzM2NlZTBmYTgwNzU5YTQ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469</Words>
  <Application>WPS 演示</Application>
  <PresentationFormat>宽屏</PresentationFormat>
  <Paragraphs>41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黑体</vt:lpstr>
      <vt:lpstr>微软雅黑</vt:lpstr>
      <vt:lpstr>Arial Unicode MS</vt:lpstr>
      <vt:lpstr>Calibri</vt:lpstr>
      <vt:lpstr>WPS</vt:lpstr>
      <vt:lpstr>杭州亚运会</vt:lpstr>
      <vt:lpstr>回顾中国队获奖瞬间</vt:lpstr>
      <vt:lpstr>陈梦</vt:lpstr>
      <vt:lpstr>马龙</vt:lpstr>
      <vt:lpstr>PowerPoint 演示文稿</vt:lpstr>
      <vt:lpstr>乒乓球男子团体</vt:lpstr>
      <vt:lpstr>东京奥运会奖牌榜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大风歌</cp:lastModifiedBy>
  <cp:revision>13</cp:revision>
  <dcterms:created xsi:type="dcterms:W3CDTF">2023-11-24T08:56:00Z</dcterms:created>
  <dcterms:modified xsi:type="dcterms:W3CDTF">2024-01-02T12:17:08Z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76BB1328BF5142B2883F54934921409C_12</vt:lpwstr>
  </property>
  <property fmtid="{D5CDD505-2E9C-101B-9397-08002B2CF9AE}" pid="3" name="KSOProductBuildVer">
    <vt:lpwstr>2052-12.1.0.15712</vt:lpwstr>
  </property>
</Properties>
</file>