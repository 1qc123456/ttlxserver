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558CC-97B1-4AF1-AB2C-32E186CB1B5F}" type="datetimeFigureOut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AC75C-B5E1-4D1A-A11B-493284383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3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AD67188-398E-4617-93A4-07E06F2DEB86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接连接符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椭圆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椭圆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椭圆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69E9E50-77D3-420E-A3DE-CB5EA9070D2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F8D17D3-87F6-48C3-B5D1-3671C09355F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接连接符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椭圆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椭圆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33500-A2D0-4E5A-9B37-31CFCB3143A3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E017-6A56-4C46-95C2-14773F42DBBD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C027A6D-81EC-4C4D-801E-45F709B5E519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0F6-DF3E-475F-A629-8DF00BD9BAC9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937482F-60E7-4D55-B65C-238FDA2456D2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椭圆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FAAF78E-B952-42CE-8224-DA4F15DD22DD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EFF7E-438D-40EE-A23B-AE9868371F10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6259-AF1D-4581-B5FC-39DB83696AFA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BD98BCE-453A-41BD-AF3F-568DA0688656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椭圆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13" name="applause.wav"/>
          </p:stSnd>
        </p:sndAc>
      </p:transition>
    </mc:Choice>
    <mc:Fallback>
      <p:transition spd="slow">
        <p:fade/>
        <p:sndAc>
          <p:stSnd>
            <p:snd r:embed="rId13" name="applause.wav"/>
          </p:stSnd>
        </p:sndAc>
      </p:transition>
    </mc:Fallback>
  </mc:AlternateConten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687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05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417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830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45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560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35416"/>
            <a:ext cx="2880000" cy="216000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600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动作按钮: 第一张 4">
            <a:hlinkClick r:id="" action="ppaction://hlinkshowjump?jump=firstslide" highlightClick="1"/>
          </p:cNvPr>
          <p:cNvSpPr/>
          <p:nvPr/>
        </p:nvSpPr>
        <p:spPr>
          <a:xfrm>
            <a:off x="219379" y="6237312"/>
            <a:ext cx="610368" cy="521208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054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496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15</TotalTime>
  <Words>9</Words>
  <Application>Microsoft Office PowerPoint</Application>
  <PresentationFormat>全屏显示(4:3)</PresentationFormat>
  <Paragraphs>9</Paragraphs>
  <Slides>9</Slides>
  <Notes>0</Notes>
  <HiddenSlides>1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凸显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6</cp:revision>
  <dcterms:created xsi:type="dcterms:W3CDTF">2019-10-08T09:39:04Z</dcterms:created>
  <dcterms:modified xsi:type="dcterms:W3CDTF">2021-04-20T06:46:25Z</dcterms:modified>
</cp:coreProperties>
</file>