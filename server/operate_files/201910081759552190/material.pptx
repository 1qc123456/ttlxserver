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pplause.wav"/>
          </p:stSnd>
        </p:sndAc>
      </p:transition>
    </mc:Choice>
    <mc:Fallback>
      <p:transition>
        <p:sndAc>
          <p:stSnd>
            <p:snd r:embed="rId1" name="applaus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3" name="applause.wav"/>
          </p:stSnd>
        </p:sndAc>
      </p:transition>
    </mc:Choice>
    <mc:Fallback>
      <p:transition>
        <p:sndAc>
          <p:stSnd>
            <p:snd r:embed="rId13" name="applause.wav"/>
          </p:stSnd>
        </p:sndAc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687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05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417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830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45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560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600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054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pplause.wav"/>
          </p:stSnd>
        </p:sndAc>
      </p:transition>
    </mc:Choice>
    <mc:Fallback>
      <p:transition>
        <p:sndAc>
          <p:stSnd>
            <p:snd r:embed="rId2" name="applaus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496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4</cp:revision>
  <dcterms:created xsi:type="dcterms:W3CDTF">2019-10-08T09:39:04Z</dcterms:created>
  <dcterms:modified xsi:type="dcterms:W3CDTF">2019-10-09T00:55:57Z</dcterms:modified>
</cp:coreProperties>
</file>