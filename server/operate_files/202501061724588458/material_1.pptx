
<file path=[Content_Types].xml><?xml version="1.0" encoding="utf-8"?>
<Types xmlns="http://schemas.openxmlformats.org/package/2006/content-types">
  <Default Extension="jpeg" ContentType="image/jpeg"/>
  <Default Extension="JPG" ContentType="image/.jpg"/>
  <Default Extension="wav" ContentType="audio/x-wav"/>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57" r:id="rId4"/>
    <p:sldId id="258" r:id="rId6"/>
  </p:sldIdLst>
  <p:sldSz cx="9144000" cy="6858000" type="screen4x3"/>
  <p:notesSz cx="6858000" cy="9144000"/>
  <p:custDataLst>
    <p:tags r:id="rId1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p:kiosk/>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81" d="100"/>
          <a:sy n="81" d="100"/>
        </p:scale>
        <p:origin x="-102" y="-54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tableStyles" Target="tableStyles.xml"/><Relationship Id="rId8" Type="http://schemas.openxmlformats.org/officeDocument/2006/relationships/viewProps" Target="viewProps.xml"/><Relationship Id="rId7" Type="http://schemas.openxmlformats.org/officeDocument/2006/relationships/presProps" Target="presProps.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0" Type="http://schemas.openxmlformats.org/officeDocument/2006/relationships/tags" Target="tags/tag6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元宇宙本身不是一种技术，而是一个理念和概念，它需要整合不同的新技术</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audio" Target="../media/audio1.wav"/><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7" Type="http://schemas.openxmlformats.org/officeDocument/2006/relationships/audio" Target="../media/audio1.wav"/><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audio" Target="../media/audio1.wav"/><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audio" Target="../media/audio1.wav"/><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0" Type="http://schemas.openxmlformats.org/officeDocument/2006/relationships/audio" Target="../media/audio1.wav"/><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audio" Target="../media/audio1.wav"/><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5" Type="http://schemas.openxmlformats.org/officeDocument/2006/relationships/audio" Target="../media/audio1.wav"/><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audio" Target="../media/audio1.wav"/><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7" Type="http://schemas.openxmlformats.org/officeDocument/2006/relationships/audio" Target="../media/audio1.wav"/><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6" Type="http://schemas.openxmlformats.org/officeDocument/2006/relationships/audio" Target="../media/audio1.wav"/><Relationship Id="rId5" Type="http://schemas.openxmlformats.org/officeDocument/2006/relationships/tags" Target="../tags/tag53.xml"/><Relationship Id="rId4" Type="http://schemas.openxmlformats.org/officeDocument/2006/relationships/tags" Target="../tags/tag52.xml"/><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audio" Target="../media/audio1.wav"/><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cxnSp>
        <p:nvCxnSpPr>
          <p:cNvPr id="5" name="直接连接符 6"/>
          <p:cNvCxnSpPr/>
          <p:nvPr>
            <p:custDataLst>
              <p:tags r:id="rId2"/>
            </p:custDataLst>
          </p:nvPr>
        </p:nvCxnSpPr>
        <p:spPr>
          <a:xfrm>
            <a:off x="1434704" y="4314825"/>
            <a:ext cx="1828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3"/>
            </p:custDataLst>
          </p:nvPr>
        </p:nvCxnSpPr>
        <p:spPr>
          <a:xfrm>
            <a:off x="1524000" y="4314825"/>
            <a:ext cx="1660922"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ctrTitle" hasCustomPrompt="1"/>
            <p:custDataLst>
              <p:tags r:id="rId4"/>
            </p:custDataLst>
          </p:nvPr>
        </p:nvSpPr>
        <p:spPr>
          <a:xfrm>
            <a:off x="777704" y="3438525"/>
            <a:ext cx="3142800" cy="700727"/>
          </a:xfrm>
        </p:spPr>
        <p:txBody>
          <a:bodyPr anchor="b">
            <a:normAutofit/>
          </a:bodyPr>
          <a:lstStyle>
            <a:lvl1pPr algn="ctr">
              <a:defRPr sz="2700">
                <a:solidFill>
                  <a:schemeClr val="tx2"/>
                </a:solidFill>
                <a:latin typeface="微软雅黑" panose="020B0503020204020204" charset="-122"/>
                <a:ea typeface="微软雅黑" panose="020B0503020204020204" charset="-122"/>
              </a:defRPr>
            </a:lvl1pPr>
          </a:lstStyle>
          <a:p>
            <a:r>
              <a:rPr lang="zh-CN" altLang="en-US" noProof="1"/>
              <a:t>单击此处编辑标题</a:t>
            </a:r>
            <a:endParaRPr lang="zh-CN" altLang="en-US" noProof="1"/>
          </a:p>
        </p:txBody>
      </p:sp>
      <p:sp>
        <p:nvSpPr>
          <p:cNvPr id="3" name="副标题 2"/>
          <p:cNvSpPr>
            <a:spLocks noGrp="1"/>
          </p:cNvSpPr>
          <p:nvPr>
            <p:ph type="subTitle" idx="1"/>
            <p:custDataLst>
              <p:tags r:id="rId5"/>
            </p:custDataLst>
          </p:nvPr>
        </p:nvSpPr>
        <p:spPr>
          <a:xfrm>
            <a:off x="777704" y="4514851"/>
            <a:ext cx="3142800" cy="317180"/>
          </a:xfrm>
        </p:spPr>
        <p:txBody>
          <a:bodyPr>
            <a:normAutofit/>
          </a:bodyPr>
          <a:lstStyle>
            <a:lvl1pPr marL="0" indent="0" algn="ctr">
              <a:buNone/>
              <a:defRPr sz="120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noProof="1"/>
              <a:t>单击此处编辑母版副标题样式</a:t>
            </a:r>
            <a:endParaRPr lang="zh-CN" altLang="en-US" noProof="1"/>
          </a:p>
        </p:txBody>
      </p:sp>
      <p:sp>
        <p:nvSpPr>
          <p:cNvPr id="14" name="日期占位符 3"/>
          <p:cNvSpPr>
            <a:spLocks noGrp="1"/>
          </p:cNvSpPr>
          <p:nvPr>
            <p:ph type="dt" sz="half" idx="13"/>
            <p:custDataLst>
              <p:tags r:id="rId6"/>
            </p:custDataLst>
          </p:nvPr>
        </p:nvSpPr>
        <p:spPr/>
        <p:txBody>
          <a:bodyPr/>
          <a:lstStyle>
            <a:lvl1pPr>
              <a:defRPr>
                <a:latin typeface="微软雅黑" panose="020B0503020204020204" charset="-122"/>
                <a:ea typeface="微软雅黑" panose="020B0503020204020204" charset="-122"/>
                <a:cs typeface="微软雅黑" panose="020B0503020204020204" charset="-122"/>
              </a:defRPr>
            </a:lvl1pPr>
          </a:lstStyle>
          <a:p>
            <a:fld id="{530820CF-B880-4189-942D-D702A7CBA730}" type="datetimeFigureOut">
              <a:rPr lang="zh-CN" altLang="en-US" smtClean="0"/>
            </a:fld>
            <a:endParaRPr lang="zh-CN" altLang="en-US"/>
          </a:p>
        </p:txBody>
      </p:sp>
      <p:sp>
        <p:nvSpPr>
          <p:cNvPr id="15" name="页脚占位符 4"/>
          <p:cNvSpPr>
            <a:spLocks noGrp="1"/>
          </p:cNvSpPr>
          <p:nvPr>
            <p:ph type="ftr" sz="quarter" idx="14"/>
            <p:custDataLst>
              <p:tags r:id="rId7"/>
            </p:custDataLst>
          </p:nvPr>
        </p:nvSpPr>
        <p:spPr/>
        <p:txBody>
          <a:bodyPr/>
          <a:lstStyle>
            <a:lvl1pPr>
              <a:defRPr>
                <a:latin typeface="微软雅黑" panose="020B0503020204020204" charset="-122"/>
                <a:ea typeface="微软雅黑" panose="020B0503020204020204" charset="-122"/>
                <a:cs typeface="微软雅黑" panose="020B0503020204020204" charset="-122"/>
              </a:defRPr>
            </a:lvl1pPr>
          </a:lstStyle>
          <a:p>
            <a:r>
              <a:rPr lang="zh-CN" altLang="en-US"/>
              <a:t>元宇宙的特征与属性</a:t>
            </a:r>
            <a:endParaRPr lang="zh-CN" altLang="en-US"/>
          </a:p>
        </p:txBody>
      </p:sp>
      <p:sp>
        <p:nvSpPr>
          <p:cNvPr id="16" name="灯片编号占位符 5"/>
          <p:cNvSpPr>
            <a:spLocks noGrp="1"/>
          </p:cNvSpPr>
          <p:nvPr>
            <p:ph type="sldNum" sz="quarter" idx="15"/>
            <p:custDataLst>
              <p:tags r:id="rId8"/>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ipe dir="r"/>
        <p:sndAc>
          <p:stSnd>
            <p:snd r:embed="rId9" name="hammer.wav"/>
          </p:stSnd>
        </p:sndAc>
      </p:transition>
    </mc:Choice>
    <mc:Fallback>
      <p:transition spd="slow">
        <p:wipe dir="r"/>
        <p:sndAc>
          <p:stSnd>
            <p:snd r:embed="rId9" name="hammer.wav"/>
          </p:stSnd>
        </p:sndAc>
      </p:transition>
    </mc:Fallback>
  </mc:AlternateContent>
  <p:hf sldNum="0"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2" y="443234"/>
            <a:ext cx="8139178" cy="441964"/>
          </a:xfrm>
        </p:spPr>
        <p:txBody>
          <a:bodyPr rtlCol="0">
            <a:noAutofit/>
          </a:bodyPr>
          <a:lstStyle>
            <a:lvl1pPr marL="0" marR="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idx="1"/>
            <p:custDataLst>
              <p:tags r:id="rId3"/>
            </p:custDataLst>
          </p:nvPr>
        </p:nvSpPr>
        <p:spPr>
          <a:xfrm>
            <a:off x="502412" y="952508"/>
            <a:ext cx="8139178" cy="5388907"/>
          </a:xfrm>
        </p:spPr>
        <p:txBody>
          <a:bodyPr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日期占位符 3"/>
          <p:cNvSpPr>
            <a:spLocks noGrp="1"/>
          </p:cNvSpPr>
          <p:nvPr>
            <p:ph type="dt" sz="half" idx="10"/>
            <p:custDataLst>
              <p:tags r:id="rId4"/>
            </p:custDataLst>
          </p:nvPr>
        </p:nvSpPr>
        <p:spPr/>
        <p:txBody>
          <a:bodyPr/>
          <a:lstStyle>
            <a:lvl1pPr>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r>
              <a:rPr lang="zh-CN" altLang="en-US"/>
              <a:t>元宇宙的特征与属性</a:t>
            </a:r>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ipe dir="r"/>
        <p:sndAc>
          <p:stSnd>
            <p:snd r:embed="rId7" name="hammer.wav"/>
          </p:stSnd>
        </p:sndAc>
      </p:transition>
    </mc:Choice>
    <mc:Fallback>
      <p:transition spd="slow">
        <p:wipe dir="r"/>
        <p:sndAc>
          <p:stSnd>
            <p:snd r:embed="rId7" name="hammer.wav"/>
          </p:stSnd>
        </p:sndAc>
      </p:transition>
    </mc:Fallback>
  </mc:AlternateContent>
  <p:hf sldNum="0"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cxnSp>
        <p:nvCxnSpPr>
          <p:cNvPr id="4" name="直接连接符 6"/>
          <p:cNvCxnSpPr/>
          <p:nvPr>
            <p:custDataLst>
              <p:tags r:id="rId2"/>
            </p:custDataLst>
          </p:nvPr>
        </p:nvCxnSpPr>
        <p:spPr>
          <a:xfrm flipH="1">
            <a:off x="3082529" y="3198813"/>
            <a:ext cx="6061472"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p:custDataLst>
              <p:tags r:id="rId3"/>
            </p:custDataLst>
          </p:nvPr>
        </p:nvSpPr>
        <p:spPr>
          <a:xfrm>
            <a:off x="3072833" y="2382361"/>
            <a:ext cx="5928293" cy="701731"/>
          </a:xfrm>
        </p:spPr>
        <p:txBody>
          <a:bodyPr anchor="b">
            <a:normAutofit/>
          </a:bodyPr>
          <a:lstStyle>
            <a:lvl1pPr>
              <a:defRPr sz="3300" b="0">
                <a:solidFill>
                  <a:schemeClr val="tx1">
                    <a:lumMod val="65000"/>
                    <a:lumOff val="35000"/>
                  </a:schemeClr>
                </a:solidFill>
              </a:defRPr>
            </a:lvl1pPr>
          </a:lstStyle>
          <a:p>
            <a:r>
              <a:rPr lang="zh-CN" altLang="en-US" noProof="1"/>
              <a:t>单击此处编辑母版标题样式</a:t>
            </a:r>
            <a:endParaRPr lang="zh-CN" altLang="en-US" noProof="1"/>
          </a:p>
        </p:txBody>
      </p:sp>
      <p:sp>
        <p:nvSpPr>
          <p:cNvPr id="3" name="文本占位符 2"/>
          <p:cNvSpPr>
            <a:spLocks noGrp="1"/>
          </p:cNvSpPr>
          <p:nvPr>
            <p:ph type="body" idx="1"/>
            <p:custDataLst>
              <p:tags r:id="rId4"/>
            </p:custDataLst>
          </p:nvPr>
        </p:nvSpPr>
        <p:spPr>
          <a:xfrm>
            <a:off x="3072833" y="3315284"/>
            <a:ext cx="5928293" cy="286232"/>
          </a:xfrm>
        </p:spPr>
        <p:txBody>
          <a:bodyPr>
            <a:normAutofit/>
          </a:bodyPr>
          <a:lstStyle>
            <a:lvl1pPr marL="0" indent="0">
              <a:buNone/>
              <a:defRPr sz="1050">
                <a:solidFill>
                  <a:schemeClr val="tx1">
                    <a:lumMod val="50000"/>
                    <a:lumOff val="50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noProof="1"/>
              <a:t>单击此处编辑母版文本样式</a:t>
            </a:r>
            <a:endParaRPr lang="zh-CN" altLang="en-US" noProof="1"/>
          </a:p>
        </p:txBody>
      </p:sp>
      <p:sp>
        <p:nvSpPr>
          <p:cNvPr id="5" name="日期占位符 3"/>
          <p:cNvSpPr>
            <a:spLocks noGrp="1"/>
          </p:cNvSpPr>
          <p:nvPr>
            <p:ph type="dt" sz="half" idx="10"/>
            <p:custDataLst>
              <p:tags r:id="rId5"/>
            </p:custDataLst>
          </p:nvPr>
        </p:nvSpPr>
        <p:spPr/>
        <p:txBody>
          <a:bodyPr/>
          <a:lstStyle>
            <a:lvl1pPr>
              <a:defRPr/>
            </a:lvl1pPr>
          </a:lstStyle>
          <a:p>
            <a:fld id="{530820CF-B880-4189-942D-D702A7CBA730}" type="datetimeFigureOut">
              <a:rPr lang="zh-CN" altLang="en-US" smtClean="0"/>
            </a:fld>
            <a:endParaRPr lang="zh-CN" altLang="en-US"/>
          </a:p>
        </p:txBody>
      </p:sp>
      <p:sp>
        <p:nvSpPr>
          <p:cNvPr id="6" name="页脚占位符 4"/>
          <p:cNvSpPr>
            <a:spLocks noGrp="1"/>
          </p:cNvSpPr>
          <p:nvPr>
            <p:ph type="ftr" sz="quarter" idx="11"/>
            <p:custDataLst>
              <p:tags r:id="rId6"/>
            </p:custDataLst>
          </p:nvPr>
        </p:nvSpPr>
        <p:spPr/>
        <p:txBody>
          <a:bodyPr/>
          <a:lstStyle>
            <a:lvl1pPr>
              <a:defRPr>
                <a:latin typeface="微软雅黑" panose="020B0503020204020204" charset="-122"/>
                <a:ea typeface="微软雅黑" panose="020B0503020204020204" charset="-122"/>
                <a:cs typeface="微软雅黑" panose="020B0503020204020204" charset="-122"/>
              </a:defRPr>
            </a:lvl1pPr>
          </a:lstStyle>
          <a:p>
            <a:r>
              <a:rPr lang="zh-CN" altLang="en-US"/>
              <a:t>元宇宙的特征与属性</a:t>
            </a:r>
            <a:endParaRPr lang="zh-CN" altLang="en-US"/>
          </a:p>
        </p:txBody>
      </p:sp>
      <p:sp>
        <p:nvSpPr>
          <p:cNvPr id="7" name="灯片编号占位符 5"/>
          <p:cNvSpPr>
            <a:spLocks noGrp="1"/>
          </p:cNvSpPr>
          <p:nvPr>
            <p:ph type="sldNum" sz="quarter" idx="12"/>
            <p:custDataLst>
              <p:tags r:id="rId7"/>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ipe dir="r"/>
        <p:sndAc>
          <p:stSnd>
            <p:snd r:embed="rId8" name="hammer.wav"/>
          </p:stSnd>
        </p:sndAc>
      </p:transition>
    </mc:Choice>
    <mc:Fallback>
      <p:transition spd="slow">
        <p:wipe dir="r"/>
        <p:sndAc>
          <p:stSnd>
            <p:snd r:embed="rId8" name="hammer.wav"/>
          </p:stSnd>
        </p:sndAc>
      </p:transition>
    </mc:Fallback>
  </mc:AlternateContent>
  <p:hf sldNum="0"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2" y="443234"/>
            <a:ext cx="8139178" cy="441964"/>
          </a:xfrm>
        </p:spPr>
        <p:txBody>
          <a:bodyPr rtlCol="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sz="half" idx="1"/>
            <p:custDataLst>
              <p:tags r:id="rId3"/>
            </p:custDataLst>
          </p:nvPr>
        </p:nvSpPr>
        <p:spPr>
          <a:xfrm>
            <a:off x="502448" y="952508"/>
            <a:ext cx="3962432" cy="5388907"/>
          </a:xfrm>
        </p:spPr>
        <p:txBody>
          <a:bodyPr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t>单击此处</a:t>
            </a:r>
            <a:r>
              <a:rPr lang="zh-CN" altLang="en-US" noProof="1">
                <a:sym typeface="+mn-ea"/>
              </a:rPr>
              <a:t>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内容占位符 3"/>
          <p:cNvSpPr>
            <a:spLocks noGrp="1"/>
          </p:cNvSpPr>
          <p:nvPr>
            <p:ph sz="half" idx="2"/>
            <p:custDataLst>
              <p:tags r:id="rId4"/>
            </p:custDataLst>
          </p:nvPr>
        </p:nvSpPr>
        <p:spPr>
          <a:xfrm>
            <a:off x="4679158" y="952508"/>
            <a:ext cx="3962432" cy="5388907"/>
          </a:xfrm>
        </p:spPr>
        <p:txBody>
          <a:bodyPr>
            <a:noAutofit/>
          </a:bodyPr>
          <a:lstStyle>
            <a:lvl1pPr>
              <a:defRPr sz="1200">
                <a:latin typeface="微软雅黑" panose="020B0503020204020204" charset="-122"/>
                <a:ea typeface="微软雅黑" panose="020B0503020204020204" charset="-122"/>
              </a:defRPr>
            </a:lvl1pPr>
            <a:lvl2pPr>
              <a:defRPr sz="1200">
                <a:latin typeface="微软雅黑" panose="020B0503020204020204" charset="-122"/>
                <a:ea typeface="微软雅黑" panose="020B0503020204020204" charset="-122"/>
              </a:defRPr>
            </a:lvl2pPr>
            <a:lvl3pPr>
              <a:defRPr sz="1200">
                <a:latin typeface="微软雅黑" panose="020B0503020204020204" charset="-122"/>
                <a:ea typeface="微软雅黑" panose="020B0503020204020204" charset="-122"/>
              </a:defRPr>
            </a:lvl3pPr>
            <a:lvl4pPr>
              <a:defRPr sz="1200">
                <a:latin typeface="微软雅黑" panose="020B0503020204020204" charset="-122"/>
                <a:ea typeface="微软雅黑" panose="020B0503020204020204" charset="-122"/>
              </a:defRPr>
            </a:lvl4pPr>
            <a:lvl5pPr>
              <a:defRPr sz="1200">
                <a:latin typeface="微软雅黑" panose="020B0503020204020204" charset="-122"/>
                <a:ea typeface="微软雅黑" panose="020B0503020204020204"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3"/>
          <p:cNvSpPr>
            <a:spLocks noGrp="1"/>
          </p:cNvSpPr>
          <p:nvPr>
            <p:ph type="dt" sz="half" idx="10"/>
            <p:custDataLst>
              <p:tags r:id="rId5"/>
            </p:custDataLst>
          </p:nvPr>
        </p:nvSpPr>
        <p:spPr/>
        <p:txBody>
          <a:bodyPr/>
          <a:lstStyle>
            <a:lvl1pPr>
              <a:defRPr/>
            </a:lvl1pPr>
          </a:lstStyle>
          <a:p>
            <a:fld id="{530820CF-B880-4189-942D-D702A7CBA730}" type="datetimeFigureOut">
              <a:rPr lang="zh-CN" altLang="en-US" smtClean="0"/>
            </a:fld>
            <a:endParaRPr lang="zh-CN" altLang="en-US"/>
          </a:p>
        </p:txBody>
      </p:sp>
      <p:sp>
        <p:nvSpPr>
          <p:cNvPr id="6" name="页脚占位符 4"/>
          <p:cNvSpPr>
            <a:spLocks noGrp="1"/>
          </p:cNvSpPr>
          <p:nvPr>
            <p:ph type="ftr" sz="quarter" idx="11"/>
            <p:custDataLst>
              <p:tags r:id="rId6"/>
            </p:custDataLst>
          </p:nvPr>
        </p:nvSpPr>
        <p:spPr/>
        <p:txBody>
          <a:bodyPr/>
          <a:lstStyle>
            <a:lvl1pPr>
              <a:defRPr/>
            </a:lvl1pPr>
          </a:lstStyle>
          <a:p>
            <a:r>
              <a:rPr lang="zh-CN" altLang="en-US"/>
              <a:t>元宇宙的特征与属性</a:t>
            </a:r>
            <a:endParaRPr lang="zh-CN" altLang="en-US"/>
          </a:p>
        </p:txBody>
      </p:sp>
      <p:sp>
        <p:nvSpPr>
          <p:cNvPr id="7" name="灯片编号占位符 5"/>
          <p:cNvSpPr>
            <a:spLocks noGrp="1"/>
          </p:cNvSpPr>
          <p:nvPr>
            <p:ph type="sldNum" sz="quarter" idx="12"/>
            <p:custDataLst>
              <p:tags r:id="rId7"/>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ipe dir="r"/>
        <p:sndAc>
          <p:stSnd>
            <p:snd r:embed="rId8" name="hammer.wav"/>
          </p:stSnd>
        </p:sndAc>
      </p:transition>
    </mc:Choice>
    <mc:Fallback>
      <p:transition spd="slow">
        <p:wipe dir="r"/>
        <p:sndAc>
          <p:stSnd>
            <p:snd r:embed="rId8" name="hammer.wav"/>
          </p:stSnd>
        </p:sndAc>
      </p:transition>
    </mc:Fallback>
  </mc:AlternateContent>
  <p:hf sldNum="0"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12" y="443234"/>
            <a:ext cx="8139178" cy="441964"/>
          </a:xfrm>
        </p:spPr>
        <p:txBody>
          <a:bodyPr rtlCol="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文本占位符 2"/>
          <p:cNvSpPr>
            <a:spLocks noGrp="1"/>
          </p:cNvSpPr>
          <p:nvPr>
            <p:ph type="body" idx="1"/>
            <p:custDataLst>
              <p:tags r:id="rId3"/>
            </p:custDataLst>
          </p:nvPr>
        </p:nvSpPr>
        <p:spPr>
          <a:xfrm>
            <a:off x="502448" y="952508"/>
            <a:ext cx="3962432" cy="381003"/>
          </a:xfrm>
        </p:spPr>
        <p:txBody>
          <a:bodyPr tIns="38100" rIns="76200" bIns="38100">
            <a:noAutofit/>
          </a:bodyPr>
          <a:lstStyle>
            <a:lvl1pPr marL="0" indent="0" eaLnBrk="1" fontAlgn="auto" latinLnBrk="0" hangingPunct="1">
              <a:lnSpc>
                <a:spcPct val="100000"/>
              </a:lnSpc>
              <a:spcAft>
                <a:spcPts val="0"/>
              </a:spcAft>
              <a:buNone/>
              <a:defRPr sz="1500" b="0" u="none" strike="noStrike" kern="1200" cap="none" spc="200" normalizeH="0" baseline="0">
                <a:solidFill>
                  <a:schemeClr val="tx1"/>
                </a:solidFill>
                <a:uFillTx/>
                <a:latin typeface="微软雅黑" panose="020B0503020204020204" charset="-122"/>
                <a:ea typeface="微软雅黑" panose="020B0503020204020204" charset="-122"/>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endParaRPr lang="zh-CN" altLang="en-US" noProof="1"/>
          </a:p>
        </p:txBody>
      </p:sp>
      <p:sp>
        <p:nvSpPr>
          <p:cNvPr id="4" name="内容占位符 3"/>
          <p:cNvSpPr>
            <a:spLocks noGrp="1"/>
          </p:cNvSpPr>
          <p:nvPr>
            <p:ph sz="half" idx="2"/>
            <p:custDataLst>
              <p:tags r:id="rId4"/>
            </p:custDataLst>
          </p:nvPr>
        </p:nvSpPr>
        <p:spPr>
          <a:xfrm>
            <a:off x="502444" y="1406525"/>
            <a:ext cx="3962400" cy="4934752"/>
          </a:xfrm>
        </p:spPr>
        <p:txBody>
          <a:bodyPr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t>单击此处</a:t>
            </a:r>
            <a:r>
              <a:rPr lang="zh-CN" altLang="en-US" noProof="1">
                <a:sym typeface="+mn-ea"/>
              </a:rPr>
              <a:t>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5" name="文本占位符 4"/>
          <p:cNvSpPr>
            <a:spLocks noGrp="1"/>
          </p:cNvSpPr>
          <p:nvPr>
            <p:ph type="body" sz="quarter" idx="3"/>
            <p:custDataLst>
              <p:tags r:id="rId5"/>
            </p:custDataLst>
          </p:nvPr>
        </p:nvSpPr>
        <p:spPr>
          <a:xfrm>
            <a:off x="4676813" y="952508"/>
            <a:ext cx="3962432" cy="381003"/>
          </a:xfrm>
        </p:spPr>
        <p:txBody>
          <a:bodyPr tIns="38100" rIns="76200" bIns="38100" rtlCol="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1500" b="0"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a:t>
            </a:r>
            <a:r>
              <a:rPr lang="zh-CN" altLang="en-US" noProof="1">
                <a:sym typeface="+mn-ea"/>
              </a:rPr>
              <a:t>编辑母版文本样式</a:t>
            </a:r>
            <a:endParaRPr lang="zh-CN" altLang="en-US" noProof="1">
              <a:sym typeface="+mn-ea"/>
            </a:endParaRPr>
          </a:p>
        </p:txBody>
      </p:sp>
      <p:sp>
        <p:nvSpPr>
          <p:cNvPr id="6" name="内容占位符 5"/>
          <p:cNvSpPr>
            <a:spLocks noGrp="1"/>
          </p:cNvSpPr>
          <p:nvPr>
            <p:ph sz="quarter" idx="4"/>
            <p:custDataLst>
              <p:tags r:id="rId6"/>
            </p:custDataLst>
          </p:nvPr>
        </p:nvSpPr>
        <p:spPr>
          <a:xfrm>
            <a:off x="4676813" y="1406525"/>
            <a:ext cx="3962432" cy="4934752"/>
          </a:xfrm>
        </p:spPr>
        <p:txBody>
          <a:bodyPr rtlCol="0">
            <a:no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5pPr>
          </a:lstStyle>
          <a:p>
            <a:pPr lvl="0"/>
            <a:r>
              <a:rPr lang="zh-CN" altLang="en-US" noProof="1"/>
              <a:t>单击此处</a:t>
            </a:r>
            <a:r>
              <a:rPr lang="zh-CN" altLang="en-US" noProof="1">
                <a:sym typeface="+mn-ea"/>
              </a:rPr>
              <a:t>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7" name="日期占位符 3"/>
          <p:cNvSpPr>
            <a:spLocks noGrp="1"/>
          </p:cNvSpPr>
          <p:nvPr>
            <p:ph type="dt" sz="half" idx="10"/>
            <p:custDataLst>
              <p:tags r:id="rId7"/>
            </p:custDataLst>
          </p:nvPr>
        </p:nvSpPr>
        <p:spPr/>
        <p:txBody>
          <a:bodyPr/>
          <a:lstStyle>
            <a:lvl1pPr>
              <a:defRPr/>
            </a:lvl1pPr>
          </a:lstStyle>
          <a:p>
            <a:fld id="{530820CF-B880-4189-942D-D702A7CBA730}" type="datetimeFigureOut">
              <a:rPr lang="zh-CN" altLang="en-US" smtClean="0"/>
            </a:fld>
            <a:endParaRPr lang="zh-CN" altLang="en-US"/>
          </a:p>
        </p:txBody>
      </p:sp>
      <p:sp>
        <p:nvSpPr>
          <p:cNvPr id="8" name="页脚占位符 4"/>
          <p:cNvSpPr>
            <a:spLocks noGrp="1"/>
          </p:cNvSpPr>
          <p:nvPr>
            <p:ph type="ftr" sz="quarter" idx="11"/>
            <p:custDataLst>
              <p:tags r:id="rId8"/>
            </p:custDataLst>
          </p:nvPr>
        </p:nvSpPr>
        <p:spPr/>
        <p:txBody>
          <a:bodyPr/>
          <a:lstStyle>
            <a:lvl1pPr>
              <a:defRPr/>
            </a:lvl1pPr>
          </a:lstStyle>
          <a:p>
            <a:r>
              <a:rPr lang="zh-CN" altLang="en-US"/>
              <a:t>元宇宙的特征与属性</a:t>
            </a:r>
            <a:endParaRPr lang="zh-CN" altLang="en-US"/>
          </a:p>
        </p:txBody>
      </p:sp>
      <p:sp>
        <p:nvSpPr>
          <p:cNvPr id="9" name="灯片编号占位符 5"/>
          <p:cNvSpPr>
            <a:spLocks noGrp="1"/>
          </p:cNvSpPr>
          <p:nvPr>
            <p:ph type="sldNum" sz="quarter" idx="12"/>
            <p:custDataLst>
              <p:tags r:id="rId9"/>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ipe dir="r"/>
        <p:sndAc>
          <p:stSnd>
            <p:snd r:embed="rId10" name="hammer.wav"/>
          </p:stSnd>
        </p:sndAc>
      </p:transition>
    </mc:Choice>
    <mc:Fallback>
      <p:transition spd="slow">
        <p:wipe dir="r"/>
        <p:sndAc>
          <p:stSnd>
            <p:snd r:embed="rId10" name="hammer.wav"/>
          </p:stSnd>
        </p:sndAc>
      </p:transition>
    </mc:Fallback>
  </mc:AlternateContent>
  <p:hf sldNum="0"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日期占位符 3"/>
          <p:cNvSpPr>
            <a:spLocks noGrp="1"/>
          </p:cNvSpPr>
          <p:nvPr>
            <p:ph type="dt" sz="half" idx="10"/>
            <p:custDataLst>
              <p:tags r:id="rId2"/>
            </p:custDataLst>
          </p:nvPr>
        </p:nvSpPr>
        <p:spPr/>
        <p:txBody>
          <a:bodyPr/>
          <a:lstStyle>
            <a:lvl1pPr>
              <a:defRPr/>
            </a:lvl1pPr>
          </a:lstStyle>
          <a:p>
            <a:pPr>
              <a:defRPr/>
            </a:pPr>
            <a:endParaRPr lang="zh-CN" altLang="en-US"/>
          </a:p>
        </p:txBody>
      </p:sp>
      <p:sp>
        <p:nvSpPr>
          <p:cNvPr id="4" name="页脚占位符 4"/>
          <p:cNvSpPr>
            <a:spLocks noGrp="1"/>
          </p:cNvSpPr>
          <p:nvPr>
            <p:ph type="ftr" sz="quarter" idx="11"/>
            <p:custDataLst>
              <p:tags r:id="rId3"/>
            </p:custDataLst>
          </p:nvPr>
        </p:nvSpPr>
        <p:spPr/>
        <p:txBody>
          <a:bodyPr/>
          <a:lstStyle>
            <a:lvl1pPr>
              <a:defRPr/>
            </a:lvl1pPr>
          </a:lstStyle>
          <a:p>
            <a:pPr>
              <a:defRPr/>
            </a:pPr>
            <a:r>
              <a:rPr lang="zh-CN" altLang="en-US"/>
              <a:t>元宇宙的特征与属性</a:t>
            </a:r>
            <a:endParaRPr lang="zh-CN" altLang="en-US"/>
          </a:p>
        </p:txBody>
      </p:sp>
      <p:sp>
        <p:nvSpPr>
          <p:cNvPr id="5" name="灯片编号占位符 5"/>
          <p:cNvSpPr>
            <a:spLocks noGrp="1"/>
          </p:cNvSpPr>
          <p:nvPr>
            <p:ph type="sldNum" sz="quarter" idx="12"/>
            <p:custDataLst>
              <p:tags r:id="rId4"/>
            </p:custDataLst>
          </p:nvPr>
        </p:nvSpPr>
        <p:spPr/>
        <p:txBody>
          <a:bodyPr/>
          <a:lstStyle>
            <a:lvl1pPr>
              <a:defRPr/>
            </a:lvl1pPr>
          </a:lstStyle>
          <a:p>
            <a:pPr>
              <a:defRPr/>
            </a:pPr>
            <a:fld id="{EFBAA113-0A0D-4826-9E23-1280D9003A42}" type="slidenum">
              <a:rPr lang="zh-CN" altLang="en-US"/>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000">
        <p:wipe dir="r"/>
        <p:sndAc>
          <p:stSnd>
            <p:snd r:embed="rId5" name="hammer.wav"/>
          </p:stSnd>
        </p:sndAc>
      </p:transition>
    </mc:Choice>
    <mc:Fallback>
      <p:transition spd="slow">
        <p:wipe dir="r"/>
        <p:sndAc>
          <p:stSnd>
            <p:snd r:embed="rId5" name="hammer.wav"/>
          </p:stSnd>
        </p:sndAc>
      </p:transition>
    </mc:Fallback>
  </mc:AlternateContent>
  <p:hf sldNum="0"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custDataLst>
              <p:tags r:id="rId2"/>
            </p:custDataLst>
          </p:nvPr>
        </p:nvSpPr>
        <p:spPr/>
        <p:txBody>
          <a:bodyPr/>
          <a:lstStyle>
            <a:lvl1pPr>
              <a:defRPr/>
            </a:lvl1pPr>
          </a:lstStyle>
          <a:p>
            <a:fld id="{530820CF-B880-4189-942D-D702A7CBA730}" type="datetimeFigureOut">
              <a:rPr lang="zh-CN" altLang="en-US" smtClean="0"/>
            </a:fld>
            <a:endParaRPr lang="zh-CN" altLang="en-US"/>
          </a:p>
        </p:txBody>
      </p:sp>
      <p:sp>
        <p:nvSpPr>
          <p:cNvPr id="3" name="页脚占位符 4"/>
          <p:cNvSpPr>
            <a:spLocks noGrp="1"/>
          </p:cNvSpPr>
          <p:nvPr>
            <p:ph type="ftr" sz="quarter" idx="11"/>
            <p:custDataLst>
              <p:tags r:id="rId3"/>
            </p:custDataLst>
          </p:nvPr>
        </p:nvSpPr>
        <p:spPr/>
        <p:txBody>
          <a:bodyPr/>
          <a:lstStyle>
            <a:lvl1pPr>
              <a:defRPr/>
            </a:lvl1pPr>
          </a:lstStyle>
          <a:p>
            <a:r>
              <a:rPr lang="zh-CN" altLang="en-US"/>
              <a:t>元宇宙的特征与属性</a:t>
            </a:r>
            <a:endParaRPr lang="zh-CN" altLang="en-US"/>
          </a:p>
        </p:txBody>
      </p:sp>
      <p:sp>
        <p:nvSpPr>
          <p:cNvPr id="4" name="灯片编号占位符 5"/>
          <p:cNvSpPr>
            <a:spLocks noGrp="1"/>
          </p:cNvSpPr>
          <p:nvPr>
            <p:ph type="sldNum" sz="quarter" idx="12"/>
            <p:custDataLst>
              <p:tags r:id="rId4"/>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ipe dir="r"/>
        <p:sndAc>
          <p:stSnd>
            <p:snd r:embed="rId5" name="hammer.wav"/>
          </p:stSnd>
        </p:sndAc>
      </p:transition>
    </mc:Choice>
    <mc:Fallback>
      <p:transition spd="slow">
        <p:wipe dir="r"/>
        <p:sndAc>
          <p:stSnd>
            <p:snd r:embed="rId5" name="hammer.wav"/>
          </p:stSnd>
        </p:sndAc>
      </p:transition>
    </mc:Fallback>
  </mc:AlternateContent>
  <p:hf sldNum="0"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502448" y="443234"/>
            <a:ext cx="8139178" cy="441964"/>
          </a:xfrm>
        </p:spPr>
        <p:txBody>
          <a:bodyPr rtlCol="0">
            <a:noAutofit/>
          </a:bodyPr>
          <a:lstStyle>
            <a:lvl1pPr marL="0" marR="0" lvl="0" algn="l" defTabSz="914400" rtl="0" eaLnBrk="1" fontAlgn="auto" latinLnBrk="0" hangingPunct="1">
              <a:lnSpc>
                <a:spcPct val="100000"/>
              </a:lnSpc>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图片占位符 2"/>
          <p:cNvSpPr>
            <a:spLocks noGrp="1"/>
          </p:cNvSpPr>
          <p:nvPr>
            <p:ph type="pic" idx="1"/>
            <p:custDataLst>
              <p:tags r:id="rId3"/>
            </p:custDataLst>
          </p:nvPr>
        </p:nvSpPr>
        <p:spPr>
          <a:xfrm>
            <a:off x="502448" y="952508"/>
            <a:ext cx="3962432" cy="5388907"/>
          </a:xfrm>
        </p:spPr>
        <p:txBody>
          <a:bodyPr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514350" marR="0" lvl="1" indent="-17145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200" b="0" i="0" u="none" strike="noStrike" kern="1200" cap="none" spc="150" normalizeH="0" baseline="0" noProof="1" dirty="0">
                <a:solidFill>
                  <a:schemeClr val="tx1"/>
                </a:solidFill>
                <a:uFillTx/>
                <a:latin typeface="+mn-lt"/>
                <a:ea typeface="+mn-ea"/>
                <a:cs typeface="+mn-cs"/>
                <a:sym typeface="+mn-ea"/>
              </a:defRPr>
            </a:lvl2pPr>
            <a:lvl3pPr marL="857250" marR="0" lvl="2"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3pPr>
            <a:lvl4pPr marL="1200150" marR="0" lvl="3"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4pPr>
            <a:lvl5pPr marL="1543050" marR="0" lvl="4"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mn-lt"/>
                <a:ea typeface="+mn-ea"/>
                <a:cs typeface="+mn-cs"/>
                <a:sym typeface="+mn-ea"/>
              </a:defRPr>
            </a:lvl5pPr>
          </a:lstStyle>
          <a:p>
            <a:pPr lvl="0"/>
            <a:r>
              <a:rPr lang="zh-CN" altLang="en-US" noProof="1">
                <a:sym typeface="+mn-ea"/>
              </a:rPr>
              <a:t>单击图标添加图片</a:t>
            </a:r>
            <a:endParaRPr lang="zh-CN" altLang="en-US" noProof="1">
              <a:sym typeface="+mn-ea"/>
            </a:endParaRPr>
          </a:p>
        </p:txBody>
      </p:sp>
      <p:sp>
        <p:nvSpPr>
          <p:cNvPr id="4" name="文本占位符 3"/>
          <p:cNvSpPr>
            <a:spLocks noGrp="1"/>
          </p:cNvSpPr>
          <p:nvPr>
            <p:ph type="body" sz="half" idx="2"/>
            <p:custDataLst>
              <p:tags r:id="rId4"/>
            </p:custDataLst>
          </p:nvPr>
        </p:nvSpPr>
        <p:spPr>
          <a:xfrm>
            <a:off x="4679194" y="952508"/>
            <a:ext cx="3962432" cy="5388907"/>
          </a:xfrm>
        </p:spPr>
        <p:txBody>
          <a:bodyPr rtlCol="0">
            <a:normAutofit/>
          </a:bodyPr>
          <a:lstStyle>
            <a:lvl1pPr marL="171450" marR="0" lvl="0" indent="-17145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2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t>单击此处</a:t>
            </a:r>
            <a:r>
              <a:rPr lang="zh-CN" altLang="en-US" noProof="1">
                <a:sym typeface="+mn-ea"/>
              </a:rPr>
              <a:t>编辑母版文本样式</a:t>
            </a:r>
            <a:endParaRPr lang="zh-CN" altLang="en-US" noProof="1">
              <a:sym typeface="+mn-ea"/>
            </a:endParaRPr>
          </a:p>
        </p:txBody>
      </p:sp>
      <p:sp>
        <p:nvSpPr>
          <p:cNvPr id="5" name="日期占位符 3"/>
          <p:cNvSpPr>
            <a:spLocks noGrp="1"/>
          </p:cNvSpPr>
          <p:nvPr>
            <p:ph type="dt" sz="half" idx="10"/>
            <p:custDataLst>
              <p:tags r:id="rId5"/>
            </p:custDataLst>
          </p:nvPr>
        </p:nvSpPr>
        <p:spPr/>
        <p:txBody>
          <a:bodyPr/>
          <a:lstStyle>
            <a:lvl1pPr>
              <a:defRPr/>
            </a:lvl1pPr>
          </a:lstStyle>
          <a:p>
            <a:fld id="{530820CF-B880-4189-942D-D702A7CBA730}" type="datetimeFigureOut">
              <a:rPr lang="zh-CN" altLang="en-US" smtClean="0"/>
            </a:fld>
            <a:endParaRPr lang="zh-CN" altLang="en-US"/>
          </a:p>
        </p:txBody>
      </p:sp>
      <p:sp>
        <p:nvSpPr>
          <p:cNvPr id="6" name="页脚占位符 4"/>
          <p:cNvSpPr>
            <a:spLocks noGrp="1"/>
          </p:cNvSpPr>
          <p:nvPr>
            <p:ph type="ftr" sz="quarter" idx="11"/>
            <p:custDataLst>
              <p:tags r:id="rId6"/>
            </p:custDataLst>
          </p:nvPr>
        </p:nvSpPr>
        <p:spPr/>
        <p:txBody>
          <a:bodyPr/>
          <a:lstStyle>
            <a:lvl1pPr>
              <a:defRPr/>
            </a:lvl1pPr>
          </a:lstStyle>
          <a:p>
            <a:r>
              <a:rPr lang="zh-CN" altLang="en-US"/>
              <a:t>元宇宙的特征与属性</a:t>
            </a:r>
            <a:endParaRPr lang="zh-CN" altLang="en-US"/>
          </a:p>
        </p:txBody>
      </p:sp>
      <p:sp>
        <p:nvSpPr>
          <p:cNvPr id="7" name="灯片编号占位符 5"/>
          <p:cNvSpPr>
            <a:spLocks noGrp="1"/>
          </p:cNvSpPr>
          <p:nvPr>
            <p:ph type="sldNum" sz="quarter" idx="12"/>
            <p:custDataLst>
              <p:tags r:id="rId7"/>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ipe dir="r"/>
        <p:sndAc>
          <p:stSnd>
            <p:snd r:embed="rId8" name="hammer.wav"/>
          </p:stSnd>
        </p:sndAc>
      </p:transition>
    </mc:Choice>
    <mc:Fallback>
      <p:transition spd="slow">
        <p:wipe dir="r"/>
        <p:sndAc>
          <p:stSnd>
            <p:snd r:embed="rId8" name="hammer.wav"/>
          </p:stSnd>
        </p:sndAc>
      </p:transition>
    </mc:Fallback>
  </mc:AlternateContent>
  <p:hf sldNum="0"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7928351" y="952508"/>
            <a:ext cx="713238" cy="5388907"/>
          </a:xfrm>
        </p:spPr>
        <p:txBody>
          <a:bodyPr vert="eaVert" rtlCol="0" anchor="ctr">
            <a:noAutofit/>
          </a:bodyPr>
          <a:lstStyle>
            <a:lvl1pPr marL="0" marR="0" lvl="0" algn="l" defTabSz="914400" rtl="0" eaLnBrk="1" fontAlgn="auto" latinLnBrk="0" hangingPunct="1">
              <a:lnSpc>
                <a:spcPct val="100000"/>
              </a:lnSpc>
              <a:spcAft>
                <a:spcPts val="0"/>
              </a:spcAft>
              <a:buNone/>
              <a:defRPr kumimoji="0" lang="zh-CN" altLang="en-US" sz="18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单击此处编辑母版标题样式</a:t>
            </a:r>
            <a:endParaRPr noProof="1">
              <a:sym typeface="+mn-ea"/>
            </a:endParaRPr>
          </a:p>
        </p:txBody>
      </p:sp>
      <p:sp>
        <p:nvSpPr>
          <p:cNvPr id="3" name="竖排文字占位符 2"/>
          <p:cNvSpPr>
            <a:spLocks noGrp="1"/>
          </p:cNvSpPr>
          <p:nvPr>
            <p:ph type="body" orient="vert" idx="1"/>
            <p:custDataLst>
              <p:tags r:id="rId3"/>
            </p:custDataLst>
          </p:nvPr>
        </p:nvSpPr>
        <p:spPr>
          <a:xfrm>
            <a:off x="502444" y="952500"/>
            <a:ext cx="7371076" cy="5388907"/>
          </a:xfrm>
        </p:spPr>
        <p:txBody>
          <a:bodyPr vert="eaVert"/>
          <a:lstStyle>
            <a:lvl1pPr indent="0" eaLnBrk="1" fontAlgn="auto" latinLnBrk="0" hangingPunct="1">
              <a:defRPr>
                <a:latin typeface="微软雅黑" panose="020B0503020204020204" charset="-122"/>
                <a:ea typeface="微软雅黑" panose="020B0503020204020204" charset="-122"/>
              </a:defRPr>
            </a:lvl1pPr>
            <a:lvl2pPr indent="0" eaLnBrk="1" fontAlgn="auto" latinLnBrk="0" hangingPunct="1">
              <a:defRPr>
                <a:latin typeface="微软雅黑" panose="020B0503020204020204" charset="-122"/>
                <a:ea typeface="微软雅黑" panose="020B0503020204020204" charset="-122"/>
              </a:defRPr>
            </a:lvl2pPr>
            <a:lvl3pPr indent="0" eaLnBrk="1" fontAlgn="auto" latinLnBrk="0" hangingPunct="1">
              <a:defRPr>
                <a:latin typeface="微软雅黑" panose="020B0503020204020204" charset="-122"/>
                <a:ea typeface="微软雅黑" panose="020B0503020204020204" charset="-122"/>
              </a:defRPr>
            </a:lvl3pPr>
            <a:lvl4pPr indent="0" eaLnBrk="1" fontAlgn="auto" latinLnBrk="0" hangingPunct="1">
              <a:defRPr>
                <a:latin typeface="微软雅黑" panose="020B0503020204020204" charset="-122"/>
                <a:ea typeface="微软雅黑" panose="020B0503020204020204" charset="-122"/>
              </a:defRPr>
            </a:lvl4pPr>
            <a:lvl5pPr indent="0" eaLnBrk="1" fontAlgn="auto" latinLnBrk="0" hangingPunct="1">
              <a:defRPr>
                <a:latin typeface="微软雅黑" panose="020B0503020204020204" charset="-122"/>
                <a:ea typeface="微软雅黑" panose="020B0503020204020204"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custDataLst>
              <p:tags r:id="rId4"/>
            </p:custDataLst>
          </p:nvPr>
        </p:nvSpPr>
        <p:spPr/>
        <p:txBody>
          <a:bodyPr/>
          <a:lstStyle>
            <a:lvl1pPr>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r>
              <a:rPr lang="zh-CN" altLang="en-US"/>
              <a:t>元宇宙的特征与属性</a:t>
            </a:r>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ipe dir="r"/>
        <p:sndAc>
          <p:stSnd>
            <p:snd r:embed="rId7" name="hammer.wav"/>
          </p:stSnd>
        </p:sndAc>
      </p:transition>
    </mc:Choice>
    <mc:Fallback>
      <p:transition spd="slow">
        <p:wipe dir="r"/>
        <p:sndAc>
          <p:stSnd>
            <p:snd r:embed="rId7" name="hammer.wav"/>
          </p:stSnd>
        </p:sndAc>
      </p:transition>
    </mc:Fallback>
  </mc:AlternateContent>
  <p:hf sldNum="0"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custDataLst>
              <p:tags r:id="rId2"/>
            </p:custDataLst>
          </p:nvPr>
        </p:nvSpPr>
        <p:spPr>
          <a:xfrm>
            <a:off x="502448" y="952508"/>
            <a:ext cx="8139178" cy="5388907"/>
          </a:xfrm>
        </p:spPr>
        <p:txBody>
          <a:bodyPr/>
          <a:lstStyle>
            <a:lvl1pPr>
              <a:defRPr/>
            </a:lvl1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日期占位符 3"/>
          <p:cNvSpPr>
            <a:spLocks noGrp="1"/>
          </p:cNvSpPr>
          <p:nvPr>
            <p:ph type="dt" sz="half" idx="14"/>
            <p:custDataLst>
              <p:tags r:id="rId3"/>
            </p:custDataLst>
          </p:nvPr>
        </p:nvSpPr>
        <p:spPr/>
        <p:txBody>
          <a:bodyPr/>
          <a:lstStyle>
            <a:lvl1pPr>
              <a:defRPr/>
            </a:lvl1pPr>
          </a:lstStyle>
          <a:p>
            <a:pPr>
              <a:defRPr/>
            </a:pPr>
            <a:endParaRPr lang="zh-CN" altLang="en-US"/>
          </a:p>
        </p:txBody>
      </p:sp>
      <p:sp>
        <p:nvSpPr>
          <p:cNvPr id="4" name="页脚占位符 4"/>
          <p:cNvSpPr>
            <a:spLocks noGrp="1"/>
          </p:cNvSpPr>
          <p:nvPr>
            <p:ph type="ftr" sz="quarter" idx="15"/>
            <p:custDataLst>
              <p:tags r:id="rId4"/>
            </p:custDataLst>
          </p:nvPr>
        </p:nvSpPr>
        <p:spPr/>
        <p:txBody>
          <a:bodyPr/>
          <a:lstStyle>
            <a:lvl1pPr>
              <a:defRPr/>
            </a:lvl1pPr>
          </a:lstStyle>
          <a:p>
            <a:pPr>
              <a:defRPr/>
            </a:pPr>
            <a:r>
              <a:rPr lang="zh-CN" altLang="en-US"/>
              <a:t>元宇宙的特征与属性</a:t>
            </a:r>
            <a:endParaRPr lang="zh-CN" altLang="en-US"/>
          </a:p>
        </p:txBody>
      </p:sp>
      <p:sp>
        <p:nvSpPr>
          <p:cNvPr id="5" name="灯片编号占位符 5"/>
          <p:cNvSpPr>
            <a:spLocks noGrp="1"/>
          </p:cNvSpPr>
          <p:nvPr>
            <p:ph type="sldNum" sz="quarter" idx="16"/>
            <p:custDataLst>
              <p:tags r:id="rId5"/>
            </p:custDataLst>
          </p:nvPr>
        </p:nvSpPr>
        <p:spPr/>
        <p:txBody>
          <a:bodyPr/>
          <a:lstStyle>
            <a:lvl1pPr>
              <a:defRPr/>
            </a:lvl1pPr>
          </a:lstStyle>
          <a:p>
            <a:pPr>
              <a:defRPr/>
            </a:pPr>
            <a:fld id="{80C8545C-41A2-4515-8542-2CF25804E6BB}" type="slidenum">
              <a:rPr lang="zh-CN" altLang="en-US"/>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000">
        <p:wipe dir="r"/>
        <p:sndAc>
          <p:stSnd>
            <p:snd r:embed="rId6" name="hammer.wav"/>
          </p:stSnd>
        </p:sndAc>
      </p:transition>
    </mc:Choice>
    <mc:Fallback>
      <p:transition spd="slow">
        <p:wipe dir="r"/>
        <p:sndAc>
          <p:stSnd>
            <p:snd r:embed="rId6" name="hammer.wav"/>
          </p:stSnd>
        </p:sndAc>
      </p:transition>
    </mc:Fallback>
  </mc:AlternateContent>
  <p:hf sldNum="0"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727381" y="2738120"/>
            <a:ext cx="4066200" cy="1090800"/>
          </a:xfrm>
        </p:spPr>
        <p:txBody>
          <a:bodyPr rIns="25400" rtlCol="0" anchor="ctr">
            <a:noAutofit/>
          </a:bodyPr>
          <a:lstStyle>
            <a:lvl1pPr marL="0" marR="0" algn="l" defTabSz="914400" rtl="0" eaLnBrk="1" fontAlgn="auto" latinLnBrk="0" hangingPunct="1">
              <a:lnSpc>
                <a:spcPct val="100000"/>
              </a:lnSpc>
              <a:buNone/>
              <a:defRPr kumimoji="0" lang="zh-CN" altLang="en-US" sz="4050" b="1" i="0" u="none" strike="noStrike" kern="1200" cap="none" spc="600" normalizeH="0" baseline="0" noProof="1" dirty="0">
                <a:solidFill>
                  <a:schemeClr val="tx2"/>
                </a:solidFill>
                <a:uFillTx/>
                <a:latin typeface="微软雅黑" panose="020B0503020204020204" charset="-122"/>
                <a:ea typeface="微软雅黑" panose="020B0503020204020204" charset="-122"/>
                <a:cs typeface="微软雅黑" panose="020B0503020204020204" charset="-122"/>
                <a:sym typeface="+mn-ea"/>
              </a:defRPr>
            </a:lvl1pPr>
          </a:lstStyle>
          <a:p>
            <a:pPr lvl="0"/>
            <a:r>
              <a:rPr lang="zh-CN" altLang="en-US" noProof="1">
                <a:sym typeface="+mn-ea"/>
              </a:rPr>
              <a:t>编辑标题</a:t>
            </a:r>
            <a:endParaRPr noProof="1">
              <a:sym typeface="+mn-ea"/>
            </a:endParaRPr>
          </a:p>
        </p:txBody>
      </p:sp>
      <p:sp>
        <p:nvSpPr>
          <p:cNvPr id="3" name="日期占位符 3"/>
          <p:cNvSpPr>
            <a:spLocks noGrp="1"/>
          </p:cNvSpPr>
          <p:nvPr>
            <p:ph type="dt" sz="half" idx="10"/>
            <p:custDataLst>
              <p:tags r:id="rId3"/>
            </p:custDataLst>
          </p:nvPr>
        </p:nvSpPr>
        <p:spPr/>
        <p:txBody>
          <a:bodyPr/>
          <a:lstStyle>
            <a:lvl1pPr>
              <a:defRPr/>
            </a:lvl1pPr>
          </a:lstStyle>
          <a:p>
            <a:pPr>
              <a:defRPr/>
            </a:pPr>
            <a:endParaRPr lang="zh-CN" altLang="en-US"/>
          </a:p>
        </p:txBody>
      </p:sp>
      <p:sp>
        <p:nvSpPr>
          <p:cNvPr id="4" name="页脚占位符 4"/>
          <p:cNvSpPr>
            <a:spLocks noGrp="1"/>
          </p:cNvSpPr>
          <p:nvPr>
            <p:ph type="ftr" sz="quarter" idx="11"/>
            <p:custDataLst>
              <p:tags r:id="rId4"/>
            </p:custDataLst>
          </p:nvPr>
        </p:nvSpPr>
        <p:spPr/>
        <p:txBody>
          <a:bodyPr/>
          <a:lstStyle>
            <a:lvl1pPr>
              <a:defRPr/>
            </a:lvl1pPr>
          </a:lstStyle>
          <a:p>
            <a:pPr>
              <a:defRPr/>
            </a:pPr>
            <a:r>
              <a:rPr lang="zh-CN" altLang="en-US"/>
              <a:t>元宇宙的特征与属性</a:t>
            </a:r>
            <a:endParaRPr lang="zh-CN" altLang="en-US"/>
          </a:p>
        </p:txBody>
      </p:sp>
      <p:sp>
        <p:nvSpPr>
          <p:cNvPr id="5" name="灯片编号占位符 5"/>
          <p:cNvSpPr>
            <a:spLocks noGrp="1"/>
          </p:cNvSpPr>
          <p:nvPr>
            <p:ph type="sldNum" sz="quarter" idx="12"/>
            <p:custDataLst>
              <p:tags r:id="rId5"/>
            </p:custDataLst>
          </p:nvPr>
        </p:nvSpPr>
        <p:spPr/>
        <p:txBody>
          <a:bodyPr/>
          <a:lstStyle>
            <a:lvl1pPr>
              <a:defRPr/>
            </a:lvl1pPr>
          </a:lstStyle>
          <a:p>
            <a:pPr>
              <a:defRPr/>
            </a:pPr>
            <a:fld id="{42992814-EA41-4E92-BD9F-9B3797F3ED26}" type="slidenum">
              <a:rPr lang="zh-CN" altLang="en-US"/>
            </a:fld>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000">
        <p:wipe dir="r"/>
        <p:sndAc>
          <p:stSnd>
            <p:snd r:embed="rId6" name="hammer.wav"/>
          </p:stSnd>
        </p:sndAc>
      </p:transition>
    </mc:Choice>
    <mc:Fallback>
      <p:transition spd="slow">
        <p:wipe dir="r"/>
        <p:sndAc>
          <p:stSnd>
            <p:snd r:embed="rId6" name="hammer.wav"/>
          </p:stSnd>
        </p:sndAc>
      </p:transition>
    </mc:Fallback>
  </mc:AlternateContent>
  <p:hf sldNum="0"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1_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530820CF-B880-4189-942D-D702A7CBA730}" type="datetimeFigureOut">
              <a:rPr lang="zh-CN" altLang="en-US" smtClean="0"/>
            </a:fld>
            <a:endParaRPr lang="zh-CN" altLang="en-US"/>
          </a:p>
        </p:txBody>
      </p:sp>
      <p:sp>
        <p:nvSpPr>
          <p:cNvPr id="4" name="页脚占位符 3"/>
          <p:cNvSpPr>
            <a:spLocks noGrp="1"/>
          </p:cNvSpPr>
          <p:nvPr>
            <p:ph type="ftr" sz="quarter" idx="11"/>
          </p:nvPr>
        </p:nvSpPr>
        <p:spPr/>
        <p:txBody>
          <a:bodyPr/>
          <a:lstStyle/>
          <a:p>
            <a:r>
              <a:rPr lang="zh-CN" altLang="en-US"/>
              <a:t>元宇宙的特征与属性</a:t>
            </a:r>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ipe dir="r"/>
        <p:sndAc>
          <p:stSnd>
            <p:snd r:embed="rId2" name="hammer.wav"/>
          </p:stSnd>
        </p:sndAc>
      </p:transition>
    </mc:Choice>
    <mc:Fallback>
      <p:transition spd="slow">
        <p:wipe dir="r"/>
        <p:sndAc>
          <p:stSnd>
            <p:snd r:embed="rId2" name="hammer.wav"/>
          </p:stSnd>
        </p:sndAc>
      </p:transition>
    </mc:Fallback>
  </mc:AlternateContent>
  <p:hf sldNum="0" hd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audio" Target="../media/audio1.wav"/><Relationship Id="rId18" Type="http://schemas.openxmlformats.org/officeDocument/2006/relationships/tags" Target="../tags/tag63.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E7E6E6"/>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custDataLst>
              <p:tags r:id="rId13"/>
            </p:custDataLst>
          </p:nvPr>
        </p:nvSpPr>
        <p:spPr bwMode="auto">
          <a:xfrm>
            <a:off x="502444" y="442913"/>
            <a:ext cx="8139113"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38100" rIns="76200" bIns="38100" numCol="1" anchor="t"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9"/>
            <p:custDataLst>
              <p:tags r:id="rId14"/>
            </p:custDataLst>
          </p:nvPr>
        </p:nvSpPr>
        <p:spPr bwMode="auto">
          <a:xfrm>
            <a:off x="502444" y="952500"/>
            <a:ext cx="8139113" cy="538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0" rIns="8255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5"/>
            </p:custDataLst>
          </p:nvPr>
        </p:nvSpPr>
        <p:spPr>
          <a:xfrm>
            <a:off x="659606" y="6350000"/>
            <a:ext cx="2025254" cy="315913"/>
          </a:xfrm>
          <a:prstGeom prst="rect">
            <a:avLst/>
          </a:prstGeom>
        </p:spPr>
        <p:txBody>
          <a:bodyPr vert="horz" lIns="91440" tIns="45720" rIns="91440" bIns="45720" rtlCol="0" anchor="ctr">
            <a:normAutofit/>
          </a:bodyPr>
          <a:lstStyle>
            <a:lvl1pPr algn="l">
              <a:buFontTx/>
              <a:buNone/>
              <a:defRPr sz="9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530820CF-B880-4189-942D-D702A7CBA730}"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3087291" y="6350000"/>
            <a:ext cx="2969419" cy="315913"/>
          </a:xfrm>
          <a:prstGeom prst="rect">
            <a:avLst/>
          </a:prstGeom>
        </p:spPr>
        <p:txBody>
          <a:bodyPr vert="horz" lIns="91440" tIns="45720" rIns="91440" bIns="45720" rtlCol="0" anchor="ctr">
            <a:normAutofit/>
          </a:bodyPr>
          <a:lstStyle>
            <a:lvl1pPr algn="ctr">
              <a:buFontTx/>
              <a:buNone/>
              <a:defRPr sz="9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r>
              <a:rPr lang="zh-CN" altLang="en-US"/>
              <a:t>元宇宙的特征与属性</a:t>
            </a:r>
            <a:endParaRPr lang="zh-CN" altLang="en-US"/>
          </a:p>
        </p:txBody>
      </p:sp>
      <p:sp>
        <p:nvSpPr>
          <p:cNvPr id="6" name="灯片编号占位符 5"/>
          <p:cNvSpPr>
            <a:spLocks noGrp="1"/>
          </p:cNvSpPr>
          <p:nvPr>
            <p:ph type="sldNum" sz="quarter" idx="4"/>
            <p:custDataLst>
              <p:tags r:id="rId17"/>
            </p:custDataLst>
          </p:nvPr>
        </p:nvSpPr>
        <p:spPr>
          <a:xfrm>
            <a:off x="6457950" y="6350000"/>
            <a:ext cx="2025254" cy="315913"/>
          </a:xfrm>
          <a:prstGeom prst="rect">
            <a:avLst/>
          </a:prstGeom>
        </p:spPr>
        <p:txBody>
          <a:bodyPr vert="horz" lIns="91440" tIns="45720" rIns="91440" bIns="45720" rtlCol="0" anchor="ctr">
            <a:normAutofit/>
          </a:bodyPr>
          <a:lstStyle>
            <a:lvl1pPr algn="r">
              <a:buFontTx/>
              <a:buNone/>
              <a:defRPr sz="900">
                <a:solidFill>
                  <a:schemeClr val="tx1">
                    <a:tint val="75000"/>
                  </a:schemeClr>
                </a:solidFill>
                <a:latin typeface="微软雅黑" panose="020B0503020204020204" charset="-122"/>
                <a:cs typeface="微软雅黑" panose="020B0503020204020204" charset="-122"/>
              </a:defRPr>
            </a:lvl1pPr>
          </a:lstStyle>
          <a:p>
            <a:fld id="{0C913308-F349-4B6D-A68A-DD1791B4A57B}" type="slidenum">
              <a:rPr lang="zh-CN" altLang="en-US" smtClean="0"/>
            </a:fld>
            <a:endParaRPr lang="zh-CN" altLang="en-US"/>
          </a:p>
        </p:txBody>
      </p:sp>
      <p:sp>
        <p:nvSpPr>
          <p:cNvPr id="7" name="KSO_TEMPLATE" hidden="1"/>
          <p:cNvSpPr/>
          <p:nvPr>
            <p:custDataLst>
              <p:tags r:id="rId1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FontTx/>
              <a:buNone/>
              <a:defRPr/>
            </a:pPr>
            <a:endParaRPr lang="zh-CN" altLang="en-US" sz="1350" noProof="1">
              <a:latin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mc:Choice xmlns:p14="http://schemas.microsoft.com/office/powerpoint/2010/main" Requires="p14">
      <p:transition spd="slow" p14:dur="1000">
        <p:wipe dir="r"/>
        <p:sndAc>
          <p:stSnd>
            <p:snd r:embed="rId19" name="hammer.wav"/>
          </p:stSnd>
        </p:sndAc>
      </p:transition>
    </mc:Choice>
    <mc:Fallback>
      <p:transition spd="slow">
        <p:wipe dir="r"/>
        <p:sndAc>
          <p:stSnd>
            <p:snd r:embed="rId19" name="hammer.wav"/>
          </p:stSnd>
        </p:sndAc>
      </p:transition>
    </mc:Fallback>
  </mc:AlternateContent>
  <p:hf sldNum="0" hdr="0" dt="0"/>
  <p:txStyles>
    <p:titleStyle>
      <a:lvl1pPr algn="l" rtl="0" eaLnBrk="1" fontAlgn="base" hangingPunct="1">
        <a:spcBef>
          <a:spcPct val="0"/>
        </a:spcBef>
        <a:spcAft>
          <a:spcPct val="0"/>
        </a:spcAft>
        <a:defRPr sz="1800" b="1" kern="1200" spc="200">
          <a:solidFill>
            <a:schemeClr val="tx1"/>
          </a:solidFill>
          <a:latin typeface="微软雅黑" panose="020B0503020204020204" charset="-122"/>
          <a:ea typeface="微软雅黑" panose="020B0503020204020204" charset="-122"/>
          <a:cs typeface="微软雅黑" panose="020B0503020204020204" charset="-122"/>
        </a:defRPr>
      </a:lvl1pPr>
      <a:lvl2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2pPr>
      <a:lvl3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3pPr>
      <a:lvl4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4pPr>
      <a:lvl5pPr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5pPr>
      <a:lvl6pPr marL="4572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6pPr>
      <a:lvl7pPr marL="9144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7pPr>
      <a:lvl8pPr marL="13716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8pPr>
      <a:lvl9pPr marL="1828800" algn="l" rtl="0" eaLnBrk="1" fontAlgn="base" hangingPunct="1">
        <a:spcBef>
          <a:spcPct val="0"/>
        </a:spcBef>
        <a:spcAft>
          <a:spcPct val="0"/>
        </a:spcAft>
        <a:defRPr sz="2400" b="1">
          <a:solidFill>
            <a:schemeClr val="tx1"/>
          </a:solidFill>
          <a:latin typeface="微软雅黑" panose="020B0503020204020204" charset="-122"/>
          <a:ea typeface="微软雅黑" panose="020B0503020204020204" charset="-122"/>
        </a:defRPr>
      </a:lvl9pPr>
    </p:titleStyle>
    <p:bodyStyle>
      <a:lvl1pPr marL="171450" indent="-171450" algn="l" rtl="0" eaLnBrk="1" fontAlgn="base" hangingPunct="1">
        <a:lnSpc>
          <a:spcPct val="130000"/>
        </a:lnSpc>
        <a:spcBef>
          <a:spcPct val="0"/>
        </a:spcBef>
        <a:spcAft>
          <a:spcPts val="1000"/>
        </a:spcAft>
        <a:buFont typeface="Arial" panose="020B0604020202020204" pitchFamily="34" charset="0"/>
        <a:buChar char="•"/>
        <a:defRPr sz="1200" kern="1200" spc="150">
          <a:solidFill>
            <a:schemeClr val="tx1"/>
          </a:solidFill>
          <a:latin typeface="微软雅黑" panose="020B0503020204020204" charset="-122"/>
          <a:ea typeface="微软雅黑" panose="020B0503020204020204" charset="-122"/>
          <a:cs typeface="微软雅黑" panose="020B0503020204020204" charset="-122"/>
        </a:defRPr>
      </a:lvl1pPr>
      <a:lvl2pPr marL="514350" indent="-171450" algn="l" defTabSz="0" rtl="0" eaLnBrk="1" fontAlgn="base" hangingPunct="1">
        <a:lnSpc>
          <a:spcPct val="130000"/>
        </a:lnSpc>
        <a:spcBef>
          <a:spcPct val="0"/>
        </a:spcBef>
        <a:spcAft>
          <a:spcPts val="1000"/>
        </a:spcAft>
        <a:buFont typeface="Arial" panose="020B0604020202020204" pitchFamily="34" charset="0"/>
        <a:buChar char="•"/>
        <a:tabLst>
          <a:tab pos="1207135" algn="l"/>
        </a:tabLst>
        <a:defRPr sz="1200" kern="1200" spc="150">
          <a:solidFill>
            <a:schemeClr val="tx1"/>
          </a:solidFill>
          <a:latin typeface="微软雅黑" panose="020B0503020204020204" charset="-122"/>
          <a:ea typeface="微软雅黑" panose="020B0503020204020204" charset="-122"/>
          <a:cs typeface="微软雅黑" panose="020B0503020204020204" charset="-122"/>
        </a:defRPr>
      </a:lvl2pPr>
      <a:lvl3pPr marL="857250" indent="-171450" algn="l" defTabSz="0" rtl="0" eaLnBrk="1" fontAlgn="base" hangingPunct="1">
        <a:lnSpc>
          <a:spcPct val="130000"/>
        </a:lnSpc>
        <a:spcBef>
          <a:spcPct val="0"/>
        </a:spcBef>
        <a:spcAft>
          <a:spcPts val="1000"/>
        </a:spcAft>
        <a:buFont typeface="Arial" panose="020B0604020202020204" pitchFamily="34" charset="0"/>
        <a:buChar char="•"/>
        <a:tabLst>
          <a:tab pos="1207135" algn="l"/>
        </a:tabLst>
        <a:defRPr sz="1200" kern="1200" spc="150">
          <a:solidFill>
            <a:schemeClr val="tx1"/>
          </a:solidFill>
          <a:latin typeface="微软雅黑" panose="020B0503020204020204" charset="-122"/>
          <a:ea typeface="微软雅黑" panose="020B0503020204020204" charset="-122"/>
          <a:cs typeface="微软雅黑" panose="020B0503020204020204" charset="-122"/>
        </a:defRPr>
      </a:lvl3pPr>
      <a:lvl4pPr marL="1200150" indent="-171450" algn="l" defTabSz="0" rtl="0" eaLnBrk="1" fontAlgn="base" hangingPunct="1">
        <a:lnSpc>
          <a:spcPct val="130000"/>
        </a:lnSpc>
        <a:spcBef>
          <a:spcPct val="0"/>
        </a:spcBef>
        <a:spcAft>
          <a:spcPts val="1000"/>
        </a:spcAft>
        <a:buFont typeface="Arial" panose="020B0604020202020204" pitchFamily="34" charset="0"/>
        <a:buChar char="•"/>
        <a:tabLst>
          <a:tab pos="1207135" algn="l"/>
        </a:tabLst>
        <a:defRPr sz="1200" kern="1200" spc="150">
          <a:solidFill>
            <a:schemeClr val="tx1"/>
          </a:solidFill>
          <a:latin typeface="微软雅黑" panose="020B0503020204020204" charset="-122"/>
          <a:ea typeface="微软雅黑" panose="020B0503020204020204" charset="-122"/>
          <a:cs typeface="微软雅黑" panose="020B0503020204020204" charset="-122"/>
        </a:defRPr>
      </a:lvl4pPr>
      <a:lvl5pPr marL="1543050" indent="-171450" algn="l" defTabSz="0" rtl="0" eaLnBrk="1" fontAlgn="base" hangingPunct="1">
        <a:lnSpc>
          <a:spcPct val="130000"/>
        </a:lnSpc>
        <a:spcBef>
          <a:spcPct val="0"/>
        </a:spcBef>
        <a:spcAft>
          <a:spcPts val="1000"/>
        </a:spcAft>
        <a:buFont typeface="Arial" panose="020B0604020202020204" pitchFamily="34" charset="0"/>
        <a:buChar char="•"/>
        <a:tabLst>
          <a:tab pos="1207135" algn="l"/>
        </a:tabLst>
        <a:defRPr sz="1200" kern="1200" spc="150">
          <a:solidFill>
            <a:schemeClr val="tx1"/>
          </a:solidFill>
          <a:latin typeface="微软雅黑" panose="020B0503020204020204" charset="-122"/>
          <a:ea typeface="微软雅黑" panose="020B0503020204020204" charset="-122"/>
          <a:cs typeface="微软雅黑" panose="020B0503020204020204" charset="-122"/>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audio" Target="../media/audio1.wav"/></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audio" Target="../media/audio1.wav"/></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audio1.wav"/><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元宇宙</a:t>
            </a:r>
            <a:endParaRPr lang="zh-CN" altLang="en-US" dirty="0"/>
          </a:p>
        </p:txBody>
      </p:sp>
      <p:sp>
        <p:nvSpPr>
          <p:cNvPr id="3" name="副标题 2"/>
          <p:cNvSpPr>
            <a:spLocks noGrp="1"/>
          </p:cNvSpPr>
          <p:nvPr>
            <p:ph type="subTitle" idx="1"/>
          </p:nvPr>
        </p:nvSpPr>
        <p:spPr>
          <a:xfrm>
            <a:off x="777875" y="4514850"/>
            <a:ext cx="3142615" cy="554355"/>
          </a:xfrm>
        </p:spPr>
        <p:txBody>
          <a:bodyPr>
            <a:noAutofit/>
          </a:bodyPr>
          <a:p>
            <a:r>
              <a:rPr lang="zh-CN" altLang="en-US" sz="2800">
                <a:latin typeface="楷体" panose="02010609060101010101" charset="-122"/>
                <a:ea typeface="楷体" panose="02010609060101010101" charset="-122"/>
                <a:cs typeface="楷体" panose="02010609060101010101" charset="-122"/>
              </a:rPr>
              <a:t>虚拟3D世界</a:t>
            </a:r>
            <a:endParaRPr lang="zh-CN" altLang="en-US" sz="2800">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14"/>
          </p:nvPr>
        </p:nvSpPr>
        <p:spPr/>
        <p:txBody>
          <a:bodyPr/>
          <a:p>
            <a:r>
              <a:rPr lang="zh-CN" altLang="en-US"/>
              <a:t>元宇宙的特征与属性</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ipe dir="r"/>
        <p:sndAc>
          <p:stSnd>
            <p:snd r:embed="rId1" name="hammer.wav"/>
          </p:stSnd>
        </p:sndAc>
      </p:transition>
    </mc:Choice>
    <mc:Fallback>
      <p:transition spd="slow">
        <p:wipe dir="r"/>
        <p:sndAc>
          <p:stSnd>
            <p:snd r:embed="rId1" name="hammer.wav"/>
          </p:stSnd>
        </p:sndAc>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p>
            <a:endParaRPr lang="zh-CN" altLang="en-US"/>
          </a:p>
        </p:txBody>
      </p:sp>
      <p:sp>
        <p:nvSpPr>
          <p:cNvPr id="3" name="内容占位符 2"/>
          <p:cNvSpPr>
            <a:spLocks noGrp="1"/>
          </p:cNvSpPr>
          <p:nvPr>
            <p:ph idx="1"/>
          </p:nvPr>
        </p:nvSpPr>
        <p:spPr/>
        <p:txBody>
          <a:bodyPr>
            <a:normAutofit fontScale="85000" lnSpcReduction="20000"/>
          </a:bodyPr>
          <a:lstStyle/>
          <a:p>
            <a:r>
              <a:rPr lang="en-US" altLang="zh-CN" dirty="0" err="1"/>
              <a:t>Roblox</a:t>
            </a:r>
            <a:r>
              <a:rPr lang="zh-CN" altLang="en-US" dirty="0"/>
              <a:t>给出的元宇宙包含八大要素：身份、朋友、沉浸感、低延迟、多元化、随时随地、经济系统和文明。要素众多，每个要素背后，还有一连串的解释。总之，一句话说不清楚，这也恰恰说明这一概念的模糊性。</a:t>
            </a:r>
            <a:r>
              <a:rPr lang="zh-CN" altLang="en-US" baseline="30000" dirty="0"/>
              <a:t> </a:t>
            </a:r>
            <a:r>
              <a:rPr lang="en-US" altLang="zh-CN" baseline="30000" dirty="0"/>
              <a:t>[1]</a:t>
            </a:r>
            <a:r>
              <a:rPr lang="zh-CN" altLang="en-US" dirty="0"/>
              <a:t> </a:t>
            </a:r>
            <a:endParaRPr lang="zh-CN" altLang="en-US" dirty="0"/>
          </a:p>
          <a:p>
            <a:r>
              <a:rPr lang="zh-CN" altLang="en-US" dirty="0"/>
              <a:t>在元宇宙特征与属性的</a:t>
            </a:r>
            <a:r>
              <a:rPr lang="en-US" altLang="zh-CN" dirty="0"/>
              <a:t>START</a:t>
            </a:r>
            <a:r>
              <a:rPr lang="zh-CN" altLang="en-US" dirty="0"/>
              <a:t>图谱中，北京大学陈刚教授与董浩宇博士梳理并系统界定了元宇宙的五大特征与属性，即：社会与空间属性</a:t>
            </a:r>
            <a:r>
              <a:rPr lang="en-US" altLang="zh-CN" dirty="0"/>
              <a:t>(Social &amp; Space)</a:t>
            </a:r>
            <a:r>
              <a:rPr lang="zh-CN" altLang="en-US" dirty="0"/>
              <a:t>、科技赋能的超越延伸（</a:t>
            </a:r>
            <a:r>
              <a:rPr lang="en-US" altLang="zh-CN" dirty="0"/>
              <a:t>Technology Tension</a:t>
            </a:r>
            <a:r>
              <a:rPr lang="zh-CN" altLang="en-US" dirty="0"/>
              <a:t>）、人、机与人工智能共创（</a:t>
            </a:r>
            <a:r>
              <a:rPr lang="en-US" altLang="zh-CN" dirty="0" err="1"/>
              <a:t>ArtifIcal</a:t>
            </a:r>
            <a:r>
              <a:rPr lang="en-US" altLang="zh-CN" dirty="0"/>
              <a:t>, Machine &amp; AI</a:t>
            </a:r>
            <a:r>
              <a:rPr lang="zh-CN" altLang="en-US" dirty="0"/>
              <a:t>）、真实感与现实映射性（</a:t>
            </a:r>
            <a:r>
              <a:rPr lang="en-US" altLang="zh-CN" dirty="0"/>
              <a:t>Reality &amp; Reflection</a:t>
            </a:r>
            <a:r>
              <a:rPr lang="zh-CN" altLang="en-US" dirty="0"/>
              <a:t>）、交易与流通（</a:t>
            </a:r>
            <a:r>
              <a:rPr lang="en-US" altLang="zh-CN" dirty="0"/>
              <a:t>Trade &amp; Transaction</a:t>
            </a:r>
            <a:r>
              <a:rPr lang="zh-CN" altLang="en-US"/>
              <a:t>）。</a:t>
            </a:r>
            <a:endParaRPr lang="zh-CN" altLang="en-US"/>
          </a:p>
          <a:p>
            <a:endParaRPr lang="zh-CN" altLang="en-US"/>
          </a:p>
        </p:txBody>
      </p:sp>
      <p:sp>
        <p:nvSpPr>
          <p:cNvPr id="5" name="页脚占位符 4"/>
          <p:cNvSpPr>
            <a:spLocks noGrp="1"/>
          </p:cNvSpPr>
          <p:nvPr>
            <p:ph type="ftr" sz="quarter" idx="11"/>
          </p:nvPr>
        </p:nvSpPr>
        <p:spPr/>
        <p:txBody>
          <a:bodyPr/>
          <a:p>
            <a:r>
              <a:rPr lang="zh-CN" altLang="en-US"/>
              <a:t>元宇宙的特征与属性</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ipe dir="r"/>
        <p:sndAc>
          <p:stSnd>
            <p:snd r:embed="rId1" name="hammer.wav"/>
          </p:stSnd>
        </p:sndAc>
      </p:transition>
    </mc:Choice>
    <mc:Fallback>
      <p:transition spd="slow">
        <p:wipe dir="r"/>
        <p:sndAc>
          <p:stSnd>
            <p:snd r:embed="rId1" name="hammer.wav"/>
          </p:stSnd>
        </p:sndAc>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3" descr="WPS演示7-062素材文件"/>
          <p:cNvPicPr/>
          <p:nvPr/>
        </p:nvPicPr>
        <p:blipFill>
          <a:blip r:embed="rId1"/>
          <a:stretch>
            <a:fillRect/>
          </a:stretch>
        </p:blipFill>
        <p:spPr>
          <a:xfrm>
            <a:off x="972000" y="729000"/>
            <a:ext cx="7200000" cy="5400000"/>
          </a:xfrm>
          <a:prstGeom prst="rect">
            <a:avLst/>
          </a:prstGeom>
        </p:spPr>
      </p:pic>
      <p:sp>
        <p:nvSpPr>
          <p:cNvPr id="5" name="页脚占位符 4"/>
          <p:cNvSpPr>
            <a:spLocks noGrp="1"/>
          </p:cNvSpPr>
          <p:nvPr>
            <p:ph type="ftr" sz="quarter" idx="11"/>
          </p:nvPr>
        </p:nvSpPr>
        <p:spPr/>
        <p:txBody>
          <a:bodyPr/>
          <a:p>
            <a:r>
              <a:rPr lang="zh-CN" altLang="en-US"/>
              <a:t>元宇宙的特征与属性</a:t>
            </a: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000">
        <p:wipe dir="r"/>
        <p:sndAc>
          <p:stSnd>
            <p:snd r:embed="rId2" name="hammer.wav"/>
          </p:stSnd>
        </p:sndAc>
      </p:transition>
    </mc:Choice>
    <mc:Fallback>
      <p:transition spd="slow">
        <p:wipe dir="r"/>
        <p:sndAc>
          <p:stSnd>
            <p:snd r:embed="rId2" name="hammer.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 calcmode="lin" valueType="num">
                                      <p:cBhvr>
                                        <p:cTn id="9" dur="500" fill="hold"/>
                                        <p:tgtEl>
                                          <p:spTgt spid="4"/>
                                        </p:tgtEl>
                                        <p:attrNameLst>
                                          <p:attrName>style.rotation</p:attrName>
                                        </p:attrNameLst>
                                      </p:cBhvr>
                                      <p:tavLst>
                                        <p:tav tm="0">
                                          <p:val>
                                            <p:fltVal val="360"/>
                                          </p:val>
                                        </p:tav>
                                        <p:tav tm="100000">
                                          <p:val>
                                            <p:fltVal val="0"/>
                                          </p:val>
                                        </p:tav>
                                      </p:tavLst>
                                    </p:anim>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p="http://schemas.openxmlformats.org/presentationml/2006/main">
  <p:tag name="KSO_WM_UNIT_HIGHLIGHT" val="0"/>
  <p:tag name="KSO_WM_UNIT_COMPATIBLE" val="0"/>
  <p:tag name="KSO_WM_UNIT_ID" val="_1*i*1"/>
  <p:tag name="KSO_WM_UNIT_LAYERLEVEL" val="1"/>
  <p:tag name="KSO_WM_TAG_VERSION" val="1.0"/>
  <p:tag name="KSO_WM_BEAUTIFY_FLAG" val="#wm#"/>
  <p:tag name="KSO_WM_UNIT_TYPE" val="i"/>
  <p:tag name="KSO_WM_UNIT_INDEX" val="1"/>
  <p:tag name="KSO_WM_UNIT_DIAGRAM_ISNUMVISUAL" val="0"/>
  <p:tag name="KSO_WM_UNIT_DIAGRAM_ISREFERUNIT" val="0"/>
</p:tagLst>
</file>

<file path=ppt/tags/tag2.xml><?xml version="1.0" encoding="utf-8"?>
<p:tagLst xmlns:p="http://schemas.openxmlformats.org/presentationml/2006/main">
  <p:tag name="KSO_WM_UNIT_HIGHLIGHT" val="0"/>
  <p:tag name="KSO_WM_UNIT_COMPATIBLE" val="0"/>
  <p:tag name="KSO_WM_UNIT_ID" val="_1*i*1"/>
  <p:tag name="KSO_WM_UNIT_LAYERLEVEL" val="1"/>
  <p:tag name="KSO_WM_TAG_VERSION" val="1.0"/>
  <p:tag name="KSO_WM_BEAUTIFY_FLAG" val="#wm#"/>
  <p:tag name="KSO_WM_UNIT_TYPE" val="i"/>
  <p:tag name="KSO_WM_UNIT_INDEX" val="1"/>
  <p:tag name="KSO_WM_UNIT_DIAGRAM_ISNUMVISUAL" val="0"/>
  <p:tag name="KSO_WM_UNIT_DIAGRAM_ISREFERUNIT" val="0"/>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6580"/>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6580"/>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3.xml><?xml version="1.0" encoding="utf-8"?>
<p:tagLst xmlns:p="http://schemas.openxmlformats.org/presentationml/2006/main">
  <p:tag name="KSO_WM_COMBINE_RELATE_SLIDE_ID" val="background20185109_1"/>
  <p:tag name="KSO_WM_TEMPLATE_THUMBS_INDEX" val="1"/>
  <p:tag name="KSO_WM_TEMPLATE_SUBCATEGORY" val="0"/>
  <p:tag name="KSO_WM_TAG_VERSION" val="1.0"/>
  <p:tag name="KSO_WM_BEAUTIFY_FLAG" val="#wm#"/>
  <p:tag name="KSO_WM_TEMPLATE_CATEGORY" val="custom"/>
  <p:tag name="KSO_WM_TEMPLATE_INDEX" val="20196580"/>
</p:tagLst>
</file>

<file path=ppt/tags/tag64.xml><?xml version="1.0" encoding="utf-8"?>
<p:tagLst xmlns:p="http://schemas.openxmlformats.org/presentationml/2006/main">
  <p:tag name="KSO_WPP_MARK_KEY" val="385cab44-0c5d-480f-a252-23883728a3c8"/>
  <p:tag name="COMMONDATA" val="eyJoZGlkIjoiNjQwNzdkNTI0ZmEyODlhNmVjYjU4ZGU0YTBmMWRhMTcifQ=="/>
</p:tagLst>
</file>

<file path=ppt/theme/theme1.xml><?xml version="1.0" encoding="utf-8"?>
<a:theme xmlns:a="http://schemas.openxmlformats.org/drawingml/2006/main" name="主题六">
  <a:themeElements>
    <a:clrScheme name="6">
      <a:dk1>
        <a:srgbClr val="000000"/>
      </a:dk1>
      <a:lt1>
        <a:srgbClr val="FFFFFF"/>
      </a:lt1>
      <a:dk2>
        <a:srgbClr val="44546A"/>
      </a:dk2>
      <a:lt2>
        <a:srgbClr val="E7E6E6"/>
      </a:lt2>
      <a:accent1>
        <a:srgbClr val="595959"/>
      </a:accent1>
      <a:accent2>
        <a:srgbClr val="8496B0"/>
      </a:accent2>
      <a:accent3>
        <a:srgbClr val="5A6E8C"/>
      </a:accent3>
      <a:accent4>
        <a:srgbClr val="E4E4E4"/>
      </a:accent4>
      <a:accent5>
        <a:srgbClr val="034A90"/>
      </a:accent5>
      <a:accent6>
        <a:srgbClr val="595959"/>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342</Words>
  <Application>WPS 演示</Application>
  <PresentationFormat>全屏显示(4:3)</PresentationFormat>
  <Paragraphs>14</Paragraphs>
  <Slides>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vt:i4>
      </vt:variant>
    </vt:vector>
  </HeadingPairs>
  <TitlesOfParts>
    <vt:vector size="11" baseType="lpstr">
      <vt:lpstr>Arial</vt:lpstr>
      <vt:lpstr>宋体</vt:lpstr>
      <vt:lpstr>Wingdings</vt:lpstr>
      <vt:lpstr>微软雅黑</vt:lpstr>
      <vt:lpstr>楷体</vt:lpstr>
      <vt:lpstr>Arial Unicode MS</vt:lpstr>
      <vt:lpstr>Calibri</vt:lpstr>
      <vt:lpstr>主题六</vt:lpstr>
      <vt:lpstr>元宇宙</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元宇宙</dc:title>
  <dc:creator>Administrator</dc:creator>
  <cp:lastModifiedBy>湖北技能高考-陈欢</cp:lastModifiedBy>
  <cp:revision>12</cp:revision>
  <dcterms:created xsi:type="dcterms:W3CDTF">2021-12-06T01:09:00Z</dcterms:created>
  <dcterms:modified xsi:type="dcterms:W3CDTF">2025-06-13T00:55:09Z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E7383C89D339409DA2F8C5B75F1D68A8_12</vt:lpwstr>
  </property>
  <property fmtid="{D5CDD505-2E9C-101B-9397-08002B2CF9AE}" pid="3" name="KSOProductBuildVer">
    <vt:lpwstr>2052-12.1.0.15712</vt:lpwstr>
  </property>
</Properties>
</file>