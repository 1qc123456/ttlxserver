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5436096" y="476672"/>
            <a:ext cx="3008313" cy="5832648"/>
          </a:xfrm>
        </p:spPr>
        <p:txBody>
          <a:bodyPr>
            <a:normAutofit/>
          </a:bodyPr>
          <a:lstStyle/>
          <a:p>
            <a:r>
              <a:rPr lang="zh-CN" altLang="en-US" sz="2000" dirty="0" smtClean="0"/>
              <a:t>油画</a:t>
            </a:r>
            <a:endParaRPr lang="zh-CN" altLang="en-US" sz="2000" dirty="0"/>
          </a:p>
        </p:txBody>
      </p:sp>
      <p:pic>
        <p:nvPicPr>
          <p:cNvPr id="1026" name="Picture 2" descr="D:\Program Files (x86)\Microsoft Office\MEDIA\CAGCAT10\j0149407.wm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64704"/>
            <a:ext cx="4354912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272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2019-10-16T09:21:13Z</dcterms:created>
  <dcterms:modified xsi:type="dcterms:W3CDTF">2019-10-16T10:03:10Z</dcterms:modified>
</cp:coreProperties>
</file>