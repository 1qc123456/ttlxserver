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256" r:id="rId4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0" d="100"/>
          <a:sy n="50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98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022181" y="458788"/>
            <a:ext cx="556022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2465785" y="-7938"/>
            <a:ext cx="1092994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3899297" y="5929313"/>
            <a:ext cx="13716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363141" y="113823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616744" y="3236913"/>
            <a:ext cx="161925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6324600" y="6116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8083154" y="2560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545306" y="1936750"/>
            <a:ext cx="702469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068286" y="2510565"/>
            <a:ext cx="5007429" cy="902363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068286" y="3461461"/>
            <a:ext cx="5007429" cy="590550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056085" y="2114550"/>
            <a:ext cx="2010965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181100" y="2266950"/>
            <a:ext cx="1783556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3571875" y="3602038"/>
            <a:ext cx="371117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7352110" y="3541713"/>
            <a:ext cx="86915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7724775" y="3541713"/>
            <a:ext cx="86916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7475935" y="3541713"/>
            <a:ext cx="86915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7600950" y="3541713"/>
            <a:ext cx="86916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078831" y="23082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2252663" y="2360613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2407444" y="2478088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2522339" y="2640806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1852613" y="4416425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1682354" y="43656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1529954" y="424338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417439" y="4079081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3548063" y="2895613"/>
            <a:ext cx="3734753" cy="564898"/>
          </a:xfrm>
        </p:spPr>
        <p:txBody>
          <a:bodyPr anchor="b">
            <a:normAutofit/>
          </a:bodyPr>
          <a:lstStyle>
            <a:lvl1pPr>
              <a:defRPr sz="21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3548063" y="3753579"/>
            <a:ext cx="3734753" cy="581108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5DB6B-299C-4F61-8596-3ECB41FAC93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3AF71B-F04C-4371-B519-F65995945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110854" y="1231812"/>
            <a:ext cx="1122759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6067425" y="-7938"/>
            <a:ext cx="785813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3444479" y="5781675"/>
            <a:ext cx="1587103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7439025" y="490378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6204950" y="23358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982266" y="4641850"/>
            <a:ext cx="471488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4360069" y="893763"/>
            <a:ext cx="422672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452423" y="2842161"/>
            <a:ext cx="6239154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28921A-3659-40E6-BF05-B007AA185C5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4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02285" y="443230"/>
            <a:ext cx="8139430" cy="1317625"/>
          </a:xfrm>
        </p:spPr>
        <p:txBody>
          <a:bodyPr/>
          <a:p>
            <a:r>
              <a:rPr lang="zh-CN" altLang="en-US" sz="7200"/>
              <a:t>全民健身</a:t>
            </a:r>
            <a:endParaRPr lang="zh-CN" altLang="en-US" sz="720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7" name="右箭头 6">
            <a:hlinkClick r:id="" action="ppaction://hlinkshowjump?jump=nextslide"/>
          </p:cNvPr>
          <p:cNvSpPr/>
          <p:nvPr/>
        </p:nvSpPr>
        <p:spPr>
          <a:xfrm>
            <a:off x="7380605" y="5156835"/>
            <a:ext cx="1008380" cy="504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" name="内容占位符 1" descr="WPS演示020素材文件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679315" y="2407920"/>
            <a:ext cx="3962400" cy="247650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生命在于运动</a:t>
            </a:r>
            <a:endParaRPr lang="zh-CN" altLang="en-US"/>
          </a:p>
        </p:txBody>
      </p:sp>
      <p:sp>
        <p:nvSpPr>
          <p:cNvPr id="3" name="内容占位符 2"/>
          <p:cNvSpPr/>
          <p:nvPr>
            <p:ph sz="half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PP_MARK_KEY" val="b9f4e4f6-9dae-426d-a7fa-3b5749e4348f"/>
  <p:tag name="COMMONDATA" val="eyJoZGlkIjoiM2Q2NDY3ODBmZDEyZTZiNTFiOWYyZGE1YmNkNTA1NzMifQ=="/>
</p:tagLst>
</file>

<file path=ppt/theme/theme1.xml><?xml version="1.0" encoding="utf-8"?>
<a:theme xmlns:a="http://schemas.openxmlformats.org/drawingml/2006/main" name="主题七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WPS 演示</Application>
  <PresentationFormat>全屏显示(4:3)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Calibri</vt:lpstr>
      <vt:lpstr>主题七</vt:lpstr>
      <vt:lpstr>全民健身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8</cp:revision>
  <dcterms:created xsi:type="dcterms:W3CDTF">2019-10-16T09:21:00Z</dcterms:created>
  <dcterms:modified xsi:type="dcterms:W3CDTF">2023-10-23T05:46:28Z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55ABFB4623F94B788D6DF7317D32F5F0_12</vt:lpwstr>
  </property>
  <property fmtid="{D5CDD505-2E9C-101B-9397-08002B2CF9AE}" pid="3" name="KSOProductBuildVer">
    <vt:lpwstr>2052-11.1.0.14227</vt:lpwstr>
  </property>
</Properties>
</file>