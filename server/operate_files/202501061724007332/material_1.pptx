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102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98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2326F-068C-4081-A9BE-717E8CE3C581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中国十大名花之三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独立冰霜·菊花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独立冰霜·菊花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飒飒西风满院栽，</a:t>
            </a:r>
            <a:endParaRPr lang="zh-CN" altLang="en-US" dirty="0"/>
          </a:p>
          <a:p>
            <a:r>
              <a:rPr lang="zh-CN" altLang="en-US" dirty="0"/>
              <a:t>蕊寒香冷蝶难来。</a:t>
            </a:r>
            <a:endParaRPr lang="zh-CN" altLang="en-US" dirty="0"/>
          </a:p>
          <a:p>
            <a:r>
              <a:rPr lang="zh-CN" altLang="en-US" dirty="0"/>
              <a:t>他年我若为青帝，</a:t>
            </a:r>
            <a:endParaRPr lang="zh-CN" altLang="en-US" dirty="0"/>
          </a:p>
          <a:p>
            <a:r>
              <a:rPr lang="zh-CN" altLang="en-US" dirty="0"/>
              <a:t>投与桃花一处开。</a:t>
            </a:r>
            <a:endParaRPr lang="zh-CN" altLang="en-US" dirty="0"/>
          </a:p>
        </p:txBody>
      </p:sp>
      <p:sp>
        <p:nvSpPr>
          <p:cNvPr id="3" name="动作按钮: 前进或下一项 2">
            <a:hlinkClick r:id="" action="ppaction://hlinkshowjump?jump=firstslide"/>
          </p:cNvPr>
          <p:cNvSpPr/>
          <p:nvPr/>
        </p:nvSpPr>
        <p:spPr>
          <a:xfrm>
            <a:off x="7668260" y="6308725"/>
            <a:ext cx="504190" cy="43243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WPS演示7-070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0380" y="1772285"/>
            <a:ext cx="2571750" cy="208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PP_MARK_KEY" val="241a511c-6666-4a4f-89e1-bf25b25f72da"/>
  <p:tag name="COMMONDATA" val="eyJoZGlkIjoiNjQwNzdkNTI0ZmEyODlhNmVjYjU4ZGU0YTBmMWRhMTc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全屏显示(4:3)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Arial Unicode MS</vt:lpstr>
      <vt:lpstr>主题七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中国十大名花之三</dc:title>
  <dc:creator>86133</dc:creator>
  <cp:lastModifiedBy>86133</cp:lastModifiedBy>
  <cp:revision>6</cp:revision>
  <dcterms:created xsi:type="dcterms:W3CDTF">2022-05-19T02:36:00Z</dcterms:created>
  <dcterms:modified xsi:type="dcterms:W3CDTF">2023-12-18T07:39:03Z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1CCA9CBDB9124A4E968A1415A39A70E7_12</vt:lpwstr>
  </property>
  <property fmtid="{D5CDD505-2E9C-101B-9397-08002B2CF9AE}" pid="3" name="KSOProductBuildVer">
    <vt:lpwstr>2052-11.1.0.14227</vt:lpwstr>
  </property>
</Properties>
</file>