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8" r:id="rId3"/>
    <p:sldId id="256" r:id="rId4"/>
    <p:sldId id="257" r:id="rId5"/>
    <p:sldId id="259" r:id="rId6"/>
  </p:sldIdLst>
  <p:sldSz cx="9144000" cy="6858000" type="screen4x3"/>
  <p:notesSz cx="6858000" cy="9144000"/>
  <p:custDataLst>
    <p:tags r:id="rId1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6" d="100"/>
          <a:sy n="66" d="100"/>
        </p:scale>
        <p:origin x="-1506"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tableStyles" Target="tableStyles.xml"/><Relationship Id="rId8" Type="http://schemas.openxmlformats.org/officeDocument/2006/relationships/viewProps" Target="viewProps.xml"/><Relationship Id="rId7" Type="http://schemas.openxmlformats.org/officeDocument/2006/relationships/presProps" Target="presProps.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0" Type="http://schemas.openxmlformats.org/officeDocument/2006/relationships/tags" Target="tags/tag65.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7" Type="http://schemas.openxmlformats.org/officeDocument/2006/relationships/tags" Target="../tags/tag11.xml"/><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9" Type="http://schemas.openxmlformats.org/officeDocument/2006/relationships/tags" Target="../tags/tag18.xml"/><Relationship Id="rId8" Type="http://schemas.openxmlformats.org/officeDocument/2006/relationships/tags" Target="../tags/tag17.xml"/><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image" Target="../media/image1.png"/><Relationship Id="rId2" Type="http://schemas.openxmlformats.org/officeDocument/2006/relationships/tags" Target="../tags/tag12.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32.xml"/><Relationship Id="rId8" Type="http://schemas.openxmlformats.org/officeDocument/2006/relationships/tags" Target="../tags/tag31.xml"/><Relationship Id="rId7" Type="http://schemas.openxmlformats.org/officeDocument/2006/relationships/tags" Target="../tags/tag30.xml"/><Relationship Id="rId6" Type="http://schemas.openxmlformats.org/officeDocument/2006/relationships/tags" Target="../tags/tag29.xml"/><Relationship Id="rId5" Type="http://schemas.openxmlformats.org/officeDocument/2006/relationships/tags" Target="../tags/tag28.xml"/><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6.xml"/><Relationship Id="rId4" Type="http://schemas.openxmlformats.org/officeDocument/2006/relationships/tags" Target="../tags/tag35.xml"/><Relationship Id="rId3" Type="http://schemas.openxmlformats.org/officeDocument/2006/relationships/tags" Target="../tags/tag34.xml"/><Relationship Id="rId2" Type="http://schemas.openxmlformats.org/officeDocument/2006/relationships/tags" Target="../tags/tag33.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5.xml"/><Relationship Id="rId6" Type="http://schemas.openxmlformats.org/officeDocument/2006/relationships/tags" Target="../tags/tag44.xml"/><Relationship Id="rId5" Type="http://schemas.openxmlformats.org/officeDocument/2006/relationships/tags" Target="../tags/tag43.xml"/><Relationship Id="rId4" Type="http://schemas.openxmlformats.org/officeDocument/2006/relationships/tags" Target="../tags/tag42.xml"/><Relationship Id="rId3" Type="http://schemas.openxmlformats.org/officeDocument/2006/relationships/tags" Target="../tags/tag41.xml"/><Relationship Id="rId2" Type="http://schemas.openxmlformats.org/officeDocument/2006/relationships/tags" Target="../tags/tag40.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50.xml"/><Relationship Id="rId5" Type="http://schemas.openxmlformats.org/officeDocument/2006/relationships/tags" Target="../tags/tag49.xml"/><Relationship Id="rId4" Type="http://schemas.openxmlformats.org/officeDocument/2006/relationships/tags" Target="../tags/tag48.xml"/><Relationship Id="rId3" Type="http://schemas.openxmlformats.org/officeDocument/2006/relationships/tags" Target="../tags/tag47.xml"/><Relationship Id="rId2" Type="http://schemas.openxmlformats.org/officeDocument/2006/relationships/tags" Target="../tags/tag46.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4.xml"/><Relationship Id="rId4" Type="http://schemas.openxmlformats.org/officeDocument/2006/relationships/tags" Target="../tags/tag53.xml"/><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8.xml"/><Relationship Id="rId5" Type="http://schemas.openxmlformats.org/officeDocument/2006/relationships/tags" Target="../tags/tag57.xml"/><Relationship Id="rId4" Type="http://schemas.openxmlformats.org/officeDocument/2006/relationships/tags" Target="../tags/tag56.xml"/><Relationship Id="rId3" Type="http://schemas.openxmlformats.org/officeDocument/2006/relationships/tags" Target="../tags/tag55.xm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bwMode="auto">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3"/>
            </p:custDataLst>
          </p:nvPr>
        </p:nvSpPr>
        <p:spPr>
          <a:xfrm>
            <a:off x="1143001" y="2032001"/>
            <a:ext cx="6858000" cy="1396630"/>
          </a:xfrm>
        </p:spPr>
        <p:txBody>
          <a:bodyPr rIns="25400" anchor="b">
            <a:noAutofit/>
          </a:bodyPr>
          <a:lstStyle>
            <a:lvl1pPr algn="ctr">
              <a:defRPr sz="4800" spc="600">
                <a:solidFill>
                  <a:schemeClr val="bg1"/>
                </a:solidFill>
              </a:defRPr>
            </a:lvl1pPr>
          </a:lstStyle>
          <a:p>
            <a:r>
              <a:rPr lang="zh-CN" altLang="en-US" noProof="1"/>
              <a:t>单击此处编辑标题</a:t>
            </a:r>
            <a:endParaRPr lang="zh-CN" altLang="en-US" noProof="1"/>
          </a:p>
        </p:txBody>
      </p:sp>
      <p:sp>
        <p:nvSpPr>
          <p:cNvPr id="3" name="副标题 2"/>
          <p:cNvSpPr>
            <a:spLocks noGrp="1"/>
          </p:cNvSpPr>
          <p:nvPr>
            <p:ph type="subTitle" idx="1"/>
            <p:custDataLst>
              <p:tags r:id="rId4"/>
            </p:custDataLst>
          </p:nvPr>
        </p:nvSpPr>
        <p:spPr>
          <a:xfrm>
            <a:off x="1143001" y="3587404"/>
            <a:ext cx="6858000" cy="1021031"/>
          </a:xfrm>
        </p:spPr>
        <p:txBody>
          <a:bodyPr tIns="38100" rIns="76200" bIns="38100">
            <a:noAutofit/>
          </a:bodyPr>
          <a:lstStyle>
            <a:lvl1pPr marL="0" indent="0" algn="ctr" eaLnBrk="1" fontAlgn="auto" latinLnBrk="0" hangingPunct="1">
              <a:lnSpc>
                <a:spcPct val="100000"/>
              </a:lnSpc>
              <a:buNone/>
              <a:defRPr sz="1800" u="none" strike="noStrike" kern="1200" cap="none" spc="200" normalizeH="0" baseline="0">
                <a:solidFill>
                  <a:schemeClr val="bg1"/>
                </a:solidFill>
                <a:uFillTx/>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endParaRPr lang="zh-CN" altLang="en-US" noProof="1"/>
          </a:p>
        </p:txBody>
      </p:sp>
      <p:sp>
        <p:nvSpPr>
          <p:cNvPr id="4" name="日期占位符 15"/>
          <p:cNvSpPr>
            <a:spLocks noGrp="1"/>
          </p:cNvSpPr>
          <p:nvPr>
            <p:ph type="dt" sz="half" idx="10"/>
            <p:custDataLst>
              <p:tags r:id="rId5"/>
            </p:custDataLst>
          </p:nvPr>
        </p:nvSpPr>
        <p:spPr/>
        <p:txBody>
          <a:bodyPr/>
          <a:lstStyle>
            <a:lvl1pPr>
              <a:buFontTx/>
              <a:buNone/>
              <a:defRPr noProof="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530820CF-B880-4189-942D-D702A7CBA730}" type="datetimeFigureOut">
              <a:rPr lang="zh-CN" altLang="en-US" smtClean="0"/>
            </a:fld>
            <a:endParaRPr lang="zh-CN" altLang="en-US"/>
          </a:p>
        </p:txBody>
      </p:sp>
      <p:sp>
        <p:nvSpPr>
          <p:cNvPr id="5" name="页脚占位符 16"/>
          <p:cNvSpPr>
            <a:spLocks noGrp="1"/>
          </p:cNvSpPr>
          <p:nvPr>
            <p:ph type="ftr" sz="quarter" idx="11"/>
            <p:custDataLst>
              <p:tags r:id="rId6"/>
            </p:custDataLst>
          </p:nvPr>
        </p:nvSpPr>
        <p:spPr/>
        <p:txBody>
          <a:bodyPr/>
          <a:lstStyle>
            <a:lvl1pPr>
              <a:buFontTx/>
              <a:buNone/>
              <a:defRPr noProof="0" dirty="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6" name="灯片编号占位符 17"/>
          <p:cNvSpPr>
            <a:spLocks noGrp="1"/>
          </p:cNvSpPr>
          <p:nvPr>
            <p:ph type="sldNum" sz="quarter" idx="12"/>
            <p:custDataLst>
              <p:tags r:id="rId7"/>
            </p:custDataLst>
          </p:nvPr>
        </p:nvSpPr>
        <p:spPr/>
        <p:txBody>
          <a:bodyPr/>
          <a:lstStyle>
            <a:lvl1pPr>
              <a:buFontTx/>
              <a:buNone/>
              <a:defRPr noProof="0">
                <a:solidFill>
                  <a:schemeClr val="tx1">
                    <a:tint val="75000"/>
                  </a:schemeClr>
                </a:solidFill>
              </a:defRPr>
            </a:lvl1p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12" y="443234"/>
            <a:ext cx="8139178" cy="441964"/>
          </a:xfrm>
        </p:spPr>
        <p:txBody>
          <a:bodyPr rtlCol="0">
            <a:noAutofit/>
          </a:bodyPr>
          <a:lstStyle>
            <a:lvl1pPr marL="0" marR="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defRPr>
            </a:lvl1pPr>
          </a:lstStyle>
          <a:p>
            <a:pPr lvl="0"/>
            <a:r>
              <a:rPr lang="zh-CN" altLang="en-US" noProof="1">
                <a:sym typeface="+mn-ea"/>
              </a:rPr>
              <a:t>单击此处编辑母版标题样式</a:t>
            </a:r>
            <a:endParaRPr noProof="1">
              <a:sym typeface="+mn-ea"/>
            </a:endParaRPr>
          </a:p>
        </p:txBody>
      </p:sp>
      <p:sp>
        <p:nvSpPr>
          <p:cNvPr id="3" name="内容占位符 2"/>
          <p:cNvSpPr>
            <a:spLocks noGrp="1"/>
          </p:cNvSpPr>
          <p:nvPr>
            <p:ph idx="1"/>
            <p:custDataLst>
              <p:tags r:id="rId3"/>
            </p:custDataLst>
          </p:nvPr>
        </p:nvSpPr>
        <p:spPr>
          <a:xfrm>
            <a:off x="502412" y="952508"/>
            <a:ext cx="8139178" cy="5388907"/>
          </a:xfrm>
        </p:spPr>
        <p:txBody>
          <a:bodyPr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defRPr>
            </a:lvl5pPr>
          </a:lstStyle>
          <a:p>
            <a:pPr lvl="0"/>
            <a:r>
              <a:rPr lang="zh-CN" altLang="en-US" noProof="1">
                <a:sym typeface="+mn-ea"/>
              </a:rPr>
              <a:t>单击此处编辑母版文本样式</a:t>
            </a:r>
            <a:endParaRPr lang="zh-CN" altLang="en-US" noProof="1">
              <a:sym typeface="+mn-ea"/>
            </a:endParaRPr>
          </a:p>
          <a:p>
            <a:pPr lvl="1"/>
            <a:r>
              <a:rPr lang="zh-CN" altLang="en-US" noProof="1">
                <a:sym typeface="+mn-ea"/>
              </a:rPr>
              <a:t>第二级</a:t>
            </a:r>
            <a:endParaRPr lang="zh-CN" altLang="en-US" noProof="1">
              <a:sym typeface="+mn-ea"/>
            </a:endParaRPr>
          </a:p>
          <a:p>
            <a:pPr lvl="2"/>
            <a:r>
              <a:rPr lang="zh-CN" altLang="en-US" noProof="1">
                <a:sym typeface="+mn-ea"/>
              </a:rPr>
              <a:t>第三级</a:t>
            </a:r>
            <a:endParaRPr lang="zh-CN" altLang="en-US" noProof="1">
              <a:sym typeface="+mn-ea"/>
            </a:endParaRPr>
          </a:p>
          <a:p>
            <a:pPr lvl="3"/>
            <a:r>
              <a:rPr lang="zh-CN" altLang="en-US" noProof="1">
                <a:sym typeface="+mn-ea"/>
              </a:rPr>
              <a:t>第四级</a:t>
            </a:r>
            <a:endParaRPr lang="zh-CN" altLang="en-US" noProof="1">
              <a:sym typeface="+mn-ea"/>
            </a:endParaRPr>
          </a:p>
          <a:p>
            <a:pPr lvl="4"/>
            <a:r>
              <a:rPr lang="zh-CN" altLang="en-US" noProof="1">
                <a:sym typeface="+mn-ea"/>
              </a:rPr>
              <a:t>第五级</a:t>
            </a:r>
            <a:endParaRPr noProof="1">
              <a:sym typeface="+mn-ea"/>
            </a:endParaRPr>
          </a:p>
        </p:txBody>
      </p:sp>
      <p:sp>
        <p:nvSpPr>
          <p:cNvPr id="7" name="日期占位符 3"/>
          <p:cNvSpPr>
            <a:spLocks noGrp="1"/>
          </p:cNvSpPr>
          <p:nvPr>
            <p:ph type="dt" sz="half" idx="10"/>
            <p:custDataLst>
              <p:tags r:id="rId4"/>
            </p:custDataLst>
          </p:nvPr>
        </p:nvSpPr>
        <p:spPr/>
        <p:txBody>
          <a:bodyPr/>
          <a:lstStyle>
            <a:lvl1pPr>
              <a:defRPr>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1pPr>
          </a:lstStyle>
          <a:p>
            <a:fld id="{530820CF-B880-4189-942D-D702A7CBA730}" type="datetimeFigureOut">
              <a:rPr lang="zh-CN" altLang="en-US" smtClean="0"/>
            </a:fld>
            <a:endParaRPr lang="zh-CN" altLang="en-US"/>
          </a:p>
        </p:txBody>
      </p:sp>
      <p:sp>
        <p:nvSpPr>
          <p:cNvPr id="8" name="页脚占位符 4"/>
          <p:cNvSpPr>
            <a:spLocks noGrp="1"/>
          </p:cNvSpPr>
          <p:nvPr>
            <p:ph type="ftr" sz="quarter" idx="11"/>
            <p:custDataLst>
              <p:tags r:id="rId5"/>
            </p:custDataLst>
          </p:nvPr>
        </p:nvSpPr>
        <p:spPr/>
        <p:txBody>
          <a:bodyPr/>
          <a:lstStyle>
            <a:lvl1pPr>
              <a:defRPr>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9" name="灯片编号占位符 5"/>
          <p:cNvSpPr>
            <a:spLocks noGrp="1"/>
          </p:cNvSpPr>
          <p:nvPr>
            <p:ph type="sldNum" sz="quarter" idx="12"/>
            <p:custDataLst>
              <p:tags r:id="rId6"/>
            </p:custDataLst>
          </p:nvPr>
        </p:nvSpPr>
        <p:spPr/>
        <p:txBody>
          <a:bodyPr/>
          <a:lstStyle>
            <a:lvl1pPr>
              <a:defRPr smtClean="0">
                <a:solidFill>
                  <a:schemeClr val="tx1">
                    <a:lumMod val="85000"/>
                    <a:lumOff val="15000"/>
                  </a:schemeClr>
                </a:solidFill>
              </a:defRPr>
            </a:lvl1pPr>
          </a:lstStyle>
          <a:p>
            <a:fld id="{0C913308-F349-4B6D-A68A-DD1791B4A57B}" type="slidenum">
              <a:rPr lang="zh-CN" altLang="en-US" smtClean="0"/>
            </a:fld>
            <a:endParaRPr lang="zh-CN" altLang="en-US"/>
          </a:p>
        </p:txBody>
      </p:sp>
      <p:sp>
        <p:nvSpPr>
          <p:cNvPr id="10" name="六边形 9"/>
          <p:cNvSpPr/>
          <p:nvPr>
            <p:custDataLst>
              <p:tags r:id="rId7"/>
            </p:custDataLst>
          </p:nvPr>
        </p:nvSpPr>
        <p:spPr>
          <a:xfrm>
            <a:off x="118462" y="443234"/>
            <a:ext cx="383949" cy="441964"/>
          </a:xfrm>
          <a:prstGeom prst="hexagon">
            <a:avLst/>
          </a:prstGeom>
          <a:solidFill>
            <a:schemeClr val="accent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Tx/>
              <a:buNone/>
              <a:defRPr/>
            </a:pPr>
            <a:endParaRPr lang="zh-CN" altLang="en-US" sz="2400" noProof="1">
              <a:latin typeface="微软雅黑" panose="020B0503020204020204" charset="-122"/>
              <a:cs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pic>
        <p:nvPicPr>
          <p:cNvPr id="11" name="图片 10" descr="image1"/>
          <p:cNvPicPr>
            <a:picLocks noChangeAspect="1"/>
          </p:cNvPicPr>
          <p:nvPr>
            <p:custDataLst>
              <p:tags r:id="rId2"/>
            </p:custDataLst>
          </p:nvPr>
        </p:nvPicPr>
        <p:blipFill>
          <a:blip r:embed="rId3"/>
          <a:srcRect l="3780" r="3660"/>
          <a:stretch>
            <a:fillRect/>
          </a:stretch>
        </p:blipFill>
        <p:spPr>
          <a:xfrm rot="5400000">
            <a:off x="-1006316" y="1336675"/>
            <a:ext cx="5153501" cy="4185285"/>
          </a:xfrm>
          <a:prstGeom prst="rect">
            <a:avLst/>
          </a:prstGeom>
        </p:spPr>
      </p:pic>
      <p:sp>
        <p:nvSpPr>
          <p:cNvPr id="5" name="六边形 4"/>
          <p:cNvSpPr/>
          <p:nvPr>
            <p:custDataLst>
              <p:tags r:id="rId4"/>
            </p:custDataLst>
          </p:nvPr>
        </p:nvSpPr>
        <p:spPr>
          <a:xfrm>
            <a:off x="2711054" y="2924175"/>
            <a:ext cx="879872" cy="1009650"/>
          </a:xfrm>
          <a:prstGeom prst="hexagon">
            <a:avLst/>
          </a:prstGeom>
          <a:solidFill>
            <a:schemeClr val="accent2"/>
          </a:solidFill>
          <a:ln>
            <a:solidFill>
              <a:schemeClr val="accent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400">
              <a:solidFill>
                <a:schemeClr val="tx1">
                  <a:lumMod val="85000"/>
                  <a:lumOff val="15000"/>
                </a:schemeClr>
              </a:solidFill>
              <a:latin typeface="微软雅黑" panose="020B0503020204020204" charset="-122"/>
              <a:cs typeface="微软雅黑" panose="020B0503020204020204" charset="-122"/>
            </a:endParaRPr>
          </a:p>
        </p:txBody>
      </p:sp>
      <p:sp>
        <p:nvSpPr>
          <p:cNvPr id="2" name="标题 1"/>
          <p:cNvSpPr>
            <a:spLocks noGrp="1"/>
          </p:cNvSpPr>
          <p:nvPr>
            <p:ph type="title" hasCustomPrompt="1"/>
            <p:custDataLst>
              <p:tags r:id="rId5"/>
            </p:custDataLst>
          </p:nvPr>
        </p:nvSpPr>
        <p:spPr>
          <a:xfrm>
            <a:off x="3923929" y="2673627"/>
            <a:ext cx="3455876" cy="816646"/>
          </a:xfrm>
        </p:spPr>
        <p:txBody>
          <a:bodyPr rIns="63500" anchor="b">
            <a:noAutofit/>
          </a:bodyPr>
          <a:lstStyle>
            <a:lvl1pPr>
              <a:defRPr sz="3000" u="none" strike="noStrike" kern="1200" cap="none" spc="300" normalizeH="0">
                <a:solidFill>
                  <a:schemeClr val="tx1">
                    <a:lumMod val="85000"/>
                    <a:lumOff val="15000"/>
                  </a:schemeClr>
                </a:solidFill>
                <a:uFillTx/>
                <a:latin typeface="微软雅黑" panose="020B0503020204020204" charset="-122"/>
                <a:ea typeface="微软雅黑" panose="020B0503020204020204" charset="-122"/>
              </a:defRPr>
            </a:lvl1pPr>
          </a:lstStyle>
          <a:p>
            <a:r>
              <a:rPr lang="zh-CN" altLang="en-US" noProof="1"/>
              <a:t>单击此处编辑标题</a:t>
            </a:r>
            <a:endParaRPr lang="zh-CN" altLang="en-US" noProof="1"/>
          </a:p>
        </p:txBody>
      </p:sp>
      <p:sp>
        <p:nvSpPr>
          <p:cNvPr id="3" name="文本占位符 2"/>
          <p:cNvSpPr>
            <a:spLocks noGrp="1"/>
          </p:cNvSpPr>
          <p:nvPr>
            <p:ph type="body" idx="1"/>
            <p:custDataLst>
              <p:tags r:id="rId6"/>
            </p:custDataLst>
          </p:nvPr>
        </p:nvSpPr>
        <p:spPr>
          <a:xfrm>
            <a:off x="3923928" y="3571479"/>
            <a:ext cx="3455876" cy="682469"/>
          </a:xfrm>
        </p:spPr>
        <p:txBody>
          <a:bodyPr tIns="38100" rIns="76200" bIns="38100">
            <a:noAutofit/>
          </a:bodyPr>
          <a:lstStyle>
            <a:lvl1pPr marL="0" indent="0" eaLnBrk="1" fontAlgn="auto" latinLnBrk="0" hangingPunct="1">
              <a:buNone/>
              <a:defRPr kumimoji="0" lang="zh-CN" altLang="en-US" sz="1800" b="0" i="0" u="none" strike="noStrike" kern="1200" cap="none" spc="150" normalizeH="0" baseline="0" noProof="1">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sym typeface="+mn-ea"/>
              </a:rPr>
              <a:t>单击此处</a:t>
            </a:r>
            <a:r>
              <a:rPr lang="zh-CN" altLang="en-US" noProof="1"/>
              <a:t>编辑母版文本样式</a:t>
            </a:r>
            <a:endParaRPr lang="zh-CN" altLang="en-US" noProof="1"/>
          </a:p>
        </p:txBody>
      </p:sp>
      <p:sp>
        <p:nvSpPr>
          <p:cNvPr id="6" name="日期占位符 3"/>
          <p:cNvSpPr>
            <a:spLocks noGrp="1"/>
          </p:cNvSpPr>
          <p:nvPr>
            <p:ph type="dt" sz="half" idx="10"/>
            <p:custDataLst>
              <p:tags r:id="rId7"/>
            </p:custDataLst>
          </p:nvPr>
        </p:nvSpPr>
        <p:spPr/>
        <p:txBody>
          <a:bodyPr/>
          <a:lstStyle>
            <a:lvl1pPr>
              <a:defRPr>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1pPr>
          </a:lstStyle>
          <a:p>
            <a:fld id="{530820CF-B880-4189-942D-D702A7CBA730}" type="datetimeFigureOut">
              <a:rPr lang="zh-CN" altLang="en-US" smtClean="0"/>
            </a:fld>
            <a:endParaRPr lang="zh-CN" altLang="en-US"/>
          </a:p>
        </p:txBody>
      </p:sp>
      <p:sp>
        <p:nvSpPr>
          <p:cNvPr id="7" name="页脚占位符 4"/>
          <p:cNvSpPr>
            <a:spLocks noGrp="1"/>
          </p:cNvSpPr>
          <p:nvPr>
            <p:ph type="ftr" sz="quarter" idx="11"/>
            <p:custDataLst>
              <p:tags r:id="rId8"/>
            </p:custDataLst>
          </p:nvPr>
        </p:nvSpPr>
        <p:spPr/>
        <p:txBody>
          <a:bodyPr/>
          <a:lstStyle>
            <a:lvl1pPr>
              <a:defRPr>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8" name="灯片编号占位符 5"/>
          <p:cNvSpPr>
            <a:spLocks noGrp="1"/>
          </p:cNvSpPr>
          <p:nvPr>
            <p:ph type="sldNum" sz="quarter" idx="12"/>
            <p:custDataLst>
              <p:tags r:id="rId9"/>
            </p:custDataLst>
          </p:nvPr>
        </p:nvSpPr>
        <p:spPr/>
        <p:txBody>
          <a:bodyPr/>
          <a:lstStyle>
            <a:lvl1pPr>
              <a:defRPr smtClean="0">
                <a:solidFill>
                  <a:schemeClr val="tx1">
                    <a:lumMod val="85000"/>
                    <a:lumOff val="15000"/>
                  </a:schemeClr>
                </a:solidFill>
              </a:defRPr>
            </a:lvl1p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12" y="443234"/>
            <a:ext cx="8139178" cy="441964"/>
          </a:xfrm>
        </p:spPr>
        <p:txBody>
          <a:bodyPr rtlCol="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stStyle>
          <a:p>
            <a:pPr lvl="0"/>
            <a:r>
              <a:rPr lang="zh-CN" altLang="en-US" noProof="1">
                <a:sym typeface="+mn-ea"/>
              </a:rPr>
              <a:t>单击此处编辑母版标题样式</a:t>
            </a:r>
            <a:endParaRPr noProof="1">
              <a:sym typeface="+mn-ea"/>
            </a:endParaRPr>
          </a:p>
        </p:txBody>
      </p:sp>
      <p:sp>
        <p:nvSpPr>
          <p:cNvPr id="3" name="内容占位符 2"/>
          <p:cNvSpPr>
            <a:spLocks noGrp="1"/>
          </p:cNvSpPr>
          <p:nvPr>
            <p:ph sz="half" idx="1"/>
            <p:custDataLst>
              <p:tags r:id="rId3"/>
            </p:custDataLst>
          </p:nvPr>
        </p:nvSpPr>
        <p:spPr>
          <a:xfrm>
            <a:off x="502448" y="952508"/>
            <a:ext cx="3962432" cy="5388907"/>
          </a:xfrm>
        </p:spPr>
        <p:txBody>
          <a:bodyPr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5pPr>
          </a:lstStyle>
          <a:p>
            <a:pPr lvl="0"/>
            <a:r>
              <a:rPr lang="zh-CN" altLang="en-US" noProof="1">
                <a:sym typeface="+mn-ea"/>
              </a:rPr>
              <a:t>单击此处编辑母版文本样式</a:t>
            </a:r>
            <a:endParaRPr lang="zh-CN" altLang="en-US" noProof="1">
              <a:sym typeface="+mn-ea"/>
            </a:endParaRPr>
          </a:p>
          <a:p>
            <a:pPr lvl="1"/>
            <a:r>
              <a:rPr lang="zh-CN" altLang="en-US" noProof="1">
                <a:sym typeface="+mn-ea"/>
              </a:rPr>
              <a:t>第二级</a:t>
            </a:r>
            <a:endParaRPr lang="zh-CN" altLang="en-US" noProof="1">
              <a:sym typeface="+mn-ea"/>
            </a:endParaRPr>
          </a:p>
          <a:p>
            <a:pPr lvl="2"/>
            <a:r>
              <a:rPr lang="zh-CN" altLang="en-US" noProof="1">
                <a:sym typeface="+mn-ea"/>
              </a:rPr>
              <a:t>第三级</a:t>
            </a:r>
            <a:endParaRPr lang="zh-CN" altLang="en-US" noProof="1">
              <a:sym typeface="+mn-ea"/>
            </a:endParaRPr>
          </a:p>
          <a:p>
            <a:pPr lvl="3"/>
            <a:r>
              <a:rPr lang="zh-CN" altLang="en-US" noProof="1">
                <a:sym typeface="+mn-ea"/>
              </a:rPr>
              <a:t>第四级</a:t>
            </a:r>
            <a:endParaRPr lang="zh-CN" altLang="en-US" noProof="1">
              <a:sym typeface="+mn-ea"/>
            </a:endParaRPr>
          </a:p>
          <a:p>
            <a:pPr lvl="4"/>
            <a:r>
              <a:rPr lang="zh-CN" altLang="en-US" noProof="1">
                <a:sym typeface="+mn-ea"/>
              </a:rPr>
              <a:t>第五级</a:t>
            </a:r>
            <a:endParaRPr noProof="1">
              <a:sym typeface="+mn-ea"/>
            </a:endParaRPr>
          </a:p>
        </p:txBody>
      </p:sp>
      <p:sp>
        <p:nvSpPr>
          <p:cNvPr id="4" name="内容占位符 3"/>
          <p:cNvSpPr>
            <a:spLocks noGrp="1"/>
          </p:cNvSpPr>
          <p:nvPr>
            <p:ph sz="half" idx="2"/>
            <p:custDataLst>
              <p:tags r:id="rId4"/>
            </p:custDataLst>
          </p:nvPr>
        </p:nvSpPr>
        <p:spPr>
          <a:xfrm>
            <a:off x="4679158" y="952508"/>
            <a:ext cx="3962432" cy="5388907"/>
          </a:xfrm>
        </p:spPr>
        <p:txBody>
          <a:bodyPr>
            <a:noAutofit/>
          </a:bodyPr>
          <a:lstStyle>
            <a:lvl1pPr>
              <a:defRPr sz="1200">
                <a:solidFill>
                  <a:schemeClr val="tx1"/>
                </a:solidFill>
                <a:latin typeface="微软雅黑" panose="020B0503020204020204" charset="-122"/>
                <a:ea typeface="微软雅黑" panose="020B0503020204020204" charset="-122"/>
              </a:defRPr>
            </a:lvl1pPr>
            <a:lvl2pPr>
              <a:defRPr sz="1200">
                <a:solidFill>
                  <a:schemeClr val="tx1"/>
                </a:solidFill>
                <a:latin typeface="微软雅黑" panose="020B0503020204020204" charset="-122"/>
                <a:ea typeface="微软雅黑" panose="020B0503020204020204" charset="-122"/>
              </a:defRPr>
            </a:lvl2pPr>
            <a:lvl3pPr>
              <a:defRPr sz="1200">
                <a:solidFill>
                  <a:schemeClr val="tx1"/>
                </a:solidFill>
                <a:latin typeface="微软雅黑" panose="020B0503020204020204" charset="-122"/>
                <a:ea typeface="微软雅黑" panose="020B0503020204020204" charset="-122"/>
              </a:defRPr>
            </a:lvl3pPr>
            <a:lvl4pPr>
              <a:defRPr sz="1200">
                <a:solidFill>
                  <a:schemeClr val="tx1"/>
                </a:solidFill>
                <a:latin typeface="微软雅黑" panose="020B0503020204020204" charset="-122"/>
                <a:ea typeface="微软雅黑" panose="020B0503020204020204" charset="-122"/>
              </a:defRPr>
            </a:lvl4pPr>
            <a:lvl5pPr>
              <a:defRPr sz="1200">
                <a:solidFill>
                  <a:schemeClr val="tx1"/>
                </a:solidFill>
                <a:latin typeface="微软雅黑" panose="020B0503020204020204" charset="-122"/>
                <a:ea typeface="微软雅黑" panose="020B0503020204020204" charset="-122"/>
              </a:defRPr>
            </a:lvl5pPr>
          </a:lstStyle>
          <a:p>
            <a:pPr lvl="0"/>
            <a:r>
              <a:rPr lang="zh-CN" altLang="en-US" noProof="1">
                <a:sym typeface="+mn-ea"/>
              </a:rPr>
              <a:t>单击此处</a:t>
            </a:r>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8" name="日期占位符 4"/>
          <p:cNvSpPr>
            <a:spLocks noGrp="1"/>
          </p:cNvSpPr>
          <p:nvPr>
            <p:ph type="dt" sz="half" idx="10"/>
            <p:custDataLst>
              <p:tags r:id="rId5"/>
            </p:custDataLst>
          </p:nvPr>
        </p:nvSpPr>
        <p:spPr/>
        <p:txBody>
          <a:bodyPr/>
          <a:lstStyle>
            <a:lvl1pPr>
              <a:buFontTx/>
              <a:buNone/>
              <a:defRPr noProof="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530820CF-B880-4189-942D-D702A7CBA730}" type="datetimeFigureOut">
              <a:rPr lang="zh-CN" altLang="en-US" smtClean="0"/>
            </a:fld>
            <a:endParaRPr lang="zh-CN" altLang="en-US"/>
          </a:p>
        </p:txBody>
      </p:sp>
      <p:sp>
        <p:nvSpPr>
          <p:cNvPr id="9" name="页脚占位符 5"/>
          <p:cNvSpPr>
            <a:spLocks noGrp="1"/>
          </p:cNvSpPr>
          <p:nvPr>
            <p:ph type="ftr" sz="quarter" idx="11"/>
            <p:custDataLst>
              <p:tags r:id="rId6"/>
            </p:custDataLst>
          </p:nvPr>
        </p:nvSpPr>
        <p:spPr/>
        <p:txBody>
          <a:bodyPr/>
          <a:lstStyle>
            <a:lvl1pPr>
              <a:buFontTx/>
              <a:buNone/>
              <a:defRPr noProof="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10" name="灯片编号占位符 6"/>
          <p:cNvSpPr>
            <a:spLocks noGrp="1"/>
          </p:cNvSpPr>
          <p:nvPr>
            <p:ph type="sldNum" sz="quarter" idx="12"/>
            <p:custDataLst>
              <p:tags r:id="rId7"/>
            </p:custDataLst>
          </p:nvPr>
        </p:nvSpPr>
        <p:spPr/>
        <p:txBody>
          <a:bodyPr/>
          <a:lstStyle>
            <a:lvl1pPr>
              <a:buFontTx/>
              <a:buNone/>
              <a:defRPr noProof="0">
                <a:solidFill>
                  <a:schemeClr val="tx1">
                    <a:tint val="75000"/>
                  </a:schemeClr>
                </a:solidFill>
              </a:defRPr>
            </a:lvl1p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12" y="443234"/>
            <a:ext cx="8139178" cy="441964"/>
          </a:xfrm>
        </p:spPr>
        <p:txBody>
          <a:bodyPr rtlCol="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stStyle>
          <a:p>
            <a:pPr lvl="0"/>
            <a:r>
              <a:rPr lang="zh-CN" altLang="en-US" noProof="1">
                <a:sym typeface="+mn-ea"/>
              </a:rPr>
              <a:t>单击此处编辑母版标题样式</a:t>
            </a:r>
            <a:endParaRPr noProof="1">
              <a:sym typeface="+mn-ea"/>
            </a:endParaRPr>
          </a:p>
        </p:txBody>
      </p:sp>
      <p:sp>
        <p:nvSpPr>
          <p:cNvPr id="3" name="文本占位符 2"/>
          <p:cNvSpPr>
            <a:spLocks noGrp="1"/>
          </p:cNvSpPr>
          <p:nvPr>
            <p:ph type="body" idx="1"/>
            <p:custDataLst>
              <p:tags r:id="rId3"/>
            </p:custDataLst>
          </p:nvPr>
        </p:nvSpPr>
        <p:spPr>
          <a:xfrm>
            <a:off x="502448" y="952508"/>
            <a:ext cx="3962432" cy="381003"/>
          </a:xfrm>
        </p:spPr>
        <p:txBody>
          <a:bodyPr tIns="38100" rIns="76200" bIns="38100">
            <a:noAutofit/>
          </a:bodyPr>
          <a:lstStyle>
            <a:lvl1pPr marL="0" indent="0" eaLnBrk="1" fontAlgn="auto" latinLnBrk="0" hangingPunct="1">
              <a:lnSpc>
                <a:spcPct val="100000"/>
              </a:lnSpc>
              <a:spcAft>
                <a:spcPts val="0"/>
              </a:spcAft>
              <a:buNone/>
              <a:defRPr sz="1500" b="0" u="none" strike="noStrike" kern="1200" cap="none" spc="200" normalizeH="0" baseline="0">
                <a:solidFill>
                  <a:schemeClr val="tx1"/>
                </a:solidFill>
                <a:uFillTx/>
                <a:latin typeface="微软雅黑" panose="020B0503020204020204" charset="-122"/>
                <a:ea typeface="微软雅黑" panose="020B0503020204020204" charset="-122"/>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sym typeface="+mn-ea"/>
              </a:rPr>
              <a:t>单击此处</a:t>
            </a:r>
            <a:r>
              <a:rPr lang="zh-CN" altLang="en-US" noProof="1"/>
              <a:t>编辑母版文本样式</a:t>
            </a:r>
            <a:endParaRPr lang="zh-CN" altLang="en-US" noProof="1"/>
          </a:p>
        </p:txBody>
      </p:sp>
      <p:sp>
        <p:nvSpPr>
          <p:cNvPr id="4" name="内容占位符 3"/>
          <p:cNvSpPr>
            <a:spLocks noGrp="1"/>
          </p:cNvSpPr>
          <p:nvPr>
            <p:ph sz="half" idx="2"/>
            <p:custDataLst>
              <p:tags r:id="rId4"/>
            </p:custDataLst>
          </p:nvPr>
        </p:nvSpPr>
        <p:spPr>
          <a:xfrm>
            <a:off x="502444" y="1406525"/>
            <a:ext cx="3962400" cy="4934752"/>
          </a:xfrm>
        </p:spPr>
        <p:txBody>
          <a:bodyPr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5pPr>
          </a:lstStyle>
          <a:p>
            <a:pPr lvl="0"/>
            <a:r>
              <a:rPr lang="zh-CN" altLang="en-US" noProof="1">
                <a:sym typeface="+mn-ea"/>
              </a:rPr>
              <a:t>单击此处编辑母版文本样式</a:t>
            </a:r>
            <a:endParaRPr lang="zh-CN" altLang="en-US" noProof="1">
              <a:sym typeface="+mn-ea"/>
            </a:endParaRPr>
          </a:p>
          <a:p>
            <a:pPr lvl="1"/>
            <a:r>
              <a:rPr lang="zh-CN" altLang="en-US" noProof="1">
                <a:sym typeface="+mn-ea"/>
              </a:rPr>
              <a:t>第二级</a:t>
            </a:r>
            <a:endParaRPr lang="zh-CN" altLang="en-US" noProof="1">
              <a:sym typeface="+mn-ea"/>
            </a:endParaRPr>
          </a:p>
          <a:p>
            <a:pPr lvl="2"/>
            <a:r>
              <a:rPr lang="zh-CN" altLang="en-US" noProof="1">
                <a:sym typeface="+mn-ea"/>
              </a:rPr>
              <a:t>第三级</a:t>
            </a:r>
            <a:endParaRPr lang="zh-CN" altLang="en-US" noProof="1">
              <a:sym typeface="+mn-ea"/>
            </a:endParaRPr>
          </a:p>
          <a:p>
            <a:pPr lvl="3"/>
            <a:r>
              <a:rPr lang="zh-CN" altLang="en-US" noProof="1">
                <a:sym typeface="+mn-ea"/>
              </a:rPr>
              <a:t>第四级</a:t>
            </a:r>
            <a:endParaRPr lang="zh-CN" altLang="en-US" noProof="1">
              <a:sym typeface="+mn-ea"/>
            </a:endParaRPr>
          </a:p>
          <a:p>
            <a:pPr lvl="4"/>
            <a:r>
              <a:rPr lang="zh-CN" altLang="en-US" noProof="1">
                <a:sym typeface="+mn-ea"/>
              </a:rPr>
              <a:t>第五级</a:t>
            </a:r>
            <a:endParaRPr noProof="1">
              <a:sym typeface="+mn-ea"/>
            </a:endParaRPr>
          </a:p>
        </p:txBody>
      </p:sp>
      <p:sp>
        <p:nvSpPr>
          <p:cNvPr id="5" name="文本占位符 4"/>
          <p:cNvSpPr>
            <a:spLocks noGrp="1"/>
          </p:cNvSpPr>
          <p:nvPr>
            <p:ph type="body" sz="quarter" idx="3"/>
            <p:custDataLst>
              <p:tags r:id="rId5"/>
            </p:custDataLst>
          </p:nvPr>
        </p:nvSpPr>
        <p:spPr>
          <a:xfrm>
            <a:off x="4676813" y="952508"/>
            <a:ext cx="3962432" cy="381003"/>
          </a:xfrm>
        </p:spPr>
        <p:txBody>
          <a:bodyPr tIns="38100" rIns="76200" bIns="38100" rtlCol="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1500" b="0" i="0" u="none" strike="noStrike" kern="1200" cap="none" spc="20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sym typeface="+mn-ea"/>
              </a:rPr>
              <a:t>单击此处编辑母版文本样式</a:t>
            </a:r>
            <a:endParaRPr lang="zh-CN" altLang="en-US" noProof="1">
              <a:sym typeface="+mn-ea"/>
            </a:endParaRPr>
          </a:p>
        </p:txBody>
      </p:sp>
      <p:sp>
        <p:nvSpPr>
          <p:cNvPr id="6" name="内容占位符 5"/>
          <p:cNvSpPr>
            <a:spLocks noGrp="1"/>
          </p:cNvSpPr>
          <p:nvPr>
            <p:ph sz="quarter" idx="4"/>
            <p:custDataLst>
              <p:tags r:id="rId6"/>
            </p:custDataLst>
          </p:nvPr>
        </p:nvSpPr>
        <p:spPr>
          <a:xfrm>
            <a:off x="4676813" y="1406525"/>
            <a:ext cx="3962432" cy="4934752"/>
          </a:xfrm>
        </p:spPr>
        <p:txBody>
          <a:bodyPr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5pPr>
          </a:lstStyle>
          <a:p>
            <a:pPr lvl="0"/>
            <a:r>
              <a:rPr lang="zh-CN" altLang="en-US" noProof="1">
                <a:sym typeface="+mn-ea"/>
              </a:rPr>
              <a:t>单击此处编辑母版文本样式</a:t>
            </a:r>
            <a:endParaRPr lang="zh-CN" altLang="en-US" noProof="1">
              <a:sym typeface="+mn-ea"/>
            </a:endParaRPr>
          </a:p>
          <a:p>
            <a:pPr lvl="1"/>
            <a:r>
              <a:rPr lang="zh-CN" altLang="en-US" noProof="1">
                <a:sym typeface="+mn-ea"/>
              </a:rPr>
              <a:t>第二级</a:t>
            </a:r>
            <a:endParaRPr lang="zh-CN" altLang="en-US" noProof="1">
              <a:sym typeface="+mn-ea"/>
            </a:endParaRPr>
          </a:p>
          <a:p>
            <a:pPr lvl="2"/>
            <a:r>
              <a:rPr lang="zh-CN" altLang="en-US" noProof="1">
                <a:sym typeface="+mn-ea"/>
              </a:rPr>
              <a:t>第三级</a:t>
            </a:r>
            <a:endParaRPr lang="zh-CN" altLang="en-US" noProof="1">
              <a:sym typeface="+mn-ea"/>
            </a:endParaRPr>
          </a:p>
          <a:p>
            <a:pPr lvl="3"/>
            <a:r>
              <a:rPr lang="zh-CN" altLang="en-US" noProof="1">
                <a:sym typeface="+mn-ea"/>
              </a:rPr>
              <a:t>第四级</a:t>
            </a:r>
            <a:endParaRPr lang="zh-CN" altLang="en-US" noProof="1">
              <a:sym typeface="+mn-ea"/>
            </a:endParaRPr>
          </a:p>
          <a:p>
            <a:pPr lvl="4"/>
            <a:r>
              <a:rPr lang="zh-CN" altLang="en-US" noProof="1">
                <a:sym typeface="+mn-ea"/>
              </a:rPr>
              <a:t>第五级</a:t>
            </a:r>
            <a:endParaRPr noProof="1">
              <a:sym typeface="+mn-ea"/>
            </a:endParaRPr>
          </a:p>
        </p:txBody>
      </p:sp>
      <p:sp>
        <p:nvSpPr>
          <p:cNvPr id="7" name="日期占位符 6"/>
          <p:cNvSpPr>
            <a:spLocks noGrp="1"/>
          </p:cNvSpPr>
          <p:nvPr>
            <p:ph type="dt" sz="half" idx="10"/>
            <p:custDataLst>
              <p:tags r:id="rId7"/>
            </p:custDataLst>
          </p:nvPr>
        </p:nvSpPr>
        <p:spPr/>
        <p:txBody>
          <a:bodyPr/>
          <a:lstStyle>
            <a:lvl1pPr>
              <a:buFontTx/>
              <a:buNone/>
              <a:defRPr noProof="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lvl1pPr>
              <a:buFontTx/>
              <a:buNone/>
              <a:defRPr noProof="0" dirty="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9" name="灯片编号占位符 8"/>
          <p:cNvSpPr>
            <a:spLocks noGrp="1"/>
          </p:cNvSpPr>
          <p:nvPr>
            <p:ph type="sldNum" sz="quarter" idx="12"/>
            <p:custDataLst>
              <p:tags r:id="rId9"/>
            </p:custDataLst>
          </p:nvPr>
        </p:nvSpPr>
        <p:spPr/>
        <p:txBody>
          <a:bodyPr/>
          <a:lstStyle>
            <a:lvl1pPr>
              <a:buFontTx/>
              <a:buNone/>
              <a:defRPr noProof="0">
                <a:solidFill>
                  <a:schemeClr val="tx1">
                    <a:tint val="75000"/>
                  </a:schemeClr>
                </a:solidFill>
              </a:defRPr>
            </a:lvl1p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rtlCol="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solidFill>
                <a:uFillTx/>
                <a:latin typeface="微软雅黑" panose="020B0503020204020204" charset="-122"/>
                <a:ea typeface="微软雅黑" panose="020B0503020204020204" charset="-122"/>
                <a:cs typeface="+mj-cs"/>
                <a:sym typeface="+mn-ea"/>
              </a:defRPr>
            </a:lvl1pPr>
          </a:lstStyle>
          <a:p>
            <a:pPr lvl="0"/>
            <a:r>
              <a:rPr lang="zh-CN" altLang="en-US" noProof="1">
                <a:sym typeface="+mn-ea"/>
              </a:rPr>
              <a:t>单击此处编辑母版标题样式</a:t>
            </a:r>
            <a:endParaRPr noProof="1">
              <a:sym typeface="+mn-ea"/>
            </a:endParaRPr>
          </a:p>
        </p:txBody>
      </p:sp>
      <p:sp>
        <p:nvSpPr>
          <p:cNvPr id="3" name="日期占位符 2"/>
          <p:cNvSpPr>
            <a:spLocks noGrp="1"/>
          </p:cNvSpPr>
          <p:nvPr>
            <p:ph type="dt" sz="half" idx="10"/>
            <p:custDataLst>
              <p:tags r:id="rId3"/>
            </p:custDataLst>
          </p:nvPr>
        </p:nvSpPr>
        <p:spPr/>
        <p:txBody>
          <a:bodyPr/>
          <a:lstStyle>
            <a:lvl1pPr>
              <a:defRPr smtClean="0"/>
            </a:lvl1p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lvl1pPr>
              <a:defRPr/>
            </a:lvl1pPr>
          </a:lstStyle>
          <a:p>
            <a:endParaRPr lang="zh-CN" altLang="en-US"/>
          </a:p>
        </p:txBody>
      </p:sp>
      <p:sp>
        <p:nvSpPr>
          <p:cNvPr id="5" name="灯片编号占位符 4"/>
          <p:cNvSpPr>
            <a:spLocks noGrp="1"/>
          </p:cNvSpPr>
          <p:nvPr>
            <p:ph type="sldNum" sz="quarter" idx="12"/>
            <p:custDataLst>
              <p:tags r:id="rId5"/>
            </p:custDataLst>
          </p:nvPr>
        </p:nvSpPr>
        <p:spPr/>
        <p:txBody>
          <a:bodyPr/>
          <a:lstStyle>
            <a:lvl1pPr>
              <a:defRPr>
                <a:latin typeface="Arial" panose="020B0604020202020204" pitchFamily="34" charset="0"/>
                <a:ea typeface="黑体" panose="02010609060101010101" pitchFamily="49" charset="-122"/>
                <a:cs typeface="+mn-cs"/>
              </a:defRPr>
            </a:lvl1p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lvl1pPr>
              <a:buFontTx/>
              <a:buNone/>
              <a:defRPr noProof="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lvl1pPr>
              <a:buFontTx/>
              <a:buNone/>
              <a:defRPr noProof="0" dirty="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4" name="灯片编号占位符 3"/>
          <p:cNvSpPr>
            <a:spLocks noGrp="1"/>
          </p:cNvSpPr>
          <p:nvPr>
            <p:ph type="sldNum" sz="quarter" idx="12"/>
            <p:custDataLst>
              <p:tags r:id="rId4"/>
            </p:custDataLst>
          </p:nvPr>
        </p:nvSpPr>
        <p:spPr/>
        <p:txBody>
          <a:bodyPr/>
          <a:lstStyle>
            <a:lvl1pPr>
              <a:buFontTx/>
              <a:buNone/>
              <a:defRPr noProof="0">
                <a:solidFill>
                  <a:schemeClr val="tx1">
                    <a:tint val="75000"/>
                  </a:schemeClr>
                </a:solidFill>
              </a:defRPr>
            </a:lvl1p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48" y="443234"/>
            <a:ext cx="8139178" cy="441964"/>
          </a:xfrm>
        </p:spPr>
        <p:txBody>
          <a:bodyPr rtlCol="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stStyle>
          <a:p>
            <a:pPr lvl="0"/>
            <a:r>
              <a:rPr lang="zh-CN" altLang="en-US" noProof="1">
                <a:sym typeface="+mn-ea"/>
              </a:rPr>
              <a:t>单击此处编辑母版标题样式</a:t>
            </a:r>
            <a:endParaRPr noProof="1">
              <a:sym typeface="+mn-ea"/>
            </a:endParaRPr>
          </a:p>
        </p:txBody>
      </p:sp>
      <p:sp>
        <p:nvSpPr>
          <p:cNvPr id="3" name="图片占位符 2"/>
          <p:cNvSpPr>
            <a:spLocks noGrp="1"/>
          </p:cNvSpPr>
          <p:nvPr>
            <p:ph type="pic" idx="1"/>
            <p:custDataLst>
              <p:tags r:id="rId3"/>
            </p:custDataLst>
          </p:nvPr>
        </p:nvSpPr>
        <p:spPr>
          <a:xfrm>
            <a:off x="502448" y="952508"/>
            <a:ext cx="3962432" cy="5388907"/>
          </a:xfrm>
        </p:spPr>
        <p:txBody>
          <a:bodyPr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mn-lt"/>
                <a:ea typeface="+mn-ea"/>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5pPr>
          </a:lstStyle>
          <a:p>
            <a:pPr lvl="0"/>
            <a:r>
              <a:rPr lang="zh-CN" altLang="en-US" noProof="1">
                <a:sym typeface="+mn-ea"/>
              </a:rPr>
              <a:t>单击图标添加图片</a:t>
            </a:r>
            <a:endParaRPr lang="zh-CN" altLang="en-US" noProof="1">
              <a:sym typeface="+mn-ea"/>
            </a:endParaRPr>
          </a:p>
        </p:txBody>
      </p:sp>
      <p:sp>
        <p:nvSpPr>
          <p:cNvPr id="4" name="文本占位符 3"/>
          <p:cNvSpPr>
            <a:spLocks noGrp="1"/>
          </p:cNvSpPr>
          <p:nvPr>
            <p:ph type="body" sz="half" idx="2"/>
            <p:custDataLst>
              <p:tags r:id="rId4"/>
            </p:custDataLst>
          </p:nvPr>
        </p:nvSpPr>
        <p:spPr>
          <a:xfrm>
            <a:off x="4679194" y="952508"/>
            <a:ext cx="3962432" cy="5388907"/>
          </a:xfrm>
        </p:spPr>
        <p:txBody>
          <a:bodyPr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stStyle>
          <a:p>
            <a:pPr lvl="0"/>
            <a:r>
              <a:rPr lang="zh-CN" altLang="en-US" noProof="1">
                <a:sym typeface="+mn-ea"/>
              </a:rPr>
              <a:t>单击此处编辑母版文本样式</a:t>
            </a:r>
            <a:endParaRPr lang="zh-CN" altLang="en-US" noProof="1">
              <a:sym typeface="+mn-ea"/>
            </a:endParaRPr>
          </a:p>
        </p:txBody>
      </p:sp>
      <p:sp>
        <p:nvSpPr>
          <p:cNvPr id="8" name="日期占位符 4"/>
          <p:cNvSpPr>
            <a:spLocks noGrp="1"/>
          </p:cNvSpPr>
          <p:nvPr>
            <p:ph type="dt" sz="half" idx="10"/>
            <p:custDataLst>
              <p:tags r:id="rId5"/>
            </p:custDataLst>
          </p:nvPr>
        </p:nvSpPr>
        <p:spPr/>
        <p:txBody>
          <a:bodyPr/>
          <a:lstStyle>
            <a:lvl1pPr>
              <a:buFontTx/>
              <a:buNone/>
              <a:defRPr noProof="0" dirty="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530820CF-B880-4189-942D-D702A7CBA730}" type="datetimeFigureOut">
              <a:rPr lang="zh-CN" altLang="en-US" smtClean="0"/>
            </a:fld>
            <a:endParaRPr lang="zh-CN" altLang="en-US"/>
          </a:p>
        </p:txBody>
      </p:sp>
      <p:sp>
        <p:nvSpPr>
          <p:cNvPr id="9" name="页脚占位符 5"/>
          <p:cNvSpPr>
            <a:spLocks noGrp="1"/>
          </p:cNvSpPr>
          <p:nvPr>
            <p:ph type="ftr" sz="quarter" idx="11"/>
            <p:custDataLst>
              <p:tags r:id="rId6"/>
            </p:custDataLst>
          </p:nvPr>
        </p:nvSpPr>
        <p:spPr/>
        <p:txBody>
          <a:bodyPr/>
          <a:lstStyle>
            <a:lvl1pPr>
              <a:buFontTx/>
              <a:buNone/>
              <a:defRPr noProof="0" dirty="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10" name="灯片编号占位符 6"/>
          <p:cNvSpPr>
            <a:spLocks noGrp="1"/>
          </p:cNvSpPr>
          <p:nvPr>
            <p:ph type="sldNum" sz="quarter" idx="12"/>
            <p:custDataLst>
              <p:tags r:id="rId7"/>
            </p:custDataLst>
          </p:nvPr>
        </p:nvSpPr>
        <p:spPr/>
        <p:txBody>
          <a:bodyPr/>
          <a:lstStyle>
            <a:lvl1pPr>
              <a:buFontTx/>
              <a:buNone/>
              <a:defRPr noProof="0">
                <a:solidFill>
                  <a:schemeClr val="tx1">
                    <a:tint val="75000"/>
                  </a:schemeClr>
                </a:solidFill>
              </a:defRPr>
            </a:lvl1p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7928351" y="952508"/>
            <a:ext cx="713238" cy="5388907"/>
          </a:xfrm>
        </p:spPr>
        <p:txBody>
          <a:bodyPr vert="eaVert" rtlCol="0" anchor="ctr">
            <a:noAutofit/>
          </a:bodyPr>
          <a:lstStyle>
            <a:lvl1pPr marL="0" marR="0" lvl="0" algn="l" defTabSz="914400" rtl="0" eaLnBrk="1" fontAlgn="auto" latinLnBrk="0" hangingPunct="1">
              <a:lnSpc>
                <a:spcPct val="100000"/>
              </a:lnSpc>
              <a:spcAft>
                <a:spcPts val="0"/>
              </a:spcAft>
              <a:buNone/>
              <a:defRPr kumimoji="0" lang="zh-CN" altLang="en-US" sz="1800" b="1" i="0" u="none" strike="noStrike" kern="1200" cap="none" spc="20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stStyle>
          <a:p>
            <a:pPr lvl="0"/>
            <a:r>
              <a:rPr lang="zh-CN" altLang="en-US" noProof="1">
                <a:sym typeface="+mn-ea"/>
              </a:rPr>
              <a:t>单击此处编辑母版标题样式</a:t>
            </a:r>
            <a:endParaRPr noProof="1">
              <a:sym typeface="+mn-ea"/>
            </a:endParaRPr>
          </a:p>
        </p:txBody>
      </p:sp>
      <p:sp>
        <p:nvSpPr>
          <p:cNvPr id="3" name="竖排文字占位符 2"/>
          <p:cNvSpPr>
            <a:spLocks noGrp="1"/>
          </p:cNvSpPr>
          <p:nvPr>
            <p:ph type="body" orient="vert" idx="1"/>
            <p:custDataLst>
              <p:tags r:id="rId3"/>
            </p:custDataLst>
          </p:nvPr>
        </p:nvSpPr>
        <p:spPr>
          <a:xfrm>
            <a:off x="502444" y="952500"/>
            <a:ext cx="7371076" cy="5388907"/>
          </a:xfrm>
        </p:spPr>
        <p:txBody>
          <a:bodyPr vert="eaVert"/>
          <a:lstStyle>
            <a:lvl1pPr indent="0" eaLnBrk="1" fontAlgn="auto" latinLnBrk="0" hangingPunct="1">
              <a:defRPr>
                <a:solidFill>
                  <a:schemeClr val="tx1">
                    <a:lumMod val="85000"/>
                    <a:lumOff val="15000"/>
                  </a:schemeClr>
                </a:solidFill>
                <a:latin typeface="微软雅黑" panose="020B0503020204020204" charset="-122"/>
                <a:ea typeface="微软雅黑" panose="020B0503020204020204" charset="-122"/>
              </a:defRPr>
            </a:lvl1pPr>
            <a:lvl2pPr indent="0" eaLnBrk="1" fontAlgn="auto" latinLnBrk="0" hangingPunct="1">
              <a:defRPr>
                <a:solidFill>
                  <a:schemeClr val="tx1">
                    <a:lumMod val="85000"/>
                    <a:lumOff val="15000"/>
                  </a:schemeClr>
                </a:solidFill>
                <a:latin typeface="微软雅黑" panose="020B0503020204020204" charset="-122"/>
                <a:ea typeface="微软雅黑" panose="020B0503020204020204" charset="-122"/>
              </a:defRPr>
            </a:lvl2pPr>
            <a:lvl3pPr indent="0" eaLnBrk="1" fontAlgn="auto" latinLnBrk="0" hangingPunct="1">
              <a:defRPr>
                <a:solidFill>
                  <a:schemeClr val="tx1">
                    <a:lumMod val="85000"/>
                    <a:lumOff val="15000"/>
                  </a:schemeClr>
                </a:solidFill>
                <a:latin typeface="微软雅黑" panose="020B0503020204020204" charset="-122"/>
                <a:ea typeface="微软雅黑" panose="020B0503020204020204" charset="-122"/>
              </a:defRPr>
            </a:lvl3pPr>
            <a:lvl4pPr indent="0" eaLnBrk="1" fontAlgn="auto" latinLnBrk="0" hangingPunct="1">
              <a:defRPr>
                <a:solidFill>
                  <a:schemeClr val="tx1">
                    <a:lumMod val="85000"/>
                    <a:lumOff val="15000"/>
                  </a:schemeClr>
                </a:solidFill>
                <a:latin typeface="微软雅黑" panose="020B0503020204020204" charset="-122"/>
                <a:ea typeface="微软雅黑" panose="020B0503020204020204" charset="-122"/>
              </a:defRPr>
            </a:lvl4pPr>
            <a:lvl5pPr indent="0" eaLnBrk="1" fontAlgn="auto" latinLnBrk="0" hangingPunct="1">
              <a:defRPr>
                <a:solidFill>
                  <a:schemeClr val="tx1">
                    <a:lumMod val="85000"/>
                    <a:lumOff val="15000"/>
                  </a:schemeClr>
                </a:solidFill>
                <a:latin typeface="微软雅黑" panose="020B0503020204020204" charset="-122"/>
                <a:ea typeface="微软雅黑" panose="020B0503020204020204" charset="-122"/>
              </a:defRPr>
            </a:lvl5pPr>
          </a:lstStyle>
          <a:p>
            <a:pPr lvl="0"/>
            <a:r>
              <a:rPr lang="zh-CN" altLang="en-US" noProof="1">
                <a:sym typeface="+mn-ea"/>
              </a:rPr>
              <a:t>单击此处</a:t>
            </a:r>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custDataLst>
              <p:tags r:id="rId4"/>
            </p:custDataLst>
          </p:nvPr>
        </p:nvSpPr>
        <p:spPr/>
        <p:txBody>
          <a:bodyPr/>
          <a:lstStyle>
            <a:lvl1pPr>
              <a:buFontTx/>
              <a:buNone/>
              <a:defRPr noProof="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lvl1pPr>
              <a:buFontTx/>
              <a:buNone/>
              <a:defRPr noProof="0" dirty="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6"/>
            </p:custDataLst>
          </p:nvPr>
        </p:nvSpPr>
        <p:spPr/>
        <p:txBody>
          <a:bodyPr/>
          <a:lstStyle>
            <a:lvl1pPr>
              <a:buFontTx/>
              <a:buNone/>
              <a:defRPr noProof="0">
                <a:solidFill>
                  <a:schemeClr val="tx1">
                    <a:tint val="75000"/>
                  </a:schemeClr>
                </a:solidFill>
              </a:defRPr>
            </a:lvl1p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7" name="内容占位符 6"/>
          <p:cNvSpPr>
            <a:spLocks noGrp="1"/>
          </p:cNvSpPr>
          <p:nvPr>
            <p:ph sz="quarter" idx="13"/>
            <p:custDataLst>
              <p:tags r:id="rId2"/>
            </p:custDataLst>
          </p:nvPr>
        </p:nvSpPr>
        <p:spPr>
          <a:xfrm>
            <a:off x="502448" y="952508"/>
            <a:ext cx="8139178" cy="5388907"/>
          </a:xfrm>
        </p:spPr>
        <p:txBody>
          <a:bodyPr/>
          <a:lstStyle>
            <a:lvl1pPr>
              <a:defRPr>
                <a:solidFill>
                  <a:schemeClr val="tx1">
                    <a:lumMod val="85000"/>
                    <a:lumOff val="15000"/>
                  </a:schemeClr>
                </a:solidFill>
              </a:defRPr>
            </a:lvl1pPr>
            <a:lvl2pPr>
              <a:defRPr>
                <a:solidFill>
                  <a:schemeClr val="tx1">
                    <a:lumMod val="85000"/>
                    <a:lumOff val="15000"/>
                  </a:schemeClr>
                </a:solidFill>
              </a:defRPr>
            </a:lvl2pPr>
            <a:lvl3pPr>
              <a:defRPr>
                <a:solidFill>
                  <a:schemeClr val="tx1">
                    <a:lumMod val="85000"/>
                    <a:lumOff val="15000"/>
                  </a:schemeClr>
                </a:solidFill>
              </a:defRPr>
            </a:lvl3pPr>
            <a:lvl4pPr>
              <a:defRPr>
                <a:solidFill>
                  <a:schemeClr val="tx1">
                    <a:lumMod val="85000"/>
                    <a:lumOff val="15000"/>
                  </a:schemeClr>
                </a:solidFill>
              </a:defRPr>
            </a:lvl4pPr>
            <a:lvl5pPr>
              <a:defRPr>
                <a:solidFill>
                  <a:schemeClr val="tx1">
                    <a:lumMod val="85000"/>
                    <a:lumOff val="15000"/>
                  </a:schemeClr>
                </a:solidFill>
              </a:defRPr>
            </a:lvl5pPr>
          </a:lstStyle>
          <a:p>
            <a:pPr lvl="0"/>
            <a:r>
              <a:rPr lang="zh-CN" altLang="en-US" noProof="1">
                <a:sym typeface="+mn-ea"/>
              </a:rPr>
              <a:t>单击此处</a:t>
            </a:r>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6" name="日期占位符 2"/>
          <p:cNvSpPr>
            <a:spLocks noGrp="1"/>
          </p:cNvSpPr>
          <p:nvPr>
            <p:ph type="dt" sz="half" idx="14"/>
            <p:custDataLst>
              <p:tags r:id="rId3"/>
            </p:custDataLst>
          </p:nvPr>
        </p:nvSpPr>
        <p:spPr/>
        <p:txBody>
          <a:bodyPr/>
          <a:lstStyle>
            <a:lvl1pPr>
              <a:buFontTx/>
              <a:buNone/>
              <a:defRPr noProof="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pPr>
              <a:defRPr/>
            </a:pPr>
            <a:endParaRPr lang="zh-CN" altLang="en-US"/>
          </a:p>
        </p:txBody>
      </p:sp>
      <p:sp>
        <p:nvSpPr>
          <p:cNvPr id="8" name="页脚占位符 3"/>
          <p:cNvSpPr>
            <a:spLocks noGrp="1"/>
          </p:cNvSpPr>
          <p:nvPr>
            <p:ph type="ftr" sz="quarter" idx="15"/>
            <p:custDataLst>
              <p:tags r:id="rId4"/>
            </p:custDataLst>
          </p:nvPr>
        </p:nvSpPr>
        <p:spPr/>
        <p:txBody>
          <a:bodyPr/>
          <a:lstStyle>
            <a:lvl1pPr>
              <a:buFontTx/>
              <a:buNone/>
              <a:defRPr noProof="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pPr>
              <a:defRPr/>
            </a:pPr>
            <a:endParaRPr lang="zh-CN" altLang="en-US"/>
          </a:p>
        </p:txBody>
      </p:sp>
      <p:sp>
        <p:nvSpPr>
          <p:cNvPr id="9" name="灯片编号占位符 4"/>
          <p:cNvSpPr>
            <a:spLocks noGrp="1"/>
          </p:cNvSpPr>
          <p:nvPr>
            <p:ph type="sldNum" sz="quarter" idx="16"/>
            <p:custDataLst>
              <p:tags r:id="rId5"/>
            </p:custDataLst>
          </p:nvPr>
        </p:nvSpPr>
        <p:spPr/>
        <p:txBody>
          <a:bodyPr/>
          <a:lstStyle>
            <a:lvl1pPr>
              <a:buFontTx/>
              <a:buNone/>
              <a:defRPr noProof="0">
                <a:solidFill>
                  <a:schemeClr val="tx1">
                    <a:tint val="75000"/>
                  </a:schemeClr>
                </a:solidFill>
              </a:defRPr>
            </a:lvl1pPr>
          </a:lstStyle>
          <a:p>
            <a:pPr>
              <a:defRPr/>
            </a:pPr>
            <a:fld id="{3604E170-34F3-456A-9539-A9B12C468DBC}" type="slidenum">
              <a:rPr lang="zh-CN" altLang="en-US"/>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末尾幻灯片">
    <p:bg bwMode="auto">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3"/>
            </p:custDataLst>
          </p:nvPr>
        </p:nvSpPr>
        <p:spPr>
          <a:xfrm>
            <a:off x="628649" y="2473126"/>
            <a:ext cx="7886701" cy="1911747"/>
          </a:xfrm>
        </p:spPr>
        <p:txBody>
          <a:bodyPr rtlCol="0" anchor="ctr">
            <a:noAutofit/>
          </a:bodyPr>
          <a:lstStyle>
            <a:lvl1pPr marL="0" marR="0" lvl="0" algn="ctr" defTabSz="914400" rtl="0" eaLnBrk="1" fontAlgn="auto" latinLnBrk="0" hangingPunct="1">
              <a:lnSpc>
                <a:spcPct val="100000"/>
              </a:lnSpc>
              <a:buNone/>
              <a:defRPr kumimoji="0" lang="zh-CN" altLang="en-US" sz="6000" b="1" i="0" u="none" strike="noStrike" kern="1200" cap="none" spc="200" normalizeH="0" baseline="0" noProof="1" dirty="0">
                <a:solidFill>
                  <a:schemeClr val="bg1"/>
                </a:solidFill>
                <a:uFillTx/>
                <a:latin typeface="微软雅黑" panose="020B0503020204020204" charset="-122"/>
                <a:ea typeface="微软雅黑" panose="020B0503020204020204" charset="-122"/>
                <a:cs typeface="微软雅黑" panose="020B0503020204020204" charset="-122"/>
                <a:sym typeface="+mn-ea"/>
              </a:defRPr>
            </a:lvl1pPr>
          </a:lstStyle>
          <a:p>
            <a:pPr lvl="0"/>
            <a:r>
              <a:rPr lang="zh-CN" altLang="en-US" noProof="1">
                <a:sym typeface="+mn-ea"/>
              </a:rPr>
              <a:t>单击此处编辑标题</a:t>
            </a:r>
            <a:endParaRPr noProof="1">
              <a:sym typeface="+mn-ea"/>
            </a:endParaRPr>
          </a:p>
        </p:txBody>
      </p:sp>
      <p:sp>
        <p:nvSpPr>
          <p:cNvPr id="3" name="日期占位符 2"/>
          <p:cNvSpPr>
            <a:spLocks noGrp="1"/>
          </p:cNvSpPr>
          <p:nvPr>
            <p:ph type="dt" sz="half" idx="10"/>
            <p:custDataLst>
              <p:tags r:id="rId4"/>
            </p:custDataLst>
          </p:nvPr>
        </p:nvSpPr>
        <p:spPr/>
        <p:txBody>
          <a:bodyPr/>
          <a:lstStyle>
            <a:lvl1pPr>
              <a:buFontTx/>
              <a:buNone/>
              <a:defRPr noProof="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pPr>
              <a:defRPr/>
            </a:pPr>
            <a:endParaRPr lang="zh-CN" altLang="en-US"/>
          </a:p>
        </p:txBody>
      </p:sp>
      <p:sp>
        <p:nvSpPr>
          <p:cNvPr id="4" name="页脚占位符 3"/>
          <p:cNvSpPr>
            <a:spLocks noGrp="1"/>
          </p:cNvSpPr>
          <p:nvPr>
            <p:ph type="ftr" sz="quarter" idx="11"/>
            <p:custDataLst>
              <p:tags r:id="rId5"/>
            </p:custDataLst>
          </p:nvPr>
        </p:nvSpPr>
        <p:spPr/>
        <p:txBody>
          <a:bodyPr/>
          <a:lstStyle>
            <a:lvl1pPr>
              <a:buFontTx/>
              <a:buNone/>
              <a:defRPr noProof="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pPr>
              <a:defRPr/>
            </a:pPr>
            <a:endParaRPr lang="zh-CN" altLang="en-US"/>
          </a:p>
        </p:txBody>
      </p:sp>
      <p:sp>
        <p:nvSpPr>
          <p:cNvPr id="5" name="灯片编号占位符 4"/>
          <p:cNvSpPr>
            <a:spLocks noGrp="1"/>
          </p:cNvSpPr>
          <p:nvPr>
            <p:ph type="sldNum" sz="quarter" idx="12"/>
            <p:custDataLst>
              <p:tags r:id="rId6"/>
            </p:custDataLst>
          </p:nvPr>
        </p:nvSpPr>
        <p:spPr/>
        <p:txBody>
          <a:bodyPr/>
          <a:lstStyle>
            <a:lvl1pPr>
              <a:buFontTx/>
              <a:buNone/>
              <a:defRPr noProof="0">
                <a:solidFill>
                  <a:schemeClr val="tx1">
                    <a:tint val="75000"/>
                  </a:schemeClr>
                </a:solidFill>
              </a:defRPr>
            </a:lvl1pPr>
          </a:lstStyle>
          <a:p>
            <a:pPr>
              <a:defRPr/>
            </a:pPr>
            <a:fld id="{3D74DE4A-AF88-4CC7-8A46-288F8CD57ECB}" type="slidenum">
              <a:rPr lang="zh-CN" altLang="en-US"/>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4.xml"/><Relationship Id="rId16" Type="http://schemas.openxmlformats.org/officeDocument/2006/relationships/tags" Target="../tags/tag63.xml"/><Relationship Id="rId15" Type="http://schemas.openxmlformats.org/officeDocument/2006/relationships/tags" Target="../tags/tag62.xml"/><Relationship Id="rId14" Type="http://schemas.openxmlformats.org/officeDocument/2006/relationships/tags" Target="../tags/tag61.xml"/><Relationship Id="rId13" Type="http://schemas.openxmlformats.org/officeDocument/2006/relationships/tags" Target="../tags/tag60.xml"/><Relationship Id="rId12" Type="http://schemas.openxmlformats.org/officeDocument/2006/relationships/tags" Target="../tags/tag59.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custDataLst>
              <p:tags r:id="rId12"/>
            </p:custDataLst>
          </p:nvPr>
        </p:nvSpPr>
        <p:spPr bwMode="auto">
          <a:xfrm>
            <a:off x="502444" y="442913"/>
            <a:ext cx="8139113"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1600" tIns="38100" rIns="76200" bIns="38100" numCol="1" anchor="t" anchorCtr="0" compatLnSpc="1"/>
          <a:lstStyle/>
          <a:p>
            <a:pPr lvl="0"/>
            <a:r>
              <a:rPr lang="zh-CN" altLang="en-US" dirty="0"/>
              <a:t>单击此处编辑母版标题样式</a:t>
            </a:r>
            <a:endParaRPr lang="zh-CN" altLang="en-US" dirty="0"/>
          </a:p>
        </p:txBody>
      </p:sp>
      <p:sp>
        <p:nvSpPr>
          <p:cNvPr id="1027" name="文本占位符 2"/>
          <p:cNvSpPr>
            <a:spLocks noGrp="1" noChangeArrowheads="1"/>
          </p:cNvSpPr>
          <p:nvPr>
            <p:ph type="body" idx="9"/>
            <p:custDataLst>
              <p:tags r:id="rId13"/>
            </p:custDataLst>
          </p:nvPr>
        </p:nvSpPr>
        <p:spPr bwMode="auto">
          <a:xfrm>
            <a:off x="502444" y="952500"/>
            <a:ext cx="8139113" cy="538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1600" tIns="0" rIns="82550" bIns="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custDataLst>
              <p:tags r:id="rId14"/>
            </p:custDataLst>
          </p:nvPr>
        </p:nvSpPr>
        <p:spPr>
          <a:xfrm>
            <a:off x="659606" y="6350000"/>
            <a:ext cx="2025254" cy="315913"/>
          </a:xfrm>
          <a:prstGeom prst="rect">
            <a:avLst/>
          </a:prstGeom>
        </p:spPr>
        <p:txBody>
          <a:bodyPr vert="horz" lIns="91440" tIns="45720" rIns="91440" bIns="45720" rtlCol="0" anchor="ctr">
            <a:normAutofit/>
          </a:bodyPr>
          <a:lstStyle>
            <a:lvl1pPr algn="l">
              <a:defRPr sz="900" noProof="1">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3087291" y="6350000"/>
            <a:ext cx="2969419" cy="315913"/>
          </a:xfrm>
          <a:prstGeom prst="rect">
            <a:avLst/>
          </a:prstGeom>
        </p:spPr>
        <p:txBody>
          <a:bodyPr vert="horz" lIns="91440" tIns="45720" rIns="91440" bIns="45720" rtlCol="0" anchor="ctr">
            <a:normAutofit/>
          </a:bodyPr>
          <a:lstStyle>
            <a:lvl1pPr algn="ctr">
              <a:defRPr sz="900" noProof="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6" name="灯片编号占位符 5"/>
          <p:cNvSpPr>
            <a:spLocks noGrp="1"/>
          </p:cNvSpPr>
          <p:nvPr>
            <p:ph type="sldNum" sz="quarter" idx="4"/>
            <p:custDataLst>
              <p:tags r:id="rId16"/>
            </p:custDataLst>
          </p:nvPr>
        </p:nvSpPr>
        <p:spPr>
          <a:xfrm>
            <a:off x="6457950" y="6350000"/>
            <a:ext cx="2025254" cy="315913"/>
          </a:xfrm>
          <a:prstGeom prst="rect">
            <a:avLst/>
          </a:prstGeom>
        </p:spPr>
        <p:txBody>
          <a:bodyPr vert="horz" lIns="91440" tIns="45720" rIns="91440" bIns="45720" rtlCol="0" anchor="ctr">
            <a:normAutofit/>
          </a:bodyPr>
          <a:lstStyle>
            <a:lvl1pPr algn="r">
              <a:defRPr sz="900" noProof="1" smtClean="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1pPr>
          </a:lstStyle>
          <a:p>
            <a:fld id="{0C913308-F349-4B6D-A68A-DD1791B4A57B}" type="slidenum">
              <a:rPr lang="zh-CN" altLang="en-US" smtClean="0"/>
            </a:fld>
            <a:endParaRPr lang="zh-CN" altLang="en-US"/>
          </a:p>
        </p:txBody>
      </p:sp>
      <p:sp>
        <p:nvSpPr>
          <p:cNvPr id="7" name="KSO_TEMPLATE" hidden="1"/>
          <p:cNvSpPr/>
          <p:nvPr>
            <p:custDataLst>
              <p:tags r:id="rId1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1350">
              <a:latin typeface="微软雅黑" panose="020B0503020204020204" charset="-122"/>
              <a:cs typeface="微软雅黑" panose="020B0503020204020204"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hf sldNum="0" hdr="0" ftr="0" dt="0"/>
  <p:txStyles>
    <p:titleStyle>
      <a:lvl1pPr algn="l" rtl="0" eaLnBrk="1" fontAlgn="base" hangingPunct="1">
        <a:spcBef>
          <a:spcPct val="0"/>
        </a:spcBef>
        <a:spcAft>
          <a:spcPct val="0"/>
        </a:spcAft>
        <a:defRPr sz="1800" b="1" kern="1200" spc="200">
          <a:solidFill>
            <a:srgbClr val="262626"/>
          </a:solidFill>
          <a:latin typeface="微软雅黑" panose="020B0503020204020204" charset="-122"/>
          <a:ea typeface="微软雅黑" panose="020B0503020204020204" charset="-122"/>
          <a:cs typeface="微软雅黑" panose="020B0503020204020204" charset="-122"/>
        </a:defRPr>
      </a:lvl1pPr>
      <a:lvl2pPr algn="l" rtl="0" eaLnBrk="1" fontAlgn="base" hangingPunct="1">
        <a:spcBef>
          <a:spcPct val="0"/>
        </a:spcBef>
        <a:spcAft>
          <a:spcPct val="0"/>
        </a:spcAft>
        <a:defRPr sz="2400" b="1">
          <a:solidFill>
            <a:srgbClr val="262626"/>
          </a:solidFill>
          <a:latin typeface="微软雅黑" panose="020B0503020204020204" charset="-122"/>
          <a:ea typeface="微软雅黑" panose="020B0503020204020204" charset="-122"/>
        </a:defRPr>
      </a:lvl2pPr>
      <a:lvl3pPr algn="l" rtl="0" eaLnBrk="1" fontAlgn="base" hangingPunct="1">
        <a:spcBef>
          <a:spcPct val="0"/>
        </a:spcBef>
        <a:spcAft>
          <a:spcPct val="0"/>
        </a:spcAft>
        <a:defRPr sz="2400" b="1">
          <a:solidFill>
            <a:srgbClr val="262626"/>
          </a:solidFill>
          <a:latin typeface="微软雅黑" panose="020B0503020204020204" charset="-122"/>
          <a:ea typeface="微软雅黑" panose="020B0503020204020204" charset="-122"/>
        </a:defRPr>
      </a:lvl3pPr>
      <a:lvl4pPr algn="l" rtl="0" eaLnBrk="1" fontAlgn="base" hangingPunct="1">
        <a:spcBef>
          <a:spcPct val="0"/>
        </a:spcBef>
        <a:spcAft>
          <a:spcPct val="0"/>
        </a:spcAft>
        <a:defRPr sz="2400" b="1">
          <a:solidFill>
            <a:srgbClr val="262626"/>
          </a:solidFill>
          <a:latin typeface="微软雅黑" panose="020B0503020204020204" charset="-122"/>
          <a:ea typeface="微软雅黑" panose="020B0503020204020204" charset="-122"/>
        </a:defRPr>
      </a:lvl4pPr>
      <a:lvl5pPr algn="l" rtl="0" eaLnBrk="1" fontAlgn="base" hangingPunct="1">
        <a:spcBef>
          <a:spcPct val="0"/>
        </a:spcBef>
        <a:spcAft>
          <a:spcPct val="0"/>
        </a:spcAft>
        <a:defRPr sz="2400" b="1">
          <a:solidFill>
            <a:srgbClr val="262626"/>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rgbClr val="262626"/>
          </a:solidFill>
          <a:latin typeface="微软雅黑" panose="020B0503020204020204" charset="-122"/>
          <a:ea typeface="微软雅黑" panose="020B0503020204020204" charset="-122"/>
        </a:defRPr>
      </a:lvl6pPr>
      <a:lvl7pPr marL="914400" algn="l" rtl="0" eaLnBrk="1" fontAlgn="base" hangingPunct="1">
        <a:spcBef>
          <a:spcPct val="0"/>
        </a:spcBef>
        <a:spcAft>
          <a:spcPct val="0"/>
        </a:spcAft>
        <a:defRPr sz="2400" b="1">
          <a:solidFill>
            <a:srgbClr val="262626"/>
          </a:solidFill>
          <a:latin typeface="微软雅黑" panose="020B0503020204020204" charset="-122"/>
          <a:ea typeface="微软雅黑" panose="020B0503020204020204" charset="-122"/>
        </a:defRPr>
      </a:lvl7pPr>
      <a:lvl8pPr marL="1371600" algn="l" rtl="0" eaLnBrk="1" fontAlgn="base" hangingPunct="1">
        <a:spcBef>
          <a:spcPct val="0"/>
        </a:spcBef>
        <a:spcAft>
          <a:spcPct val="0"/>
        </a:spcAft>
        <a:defRPr sz="2400" b="1">
          <a:solidFill>
            <a:srgbClr val="262626"/>
          </a:solidFill>
          <a:latin typeface="微软雅黑" panose="020B0503020204020204" charset="-122"/>
          <a:ea typeface="微软雅黑" panose="020B0503020204020204" charset="-122"/>
        </a:defRPr>
      </a:lvl8pPr>
      <a:lvl9pPr marL="1828800" algn="l" rtl="0" eaLnBrk="1" fontAlgn="base" hangingPunct="1">
        <a:spcBef>
          <a:spcPct val="0"/>
        </a:spcBef>
        <a:spcAft>
          <a:spcPct val="0"/>
        </a:spcAft>
        <a:defRPr sz="2400" b="1">
          <a:solidFill>
            <a:srgbClr val="262626"/>
          </a:solidFill>
          <a:latin typeface="微软雅黑" panose="020B0503020204020204" charset="-122"/>
          <a:ea typeface="微软雅黑" panose="020B0503020204020204" charset="-122"/>
        </a:defRPr>
      </a:lvl9pPr>
    </p:titleStyle>
    <p:bodyStyle>
      <a:lvl1pPr marL="171450" indent="-171450" algn="l" rtl="0" eaLnBrk="1" fontAlgn="base" hangingPunct="1">
        <a:lnSpc>
          <a:spcPct val="130000"/>
        </a:lnSpc>
        <a:spcBef>
          <a:spcPct val="0"/>
        </a:spcBef>
        <a:spcAft>
          <a:spcPts val="1000"/>
        </a:spcAft>
        <a:buFont typeface="Arial" panose="020B0604020202020204" pitchFamily="34" charset="0"/>
        <a:buChar char="•"/>
        <a:defRPr sz="1200" kern="1200" spc="150">
          <a:solidFill>
            <a:srgbClr val="262626"/>
          </a:solidFill>
          <a:latin typeface="微软雅黑" panose="020B0503020204020204" charset="-122"/>
          <a:ea typeface="微软雅黑" panose="020B0503020204020204" charset="-122"/>
          <a:cs typeface="微软雅黑" panose="020B0503020204020204" charset="-122"/>
        </a:defRPr>
      </a:lvl1pPr>
      <a:lvl2pPr marL="514350" indent="-171450" algn="l" defTabSz="0" rtl="0" eaLnBrk="1" fontAlgn="base" hangingPunct="1">
        <a:lnSpc>
          <a:spcPct val="130000"/>
        </a:lnSpc>
        <a:spcBef>
          <a:spcPct val="0"/>
        </a:spcBef>
        <a:spcAft>
          <a:spcPts val="1000"/>
        </a:spcAft>
        <a:buFont typeface="Arial" panose="020B0604020202020204" pitchFamily="34" charset="0"/>
        <a:buChar char="•"/>
        <a:tabLst>
          <a:tab pos="1207135" algn="l"/>
        </a:tabLst>
        <a:defRPr sz="1200" kern="1200" spc="150">
          <a:solidFill>
            <a:srgbClr val="262626"/>
          </a:solidFill>
          <a:latin typeface="微软雅黑" panose="020B0503020204020204" charset="-122"/>
          <a:ea typeface="微软雅黑" panose="020B0503020204020204" charset="-122"/>
          <a:cs typeface="微软雅黑" panose="020B0503020204020204" charset="-122"/>
        </a:defRPr>
      </a:lvl2pPr>
      <a:lvl3pPr marL="857250" indent="-171450" algn="l" defTabSz="0" rtl="0" eaLnBrk="1" fontAlgn="base" hangingPunct="1">
        <a:lnSpc>
          <a:spcPct val="130000"/>
        </a:lnSpc>
        <a:spcBef>
          <a:spcPct val="0"/>
        </a:spcBef>
        <a:spcAft>
          <a:spcPts val="1000"/>
        </a:spcAft>
        <a:buFont typeface="Arial" panose="020B0604020202020204" pitchFamily="34" charset="0"/>
        <a:buChar char="•"/>
        <a:tabLst>
          <a:tab pos="1207135" algn="l"/>
        </a:tabLst>
        <a:defRPr sz="1200" kern="1200" spc="150">
          <a:solidFill>
            <a:srgbClr val="262626"/>
          </a:solidFill>
          <a:latin typeface="微软雅黑" panose="020B0503020204020204" charset="-122"/>
          <a:ea typeface="微软雅黑" panose="020B0503020204020204" charset="-122"/>
          <a:cs typeface="微软雅黑" panose="020B0503020204020204" charset="-122"/>
        </a:defRPr>
      </a:lvl3pPr>
      <a:lvl4pPr marL="1200150" indent="-171450" algn="l" defTabSz="0" rtl="0" eaLnBrk="1" fontAlgn="base" hangingPunct="1">
        <a:lnSpc>
          <a:spcPct val="130000"/>
        </a:lnSpc>
        <a:spcBef>
          <a:spcPct val="0"/>
        </a:spcBef>
        <a:spcAft>
          <a:spcPts val="1000"/>
        </a:spcAft>
        <a:buFont typeface="Arial" panose="020B0604020202020204" pitchFamily="34" charset="0"/>
        <a:buChar char="•"/>
        <a:tabLst>
          <a:tab pos="1207135" algn="l"/>
        </a:tabLst>
        <a:defRPr sz="1200" kern="1200" spc="150">
          <a:solidFill>
            <a:srgbClr val="262626"/>
          </a:solidFill>
          <a:latin typeface="微软雅黑" panose="020B0503020204020204" charset="-122"/>
          <a:ea typeface="微软雅黑" panose="020B0503020204020204" charset="-122"/>
          <a:cs typeface="微软雅黑" panose="020B0503020204020204" charset="-122"/>
        </a:defRPr>
      </a:lvl4pPr>
      <a:lvl5pPr marL="1543050" indent="-171450" algn="l" defTabSz="0" rtl="0" eaLnBrk="1" fontAlgn="base" hangingPunct="1">
        <a:lnSpc>
          <a:spcPct val="130000"/>
        </a:lnSpc>
        <a:spcBef>
          <a:spcPct val="0"/>
        </a:spcBef>
        <a:spcAft>
          <a:spcPts val="1000"/>
        </a:spcAft>
        <a:buFont typeface="Arial" panose="020B0604020202020204" pitchFamily="34" charset="0"/>
        <a:buChar char="•"/>
        <a:tabLst>
          <a:tab pos="1207135" algn="l"/>
        </a:tabLst>
        <a:defRPr sz="1200" kern="1200" spc="150">
          <a:solidFill>
            <a:srgbClr val="262626"/>
          </a:solidFill>
          <a:latin typeface="微软雅黑" panose="020B0503020204020204" charset="-122"/>
          <a:ea typeface="微软雅黑" panose="020B0503020204020204" charset="-122"/>
          <a:cs typeface="微软雅黑" panose="020B0503020204020204" charset="-122"/>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slide" Target="slide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ctrTitle"/>
          </p:nvPr>
        </p:nvSpPr>
        <p:spPr/>
        <p:txBody>
          <a:bodyPr/>
          <a:p>
            <a:r>
              <a:rPr lang="zh-CN" altLang="en-US" sz="7200">
                <a:latin typeface="等线 Light" panose="02010600030101010101" charset="-122"/>
                <a:ea typeface="等线 Light" panose="02010600030101010101" charset="-122"/>
              </a:rPr>
              <a:t>羽毛球</a:t>
            </a:r>
            <a:endParaRPr lang="zh-CN" altLang="en-US" sz="7200">
              <a:latin typeface="等线 Light" panose="02010600030101010101" charset="-122"/>
              <a:ea typeface="等线 Light" panose="02010600030101010101" charset="-122"/>
            </a:endParaRPr>
          </a:p>
        </p:txBody>
      </p:sp>
      <p:sp>
        <p:nvSpPr>
          <p:cNvPr id="5" name="副标题 4"/>
          <p:cNvSpPr>
            <a:spLocks noGrp="1"/>
          </p:cNvSpPr>
          <p:nvPr>
            <p:ph type="subTitle" idx="1"/>
          </p:nvPr>
        </p:nvSpPr>
        <p:spPr/>
        <p:txBody>
          <a:bodyPr/>
          <a:p>
            <a:r>
              <a:rPr lang="zh-CN" altLang="en-US">
                <a:hlinkClick r:id="rId1" tooltip="" action="ppaction://hlinksldjump"/>
              </a:rPr>
              <a:t>超连接到图片</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p>
            <a:endParaRPr lang="zh-CN" altLang="en-US"/>
          </a:p>
        </p:txBody>
      </p:sp>
      <p:sp>
        <p:nvSpPr>
          <p:cNvPr id="3" name="内容占位符 2"/>
          <p:cNvSpPr>
            <a:spLocks noGrp="1"/>
          </p:cNvSpPr>
          <p:nvPr>
            <p:ph idx="1"/>
          </p:nvPr>
        </p:nvSpPr>
        <p:spPr/>
        <p:txBody>
          <a:bodyPr/>
          <a:lstStyle/>
          <a:p>
            <a:r>
              <a:rPr lang="zh-CN" altLang="en-US" dirty="0"/>
              <a:t>羽毛球是一项室内、室外都可以进行的体育运动。依据参与的人数，可以分为单打与双打，及新兴的</a:t>
            </a:r>
            <a:r>
              <a:rPr lang="en-US" altLang="zh-CN" dirty="0"/>
              <a:t>3</a:t>
            </a:r>
            <a:r>
              <a:rPr lang="zh-CN" altLang="en-US" dirty="0"/>
              <a:t>打</a:t>
            </a:r>
            <a:r>
              <a:rPr lang="en-US" altLang="zh-CN" dirty="0"/>
              <a:t>3</a:t>
            </a:r>
            <a:r>
              <a:rPr lang="zh-CN" altLang="en-US" dirty="0"/>
              <a:t>。羽毛球拍由拍面、拍杆、拍柄及拍框与拍杆的接头构成。一支球拍的长度不超过</a:t>
            </a:r>
            <a:r>
              <a:rPr lang="en-US" altLang="zh-CN" dirty="0"/>
              <a:t>680</a:t>
            </a:r>
            <a:r>
              <a:rPr lang="zh-CN" altLang="en-US" dirty="0"/>
              <a:t>毫米，其中球拍柄与球拍杆长度不超过</a:t>
            </a:r>
            <a:r>
              <a:rPr lang="en-US" altLang="zh-CN" dirty="0"/>
              <a:t>41</a:t>
            </a:r>
            <a:r>
              <a:rPr lang="zh-CN" altLang="en-US" dirty="0"/>
              <a:t>厘米，拍框长度为</a:t>
            </a:r>
            <a:r>
              <a:rPr lang="en-US" altLang="zh-CN" dirty="0"/>
              <a:t>28</a:t>
            </a:r>
            <a:r>
              <a:rPr lang="zh-CN" altLang="en-US" dirty="0"/>
              <a:t>厘米，宽为</a:t>
            </a:r>
            <a:r>
              <a:rPr lang="en-US" altLang="zh-CN" dirty="0"/>
              <a:t>23</a:t>
            </a:r>
            <a:r>
              <a:rPr lang="zh-CN" altLang="en-US" dirty="0"/>
              <a:t>厘米，随着科学技术的发展，球拍的发展向着重量更轻、拍框更硬、拍杆弹性更好的方向发展。</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fontScale="92500" lnSpcReduction="10000"/>
          </a:bodyPr>
          <a:lstStyle/>
          <a:p>
            <a:r>
              <a:rPr lang="zh-CN" altLang="en-US" dirty="0"/>
              <a:t>现代羽毛球运动起源于英国。</a:t>
            </a:r>
            <a:r>
              <a:rPr lang="en-US" altLang="zh-CN" dirty="0"/>
              <a:t>1873</a:t>
            </a:r>
            <a:r>
              <a:rPr lang="zh-CN" altLang="en-US" dirty="0"/>
              <a:t>年，英国格拉斯哥郡伯明顿镇，一位叫鲍弗特的公爵， 在领地开游园会，有几个从印度回来的退役军官向大家介绍了一种隔网用拍子来回击打毽球的游戏。因这项活动极富趣味性，很快就在上层社会风行开来。“伯明顿”（</a:t>
            </a:r>
            <a:r>
              <a:rPr lang="en-US" altLang="zh-CN" dirty="0"/>
              <a:t>Badminton</a:t>
            </a:r>
            <a:r>
              <a:rPr lang="zh-CN" altLang="en-US" dirty="0"/>
              <a:t>）即成为英文羽毛球的称谓。</a:t>
            </a:r>
            <a:r>
              <a:rPr lang="en-US" altLang="zh-CN" dirty="0"/>
              <a:t>1893</a:t>
            </a:r>
            <a:r>
              <a:rPr lang="zh-CN" altLang="en-US" dirty="0"/>
              <a:t>年，英国</a:t>
            </a:r>
            <a:r>
              <a:rPr lang="en-US" altLang="zh-CN" dirty="0"/>
              <a:t>14</a:t>
            </a:r>
            <a:r>
              <a:rPr lang="zh-CN" altLang="en-US" dirty="0"/>
              <a:t>个羽毛球俱乐部组成羽毛球协会，即全英公开赛的前身。</a:t>
            </a:r>
            <a:r>
              <a:rPr lang="en-US" altLang="zh-CN" dirty="0"/>
              <a:t>1992</a:t>
            </a:r>
            <a:r>
              <a:rPr lang="zh-CN" altLang="en-US" dirty="0"/>
              <a:t>年起，羽毛球成为奥运会的正式比赛项目。</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WPS演示060素材文件"/>
          <p:cNvPicPr>
            <a:picLocks noChangeAspect="1"/>
          </p:cNvPicPr>
          <p:nvPr/>
        </p:nvPicPr>
        <p:blipFill>
          <a:blip r:embed="rId1"/>
          <a:stretch>
            <a:fillRect/>
          </a:stretch>
        </p:blipFill>
        <p:spPr>
          <a:xfrm>
            <a:off x="2843530" y="1412875"/>
            <a:ext cx="3657600" cy="36576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ID" val="_2*i*1"/>
  <p:tag name="KSO_WM_UNIT_LAYERLEVEL" val="1"/>
  <p:tag name="KSO_WM_TAG_VERSION" val="1.0"/>
  <p:tag name="KSO_WM_BEAUTIFY_FLAG" val="#wm#"/>
  <p:tag name="KSO_WM_UNIT_TYPE" val="i"/>
  <p:tag name="KSO_WM_UNIT_INDEX" val="1"/>
  <p:tag name="KSO_WM_UNIT_DIAGRAM_ISNUMVISUAL" val="0"/>
  <p:tag name="KSO_WM_UNIT_DIAGRAM_ISREFERUNIT" val="0"/>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p="http://schemas.openxmlformats.org/presentationml/2006/main">
  <p:tag name="KSO_WM_TAG_VERSION" val="1.0"/>
  <p:tag name="KSO_WM_BEAUTIFY_FLAG" val="#wm#"/>
  <p:tag name="KSO_WM_UNIT_HIGHLIGHT" val="0"/>
  <p:tag name="KSO_WM_UNIT_COMPATIBLE" val="0"/>
  <p:tag name="KSO_WM_UNIT_DIAGRAM_ISNUMVISUAL" val="0"/>
  <p:tag name="KSO_WM_UNIT_DIAGRAM_ISREFERUNIT" val="0"/>
  <p:tag name="KSO_WM_UNIT_ID" val="_0**"/>
  <p:tag name="KSO_WM_UNIT_LAYERLEVEL" val="1"/>
  <p:tag name="KSO_WM_TEMPLATE_CATEGORY" val="custom"/>
  <p:tag name="KSO_WM_TEMPLATE_INDEX" val="20196576"/>
</p:tagLst>
</file>

<file path=ppt/tags/tag60.xml><?xml version="1.0" encoding="utf-8"?>
<p:tagLst xmlns:p="http://schemas.openxmlformats.org/presentationml/2006/main">
  <p:tag name="KSO_WM_TAG_VERSION" val="1.0"/>
  <p:tag name="KSO_WM_BEAUTIFY_FLAG" val="#wm#"/>
  <p:tag name="KSO_WM_UNIT_HIGHLIGHT" val="0"/>
  <p:tag name="KSO_WM_UNIT_COMPATIBLE" val="0"/>
  <p:tag name="KSO_WM_UNIT_DIAGRAM_ISNUMVISUAL" val="0"/>
  <p:tag name="KSO_WM_UNIT_DIAGRAM_ISREFERUNIT" val="0"/>
  <p:tag name="KSO_WM_UNIT_ID" val="_0**"/>
  <p:tag name="KSO_WM_UNIT_LAYERLEVEL" val="1"/>
  <p:tag name="KSO_WM_TEMPLATE_CATEGORY" val="custom"/>
  <p:tag name="KSO_WM_TEMPLATE_INDEX" val="20196576"/>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4.xml><?xml version="1.0" encoding="utf-8"?>
<p:tagLst xmlns:p="http://schemas.openxmlformats.org/presentationml/2006/main">
  <p:tag name="KSO_WM_TAG_VERSION" val="1.0"/>
  <p:tag name="KSO_WM_BEAUTIFY_FLAG" val="#wm#"/>
  <p:tag name="KSO_WM_COMBINE_RELATE_SLIDE_ID" val="background20181944_1"/>
  <p:tag name="KSO_WM_TEMPLATE_CATEGORY" val="custom"/>
  <p:tag name="KSO_WM_TEMPLATE_INDEX" val="20196576"/>
  <p:tag name="KSO_WM_TEMPLATE_SUBCATEGORY" val="0"/>
  <p:tag name="KSO_WM_TEMPLATE_THUMBS_INDEX" val="1"/>
</p:tagLst>
</file>

<file path=ppt/tags/tag65.xml><?xml version="1.0" encoding="utf-8"?>
<p:tagLst xmlns:p="http://schemas.openxmlformats.org/presentationml/2006/main">
  <p:tag name="KSO_WPP_MARK_KEY" val="d144ff23-9db1-4e65-b5f4-6d641ff4bbcb"/>
  <p:tag name="COMMONDATA" val="eyJoZGlkIjoiM2Q2NDY3ODBmZDEyZTZiNTFiOWYyZGE1YmNkNTA1NzMifQ=="/>
</p:tagLst>
</file>

<file path=ppt/theme/theme1.xml><?xml version="1.0" encoding="utf-8"?>
<a:theme xmlns:a="http://schemas.openxmlformats.org/drawingml/2006/main" name="主题二">
  <a:themeElements>
    <a:clrScheme name="2">
      <a:dk1>
        <a:sysClr val="windowText" lastClr="000000"/>
      </a:dk1>
      <a:lt1>
        <a:sysClr val="window" lastClr="FFFFFF"/>
      </a:lt1>
      <a:dk2>
        <a:srgbClr val="262626"/>
      </a:dk2>
      <a:lt2>
        <a:srgbClr val="EEECE1"/>
      </a:lt2>
      <a:accent1>
        <a:srgbClr val="FFFFFF"/>
      </a:accent1>
      <a:accent2>
        <a:srgbClr val="1B1E1F"/>
      </a:accent2>
      <a:accent3>
        <a:srgbClr val="9BBB59"/>
      </a:accent3>
      <a:accent4>
        <a:srgbClr val="8064A2"/>
      </a:accent4>
      <a:accent5>
        <a:srgbClr val="4BACC6"/>
      </a:accent5>
      <a:accent6>
        <a:srgbClr val="F79646"/>
      </a:accent6>
      <a:hlink>
        <a:srgbClr val="0000FF"/>
      </a:hlink>
      <a:folHlink>
        <a:srgbClr val="800080"/>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369</Words>
  <Application>WPS 演示</Application>
  <PresentationFormat>全屏显示(4:3)</PresentationFormat>
  <Paragraphs>8</Paragraphs>
  <Slides>4</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4</vt:i4>
      </vt:variant>
    </vt:vector>
  </HeadingPairs>
  <TitlesOfParts>
    <vt:vector size="15" baseType="lpstr">
      <vt:lpstr>Arial</vt:lpstr>
      <vt:lpstr>宋体</vt:lpstr>
      <vt:lpstr>Wingdings</vt:lpstr>
      <vt:lpstr>Calibri</vt:lpstr>
      <vt:lpstr>微软雅黑</vt:lpstr>
      <vt:lpstr>Arial Unicode MS</vt:lpstr>
      <vt:lpstr>黑体</vt:lpstr>
      <vt:lpstr>仿宋</vt:lpstr>
      <vt:lpstr>等线 Light</vt:lpstr>
      <vt:lpstr>Malgun Gothic</vt:lpstr>
      <vt:lpstr>主题二</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拳击</dc:title>
  <dc:creator>Administrator</dc:creator>
  <cp:lastModifiedBy>zy</cp:lastModifiedBy>
  <cp:revision>12</cp:revision>
  <dcterms:created xsi:type="dcterms:W3CDTF">2020-04-13T02:23:00Z</dcterms:created>
  <dcterms:modified xsi:type="dcterms:W3CDTF">2023-10-26T09:31:54Z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EE63555DC72B4A2B8713F333AB851BCE_12</vt:lpwstr>
  </property>
  <property fmtid="{D5CDD505-2E9C-101B-9397-08002B2CF9AE}" pid="3" name="KSOProductBuildVer">
    <vt:lpwstr>2052-11.1.0.14227</vt:lpwstr>
  </property>
</Properties>
</file>