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ECF84"/>
    <a:srgbClr val="FFF8D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7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84">
            <a:alpha val="3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image" Target="../media/image1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4721860" cy="2570480"/>
          </a:xfrm>
        </p:spPr>
        <p:txBody>
          <a:bodyPr/>
          <a:p>
            <a:endParaRPr lang="zh-CN" altLang="zh-CN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560445"/>
            <a:ext cx="4721225" cy="147256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524750" y="627380"/>
            <a:ext cx="3720465" cy="48291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2025-03-03T07:27:24Z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8087E61C8BF048B09F3E2088491065A5_11</vt:lpwstr>
  </property>
</Properties>
</file>