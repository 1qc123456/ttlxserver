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9144000" cy="5720080" type="screen16x1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present/>
    <p:sldAll/>
  </p:showPr>
  <p:clrMru>
    <a:srgbClr val="FECF84"/>
    <a:srgbClr val="FFF8D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831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8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2451" y="1143000"/>
            <a:ext cx="493309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762720"/>
            <a:ext cx="7349400" cy="214402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969803"/>
            <a:ext cx="7349400" cy="122815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spc="200"/>
            </a:lvl1pPr>
            <a:lvl2pPr marL="381635" indent="0" algn="ctr">
              <a:buNone/>
              <a:defRPr sz="1670"/>
            </a:lvl2pPr>
            <a:lvl3pPr marL="762635" indent="0" algn="ctr">
              <a:buNone/>
              <a:defRPr sz="1500"/>
            </a:lvl3pPr>
            <a:lvl4pPr marL="1144270" indent="0" algn="ctr">
              <a:buNone/>
              <a:defRPr sz="1335"/>
            </a:lvl4pPr>
            <a:lvl5pPr marL="1525270" indent="0" algn="ctr">
              <a:buNone/>
              <a:defRPr sz="1335"/>
            </a:lvl5pPr>
            <a:lvl6pPr marL="1906905" indent="0" algn="ctr">
              <a:buNone/>
              <a:defRPr sz="1335"/>
            </a:lvl6pPr>
            <a:lvl7pPr marL="2287905" indent="0" algn="ctr">
              <a:buNone/>
              <a:defRPr sz="1335"/>
            </a:lvl7pPr>
            <a:lvl8pPr marL="2669540" indent="0" algn="ctr">
              <a:buNone/>
              <a:defRPr sz="1335"/>
            </a:lvl8pPr>
            <a:lvl9pPr marL="3051175" indent="0" algn="ctr">
              <a:buNone/>
              <a:defRPr sz="13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宁静而美好的瞬间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7" name="breeze.wav"/>
          </p:stSnd>
        </p:sndAc>
      </p:transition>
    </mc:Choice>
    <mc:Fallback>
      <p:transition spd="slow" advClick="0" advTm="2000">
        <p:fade/>
        <p:sndAc>
          <p:stSnd>
            <p:snd r:embed="rId7" name="breeze.wav"/>
          </p:stSnd>
        </p:sndAc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243174"/>
            <a:ext cx="8226900" cy="396974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7" name="breeze.wav"/>
          </p:stSnd>
        </p:sndAc>
      </p:transition>
    </mc:Choice>
    <mc:Fallback>
      <p:transition spd="slow" advClick="0" advTm="2000">
        <p:fade/>
        <p:sndAc>
          <p:stSnd>
            <p:snd r:embed="rId7" name="breeze.wav"/>
          </p:stSnd>
        </p:sndAc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210030"/>
            <a:ext cx="5826600" cy="63960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7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849634"/>
            <a:ext cx="5826600" cy="72368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81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2pPr>
            <a:lvl3pPr marL="762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3pPr>
            <a:lvl4pPr marL="1144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4pPr>
            <a:lvl5pPr marL="1525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5pPr>
            <a:lvl6pPr marL="1906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6pPr>
            <a:lvl7pPr marL="2287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7pPr>
            <a:lvl8pPr marL="266954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8pPr>
            <a:lvl9pPr marL="305117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7" name="breeze.wav"/>
          </p:stSnd>
        </p:sndAc>
      </p:transition>
    </mc:Choice>
    <mc:Fallback>
      <p:transition spd="slow" advClick="0" advTm="2000">
        <p:fade/>
        <p:sndAc>
          <p:stSnd>
            <p:snd r:embed="rId7" name="breeze.wav"/>
          </p:stSnd>
        </p:sndAc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252182"/>
            <a:ext cx="3882600" cy="396073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252182"/>
            <a:ext cx="3882600" cy="396073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8" name="breeze.wav"/>
          </p:stSnd>
        </p:sndAc>
      </p:transition>
    </mc:Choice>
    <mc:Fallback>
      <p:transition spd="slow" advClick="0" advTm="2000">
        <p:fade/>
        <p:sndAc>
          <p:stSnd>
            <p:snd r:embed="rId8" name="breeze.wav"/>
          </p:stSnd>
        </p:sndAc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192125"/>
            <a:ext cx="4006800" cy="3183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546460"/>
            <a:ext cx="4006800" cy="366646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185894"/>
            <a:ext cx="4006800" cy="3183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546460"/>
            <a:ext cx="4006800" cy="366646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10" name="breeze.wav"/>
          </p:stSnd>
        </p:sndAc>
      </p:transition>
    </mc:Choice>
    <mc:Fallback>
      <p:transition spd="slow" advClick="0" advTm="2000">
        <p:fade/>
        <p:sndAc>
          <p:stSnd>
            <p:snd r:embed="rId10" name="breeze.wav"/>
          </p:stSnd>
        </p:sndAc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6" name="breeze.wav"/>
          </p:stSnd>
        </p:sndAc>
      </p:transition>
    </mc:Choice>
    <mc:Fallback>
      <p:transition spd="slow" advClick="0" advTm="2000">
        <p:fade/>
        <p:sndAc>
          <p:stSnd>
            <p:snd r:embed="rId6" name="breeze.wav"/>
          </p:stSnd>
        </p:sndAc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5" name="breeze.wav"/>
          </p:stSnd>
        </p:sndAc>
      </p:transition>
    </mc:Choice>
    <mc:Fallback>
      <p:transition spd="slow" advClick="0" advTm="2000">
        <p:fade/>
        <p:sndAc>
          <p:stSnd>
            <p:snd r:embed="rId5" name="breeze.wav"/>
          </p:stSnd>
        </p:sndAc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297225"/>
            <a:ext cx="3924808" cy="38436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297225"/>
            <a:ext cx="3920400" cy="38436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宁静而美好的瞬间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8" name="breeze.wav"/>
          </p:stSnd>
        </p:sndAc>
      </p:transition>
    </mc:Choice>
    <mc:Fallback>
      <p:transition spd="slow" advClick="0" advTm="2000">
        <p:fade/>
        <p:sndAc>
          <p:stSnd>
            <p:snd r:embed="rId8" name="breeze.wav"/>
          </p:stSnd>
        </p:sndAc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762720"/>
            <a:ext cx="783000" cy="419496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3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762720"/>
            <a:ext cx="6876900" cy="4194960"/>
          </a:xfrm>
        </p:spPr>
        <p:txBody>
          <a:bodyPr vert="eaVert" lIns="46800" tIns="46800" rIns="46800" bIns="46800"/>
          <a:lstStyle>
            <a:lvl1pPr marL="190500" indent="-190500">
              <a:spcAft>
                <a:spcPts val="1000"/>
              </a:spcAft>
              <a:defRPr spc="300"/>
            </a:lvl1pPr>
            <a:lvl2pPr marL="572135" indent="-190500">
              <a:defRPr spc="300"/>
            </a:lvl2pPr>
            <a:lvl3pPr marL="953135" indent="-190500">
              <a:defRPr spc="300"/>
            </a:lvl3pPr>
            <a:lvl4pPr marL="1334770" indent="-190500">
              <a:defRPr spc="300"/>
            </a:lvl4pPr>
            <a:lvl5pPr marL="1716405" indent="-1905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7" name="breeze.wav"/>
          </p:stSnd>
        </p:sndAc>
      </p:transition>
    </mc:Choice>
    <mc:Fallback>
      <p:transition spd="slow" advClick="0" advTm="2000">
        <p:fade/>
        <p:sndAc>
          <p:stSnd>
            <p:snd r:embed="rId7" name="breeze.wav"/>
          </p:stSnd>
        </p:sndAc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645609"/>
            <a:ext cx="8229600" cy="457331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6" name="breeze.wav"/>
          </p:stSnd>
        </p:sndAc>
      </p:transition>
    </mc:Choice>
    <mc:Fallback>
      <p:transition spd="slow" advClick="0" advTm="2000">
        <p:fade/>
        <p:sndAc>
          <p:stSnd>
            <p:snd r:embed="rId6" name="breeze.wav"/>
          </p:stSnd>
        </p:sndAc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071956"/>
            <a:ext cx="7349400" cy="84980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969803"/>
            <a:ext cx="7349400" cy="39337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0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7" name="breeze.wav"/>
          </p:stSnd>
        </p:sndAc>
      </p:transition>
    </mc:Choice>
    <mc:Fallback>
      <p:transition spd="slow" advClick="0" advTm="2000">
        <p:fade/>
        <p:sndAc>
          <p:stSnd>
            <p:snd r:embed="rId7" name="breeze.wav"/>
          </p:stSnd>
        </p:sndAc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F84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507479"/>
            <a:ext cx="8226900" cy="58855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243174"/>
            <a:ext cx="8226900" cy="396974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5266972"/>
            <a:ext cx="2025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5266972"/>
            <a:ext cx="2970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宁静而美好的瞬间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5266972"/>
            <a:ext cx="2025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18" name="breeze.wav"/>
          </p:stSnd>
        </p:sndAc>
      </p:transition>
    </mc:Choice>
    <mc:Fallback>
      <p:transition spd="slow" advClick="0" advTm="2000">
        <p:fade/>
        <p:sndAc>
          <p:stSnd>
            <p:snd r:embed="rId18" name="breeze.wav"/>
          </p:stSnd>
        </p:sndAc>
      </p:transition>
    </mc:Fallback>
  </mc:AlternateContent>
  <p:hf hdr="0"/>
  <p:txStyles>
    <p:titleStyle>
      <a:lvl1pPr algn="l" defTabSz="762635" rtl="0" eaLnBrk="1" fontAlgn="auto" latinLnBrk="0" hangingPunct="1">
        <a:lnSpc>
          <a:spcPct val="100000"/>
        </a:lnSpc>
        <a:spcBef>
          <a:spcPct val="0"/>
        </a:spcBef>
        <a:buNone/>
        <a:defRPr sz="300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90500" indent="-190500" algn="l" defTabSz="7626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5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72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42390" algn="l"/>
          <a:tab pos="1342390" algn="l"/>
          <a:tab pos="1342390" algn="l"/>
          <a:tab pos="1342390" algn="l"/>
        </a:tabLst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53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34770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1640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9740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9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60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4167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7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9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tags" Target="../tags/tag66.xml"/><Relationship Id="rId4" Type="http://schemas.openxmlformats.org/officeDocument/2006/relationships/image" Target="../media/image1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tags" Target="../tags/tag6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60" y="974250"/>
            <a:ext cx="3541395" cy="1927860"/>
          </a:xfrm>
        </p:spPr>
        <p:txBody>
          <a:bodyPr/>
          <a:p>
            <a:r>
              <a:rPr lang="zh-CN" altLang="zh-CN" sz="4800" b="0" u="sng">
                <a:latin typeface="楷体" panose="02010609060101010101" charset="-122"/>
                <a:ea typeface="楷体" panose="02010609060101010101" charset="-122"/>
              </a:rPr>
              <a:t>夕阳西下</a:t>
            </a:r>
            <a:endParaRPr lang="zh-CN" altLang="zh-CN" sz="4800" b="0" u="sng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60" y="2958784"/>
            <a:ext cx="3540919" cy="1104424"/>
          </a:xfrm>
        </p:spPr>
        <p:txBody>
          <a:bodyPr/>
          <a:p>
            <a:pPr algn="r"/>
            <a:r>
              <a:rPr lang="zh-CN" altLang="en-US" sz="1600" i="1">
                <a:latin typeface="宋体" panose="02010600030101010101" pitchFamily="2" charset="-122"/>
                <a:ea typeface="宋体" panose="02010600030101010101" pitchFamily="2" charset="-122"/>
              </a:rPr>
              <a:t>余晖中的温柔与宁静</a:t>
            </a:r>
            <a:endParaRPr lang="zh-CN" altLang="en-US" sz="1600" i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43563" y="758985"/>
            <a:ext cx="2790349" cy="3621881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6" name="breeze.wav"/>
          </p:stSnd>
        </p:sndAc>
      </p:transition>
    </mc:Choice>
    <mc:Fallback>
      <p:transition spd="slow" advClick="0" advTm="2000">
        <p:fade/>
        <p:sndAc>
          <p:stSnd>
            <p:snd r:embed="rId6" name="breez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晚霞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218440" y="1005840"/>
            <a:ext cx="8708390" cy="2425700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  <p:sp>
        <p:nvSpPr>
          <p:cNvPr id="3" name="文本框 2"/>
          <p:cNvSpPr txBox="1"/>
          <p:nvPr/>
        </p:nvSpPr>
        <p:spPr>
          <a:xfrm>
            <a:off x="217805" y="360680"/>
            <a:ext cx="8709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夕阳西下，是大自然最温柔的诗篇。当太阳缓缓沉入地平线，天空被染上了一层绚丽的金色与橙红，仿佛是画家不经意间洒落的颜料，却又如此和谐、如此动人。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2025-3-2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宁静而美好的瞬间</a:t>
            </a:r>
            <a:endParaRPr lang="zh-CN" altLang="en-US"/>
          </a:p>
        </p:txBody>
      </p:sp>
      <p:sp>
        <p:nvSpPr>
          <p:cNvPr id="9" name="心形 8">
            <a:hlinkClick r:id="" tooltip="" action="ppaction://hlinkshowjump?jump=firstslide"/>
          </p:cNvPr>
          <p:cNvSpPr/>
          <p:nvPr/>
        </p:nvSpPr>
        <p:spPr>
          <a:xfrm>
            <a:off x="218440" y="137795"/>
            <a:ext cx="601345" cy="431165"/>
          </a:xfrm>
          <a:prstGeom prst="hear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500" advClick="0" advTm="2000">
        <p15:prstTrans prst="peelOff"/>
        <p:sndAc>
          <p:stSnd>
            <p:snd r:embed="rId3" name="breeze.wav"/>
          </p:stSnd>
        </p:sndAc>
      </p:transition>
    </mc:Choice>
    <mc:Fallback>
      <p:transition spd="slow" advClick="0" advTm="2000">
        <p:fade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楷体</vt:lpstr>
      <vt:lpstr>等线</vt:lpstr>
      <vt:lpstr>黑体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156</cp:revision>
  <dcterms:created xsi:type="dcterms:W3CDTF">2019-06-19T02:08:00Z</dcterms:created>
  <dcterms:modified xsi:type="dcterms:W3CDTF">2025-03-03T06:28:49Z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8087E61C8BF048B09F3E2088491065A5_11</vt:lpwstr>
  </property>
</Properties>
</file>