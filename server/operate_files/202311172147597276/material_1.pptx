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56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audio" Target="../media/audio1.wav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14" name="applause.wav"/>
          </p:stSnd>
        </p:sndAc>
      </p:transition>
    </mc:Choice>
    <mc:Fallback>
      <p:transition spd="slow">
        <p:wheel spokes="8"/>
        <p:sndAc>
          <p:stSnd>
            <p:snd r:embed="rId14" name="applause.wav"/>
          </p:stSnd>
        </p:sndAc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7" name="applause.wav"/>
          </p:stSnd>
        </p:sndAc>
      </p:transition>
    </mc:Choice>
    <mc:Fallback>
      <p:transition spd="slow">
        <p:wheel spokes="8"/>
        <p:sndAc>
          <p:stSnd>
            <p:snd r:embed="rId7" name="applause.wav"/>
          </p:stSnd>
        </p:sndAc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7" name="applause.wav"/>
          </p:stSnd>
        </p:sndAc>
      </p:transition>
    </mc:Choice>
    <mc:Fallback>
      <p:transition spd="slow">
        <p:wheel spokes="8"/>
        <p:sndAc>
          <p:stSnd>
            <p:snd r:embed="rId7" name="applause.wav"/>
          </p:stSnd>
        </p:sndAc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8" name="applause.wav"/>
          </p:stSnd>
        </p:sndAc>
      </p:transition>
    </mc:Choice>
    <mc:Fallback>
      <p:transition spd="slow">
        <p:wheel spokes="8"/>
        <p:sndAc>
          <p:stSnd>
            <p:snd r:embed="rId8" name="applause.wav"/>
          </p:stSnd>
        </p:sndAc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10" name="applause.wav"/>
          </p:stSnd>
        </p:sndAc>
      </p:transition>
    </mc:Choice>
    <mc:Fallback>
      <p:transition spd="slow">
        <p:wheel spokes="8"/>
        <p:sndAc>
          <p:stSnd>
            <p:snd r:embed="rId10" name="applause.wav"/>
          </p:stSnd>
        </p:sndAc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A6DF8-318B-406D-86FF-CEC102F3B45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6" name="applause.wav"/>
          </p:stSnd>
        </p:sndAc>
      </p:transition>
    </mc:Choice>
    <mc:Fallback>
      <p:transition spd="slow">
        <p:wheel spokes="8"/>
        <p:sndAc>
          <p:stSnd>
            <p:snd r:embed="rId6" name="applause.wav"/>
          </p:stSnd>
        </p:sndAc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5" name="applause.wav"/>
          </p:stSnd>
        </p:sndAc>
      </p:transition>
    </mc:Choice>
    <mc:Fallback>
      <p:transition spd="slow">
        <p:wheel spokes="8"/>
        <p:sndAc>
          <p:stSnd>
            <p:snd r:embed="rId5" name="applause.wav"/>
          </p:stSnd>
        </p:sndAc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8" name="applause.wav"/>
          </p:stSnd>
        </p:sndAc>
      </p:transition>
    </mc:Choice>
    <mc:Fallback>
      <p:transition spd="slow">
        <p:wheel spokes="8"/>
        <p:sndAc>
          <p:stSnd>
            <p:snd r:embed="rId8" name="applause.wav"/>
          </p:stSnd>
        </p:sndAc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7" name="applause.wav"/>
          </p:stSnd>
        </p:sndAc>
      </p:transition>
    </mc:Choice>
    <mc:Fallback>
      <p:transition spd="slow">
        <p:wheel spokes="8"/>
        <p:sndAc>
          <p:stSnd>
            <p:snd r:embed="rId7" name="applause.wav"/>
          </p:stSnd>
        </p:sndAc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6" name="applause.wav"/>
          </p:stSnd>
        </p:sndAc>
      </p:transition>
    </mc:Choice>
    <mc:Fallback>
      <p:transition spd="slow">
        <p:wheel spokes="8"/>
        <p:sndAc>
          <p:stSnd>
            <p:snd r:embed="rId6" name="applause.wav"/>
          </p:stSnd>
        </p:sndAc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10" name="applause.wav"/>
          </p:stSnd>
        </p:sndAc>
      </p:transition>
    </mc:Choice>
    <mc:Fallback>
      <p:transition spd="slow">
        <p:wheel spokes="8"/>
        <p:sndAc>
          <p:stSnd>
            <p:snd r:embed="rId10" name="applause.wav"/>
          </p:stSnd>
        </p:sndAc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  <p:sndAc>
          <p:stSnd>
            <p:snd r:embed="rId18" name="applause.wav"/>
          </p:stSnd>
        </p:sndAc>
      </p:transition>
    </mc:Choice>
    <mc:Fallback>
      <p:transition spd="slow">
        <p:wheel spokes="8"/>
        <p:sndAc>
          <p:stSnd>
            <p:snd r:embed="rId18" name="applause.wav"/>
          </p:stSnd>
        </p:sndAc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WPS演示011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2988310" y="2493010"/>
            <a:ext cx="2880000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2" name="applause.wav"/>
          </p:stSnd>
        </p:sndAc>
      </p:transition>
    </mc:Choice>
    <mc:Fallback>
      <p:transition spd="slow">
        <p:wheel spokes="8"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下弧形箭头 6">
            <a:hlinkClick r:id="rId1" action="ppaction://hlinksldjump"/>
          </p:cNvPr>
          <p:cNvSpPr/>
          <p:nvPr/>
        </p:nvSpPr>
        <p:spPr>
          <a:xfrm>
            <a:off x="7524750" y="5589270"/>
            <a:ext cx="863600" cy="50419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2" name="applause.wav"/>
          </p:stSnd>
        </p:sndAc>
      </p:transition>
    </mc:Choice>
    <mc:Fallback>
      <p:transition spd="slow">
        <p:wheel spokes="8"/>
        <p:sndAc>
          <p:stSnd>
            <p:snd r:embed="rId2" name="applaus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  <p:sndAc>
          <p:stSnd>
            <p:snd r:embed="rId1" name="applause.wav"/>
          </p:stSnd>
        </p:sndAc>
      </p:transition>
    </mc:Choice>
    <mc:Fallback>
      <p:transition spd="slow">
        <p:wheel spokes="8"/>
        <p:sndAc>
          <p:stSnd>
            <p:snd r:embed="rId1" name="applause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COMMONDATA" val="eyJoZGlkIjoiYjEwYmM1YTU3MmVlMWEwZDQyNzdjYzQ4MWU5ZWEzOTQifQ=="/>
  <p:tag name="KSO_WPP_MARK_KEY" val="e5c3687d-5846-4bef-98e7-966509949191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全屏显示(4:3)</PresentationFormat>
  <Paragraphs>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主题三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9</cp:revision>
  <dcterms:created xsi:type="dcterms:W3CDTF">2019-10-08T09:39:00Z</dcterms:created>
  <dcterms:modified xsi:type="dcterms:W3CDTF">2023-10-20T07:01:44Z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06A27751A1394E298B6A2F4971238CBE_12</vt:lpwstr>
  </property>
  <property fmtid="{D5CDD505-2E9C-101B-9397-08002B2CF9AE}" pid="3" name="KSOProductBuildVer">
    <vt:lpwstr>2052-11.1.0.14227</vt:lpwstr>
  </property>
</Properties>
</file>