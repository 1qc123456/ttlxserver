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1" r:id="rId7"/>
    <p:sldId id="260" r:id="rId8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10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png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5.png"/><Relationship Id="rId7" Type="http://schemas.openxmlformats.org/officeDocument/2006/relationships/tags" Target="../tags/tag9.xml"/><Relationship Id="rId6" Type="http://schemas.openxmlformats.org/officeDocument/2006/relationships/image" Target="../media/image4.png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image" Target="../media/image3.png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pPr algn="r"/>
            <a:r>
              <a:rPr lang="zh-CN" altLang="en-US" sz="4400">
                <a:solidFill>
                  <a:schemeClr val="accent3"/>
                </a:solidFill>
                <a:latin typeface="仿宋" panose="02010609060101010101" charset="-122"/>
                <a:ea typeface="仿宋" panose="02010609060101010101" charset="-122"/>
              </a:rPr>
              <a:t>团团圆圆</a:t>
            </a:r>
            <a:endParaRPr lang="zh-CN" altLang="en-US" sz="4400">
              <a:solidFill>
                <a:schemeClr val="accent3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</p:spTree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6960235" y="1034415"/>
            <a:ext cx="3587115" cy="4789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/>
              <a:t>元宵节起源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历史发展脉络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节日名称由来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在传统文化中的地位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p:transition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元宵的起源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38200" y="2179955"/>
            <a:ext cx="5257165" cy="4015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上古祭祀仪式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元宵节最初起源于上古时期的祭祀仪式，人们通过点亮灯火来祭祀神灵，祈求新的一年平安吉祥。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道教文化影响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道教文化中，元宵节与“三元”说有关，即正月十五日为上元节，是天官赐福的日子，人们通过庆祝活动来祈求福祉。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/>
    </mc:Choice>
    <mc:Fallback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历史发展脉络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32180" y="1558925"/>
            <a:ext cx="4064000" cy="1220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汉代起源说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有观点认为，元宵节在汉代已经受到重视，但尚未成为全国性节日。</a:t>
            </a:r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932180" y="2957195"/>
            <a:ext cx="4064000" cy="1378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唐代正式形成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到了唐代，元宵节逐渐发展成为一个重要的民间节日，人们开始普遍庆祝。</a:t>
            </a:r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932180" y="4513580"/>
            <a:ext cx="4064000" cy="1378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宋明时期盛行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宋明时期，元宵节庆祝活动更加丰富多彩，成为民间最热闹的节日之一。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624195" y="1691005"/>
            <a:ext cx="5328285" cy="4137660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节目的由来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930000" y="1400400"/>
            <a:ext cx="4424400" cy="4798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“元”字含义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元宵节中的“元”字，意指开始、第一，象征着新的一年的开始。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“宵”字含义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而“宵”字则指夜晚，元宵节正值农历正月十五日夜晚，因此得名。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另一种说法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也有观点认为，“元宵”一词可能来源于古代灯会的“元夜”或“元夕”，后来逐渐演变为“元宵”。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651000" y="2266950"/>
            <a:ext cx="4200525" cy="3482340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在传统文化中的地位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160145" y="3429000"/>
            <a:ext cx="2555240" cy="19126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/>
              <a:t>重要民俗节日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元宵节是中国传统文化中的重要民俗节日之一，具有深厚的文化底蕴和丰富的庆祝活动。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60145" y="1821180"/>
            <a:ext cx="2555240" cy="122237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703445" y="3429000"/>
            <a:ext cx="2555240" cy="19126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/>
              <a:t>重要民俗节日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元宵节是中国传统文化中的重要民俗节日之一，具有深厚的文化底蕴和丰富的庆祝活动。</a:t>
            </a:r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8023860" y="3429000"/>
            <a:ext cx="2555240" cy="19126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/>
              <a:t>重要民俗节日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元宵节是中国传统文化中的重要民俗节日之一，具有深厚的文化底蕴和丰富的庆祝活动。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703445" y="1821815"/>
            <a:ext cx="2555240" cy="122174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023860" y="1821815"/>
            <a:ext cx="2554605" cy="1221740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commondata" val="eyJoZGlkIjoiN2M3Mjk2NmEzNTNhOWE0YTg5ZGUzZjYzYmJiZDNkMDYifQ=="/>
</p:tagLst>
</file>

<file path=ppt/theme/theme1.xml><?xml version="1.0" encoding="utf-8"?>
<a:theme xmlns:a="http://schemas.openxmlformats.org/drawingml/2006/main" name="WPS">
  <a:themeElements>
    <a:clrScheme name="WPS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6724B"/>
      </a:accent2>
      <a:accent3>
        <a:srgbClr val="EFBB1F"/>
      </a:accent3>
      <a:accent4>
        <a:srgbClr val="75BD42"/>
      </a:accent4>
      <a:accent5>
        <a:srgbClr val="30C0B4"/>
      </a:accent5>
      <a:accent6>
        <a:srgbClr val="E05269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530</Words>
  <Application>WPS 演示</Application>
  <PresentationFormat>宽屏</PresentationFormat>
  <Paragraphs>63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仿宋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元宵的起源</vt:lpstr>
      <vt:lpstr>历史发展脉络</vt:lpstr>
      <vt:lpstr>节目的由来</vt:lpstr>
      <vt:lpstr>在传统文化中的地位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HF</dc:creator>
  <cp:lastModifiedBy>微信用户</cp:lastModifiedBy>
  <cp:revision>8</cp:revision>
  <dcterms:created xsi:type="dcterms:W3CDTF">2024-11-05T01:24:00Z</dcterms:created>
  <dcterms:modified xsi:type="dcterms:W3CDTF">2025-02-17T03:42:35Z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940052E787214E8496931E533A0E45D2_13</vt:lpwstr>
  </property>
  <property fmtid="{D5CDD505-2E9C-101B-9397-08002B2CF9AE}" pid="3" name="KSOProductBuildVer">
    <vt:lpwstr>2052-12.1.0.15712</vt:lpwstr>
  </property>
</Properties>
</file>