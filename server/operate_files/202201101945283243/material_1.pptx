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Lst>
  <p:sldSz cx="9144000" cy="6858000" type="screen4x3"/>
  <p:notesSz cx="6858000" cy="9144000"/>
  <p:custDataLst>
    <p:tags r:id="rId5"/>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08" d="100"/>
          <a:sy n="108" d="100"/>
        </p:scale>
        <p:origin x="-1752" y="-8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tags" Target="tags/tag1.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7" name="等腰三角形 6"/>
          <p:cNvSpPr/>
          <p:nvPr/>
        </p:nvSpPr>
        <p:spPr>
          <a:xfrm rot="16200000">
            <a:off x="7554353" y="5254283"/>
            <a:ext cx="1892949" cy="1294228"/>
          </a:xfrm>
          <a:prstGeom prst="triangle">
            <a:avLst>
              <a:gd name="adj" fmla="val 51323"/>
            </a:avLst>
          </a:prstGeom>
          <a:gradFill flip="none" rotWithShape="1">
            <a:gsLst>
              <a:gs pos="0">
                <a:schemeClr val="accent1">
                  <a:shade val="30000"/>
                  <a:satMod val="155000"/>
                  <a:alpha val="100000"/>
                </a:schemeClr>
              </a:gs>
              <a:gs pos="60000">
                <a:schemeClr val="accent1">
                  <a:satMod val="160000"/>
                  <a:alpha val="100000"/>
                </a:schemeClr>
              </a:gs>
              <a:gs pos="100000">
                <a:schemeClr val="accent1">
                  <a:tint val="70000"/>
                  <a:satMod val="200000"/>
                  <a:alpha val="100000"/>
                </a:schemeClr>
              </a:gs>
            </a:gsLst>
            <a:lin ang="15500000" scaled="1"/>
            <a:tileRect/>
          </a:gra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标题 7"/>
          <p:cNvSpPr>
            <a:spLocks noGrp="1"/>
          </p:cNvSpPr>
          <p:nvPr>
            <p:ph type="ctrTitle"/>
          </p:nvPr>
        </p:nvSpPr>
        <p:spPr>
          <a:xfrm>
            <a:off x="540544" y="776288"/>
            <a:ext cx="8062912" cy="1470025"/>
          </a:xfrm>
        </p:spPr>
        <p:txBody>
          <a:bodyPr anchor="b">
            <a:normAutofit/>
          </a:bodyPr>
          <a:lstStyle>
            <a:lvl1pPr algn="r">
              <a:defRPr sz="4400"/>
            </a:lvl1pPr>
          </a:lstStyle>
          <a:p>
            <a:r>
              <a:rPr kumimoji="0" lang="zh-CN" altLang="en-US" smtClean="0"/>
              <a:t>单击此处编辑母版标题样式</a:t>
            </a:r>
            <a:endParaRPr kumimoji="0" lang="en-US"/>
          </a:p>
        </p:txBody>
      </p:sp>
      <p:sp>
        <p:nvSpPr>
          <p:cNvPr id="9" name="副标题 8"/>
          <p:cNvSpPr>
            <a:spLocks noGrp="1"/>
          </p:cNvSpPr>
          <p:nvPr>
            <p:ph type="subTitle" idx="1"/>
          </p:nvPr>
        </p:nvSpPr>
        <p:spPr>
          <a:xfrm>
            <a:off x="540544" y="2250280"/>
            <a:ext cx="8062912" cy="1752600"/>
          </a:xfrm>
        </p:spPr>
        <p:txBody>
          <a:bodyPr/>
          <a:lstStyle>
            <a:lvl1pPr marL="0" marR="36576" indent="0" algn="r">
              <a:spcBef>
                <a:spcPts val="0"/>
              </a:spcBef>
              <a:buNone/>
              <a:defRPr>
                <a:ln>
                  <a:solidFill>
                    <a:schemeClr val="bg2"/>
                  </a:solidFill>
                </a:ln>
                <a:solidFill>
                  <a:schemeClr val="tx1">
                    <a:tint val="75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zh-CN" altLang="en-US" smtClean="0"/>
              <a:t>单击此处编辑母版副标题样式</a:t>
            </a:r>
            <a:endParaRPr kumimoji="0" lang="en-US"/>
          </a:p>
        </p:txBody>
      </p:sp>
      <p:sp>
        <p:nvSpPr>
          <p:cNvPr id="28" name="日期占位符 27"/>
          <p:cNvSpPr>
            <a:spLocks noGrp="1"/>
          </p:cNvSpPr>
          <p:nvPr>
            <p:ph type="dt" sz="half" idx="10"/>
          </p:nvPr>
        </p:nvSpPr>
        <p:spPr>
          <a:xfrm>
            <a:off x="1371600" y="6012656"/>
            <a:ext cx="5791200" cy="365125"/>
          </a:xfrm>
        </p:spPr>
        <p:txBody>
          <a:bodyPr tIns="0" bIns="0" anchor="t"/>
          <a:lstStyle>
            <a:lvl1pPr algn="r">
              <a:defRPr sz="1000"/>
            </a:lvl1pPr>
          </a:lstStyle>
          <a:p>
            <a:fld id="{530820CF-B880-4189-942D-D702A7CBA730}" type="datetimeFigureOut">
              <a:rPr lang="zh-CN" altLang="en-US" smtClean="0"/>
              <a:t>2022-01-10</a:t>
            </a:fld>
            <a:endParaRPr lang="zh-CN" altLang="en-US"/>
          </a:p>
        </p:txBody>
      </p:sp>
      <p:sp>
        <p:nvSpPr>
          <p:cNvPr id="17" name="页脚占位符 16"/>
          <p:cNvSpPr>
            <a:spLocks noGrp="1"/>
          </p:cNvSpPr>
          <p:nvPr>
            <p:ph type="ftr" sz="quarter" idx="11"/>
          </p:nvPr>
        </p:nvSpPr>
        <p:spPr>
          <a:xfrm>
            <a:off x="1371600" y="5650704"/>
            <a:ext cx="5791200" cy="365125"/>
          </a:xfrm>
        </p:spPr>
        <p:txBody>
          <a:bodyPr tIns="0" bIns="0" anchor="b"/>
          <a:lstStyle>
            <a:lvl1pPr algn="r">
              <a:defRPr sz="1100"/>
            </a:lvl1pPr>
          </a:lstStyle>
          <a:p>
            <a:endParaRPr lang="zh-CN" altLang="en-US"/>
          </a:p>
        </p:txBody>
      </p:sp>
      <p:sp>
        <p:nvSpPr>
          <p:cNvPr id="29" name="灯片编号占位符 28"/>
          <p:cNvSpPr>
            <a:spLocks noGrp="1"/>
          </p:cNvSpPr>
          <p:nvPr>
            <p:ph type="sldNum" sz="quarter" idx="12"/>
          </p:nvPr>
        </p:nvSpPr>
        <p:spPr>
          <a:xfrm>
            <a:off x="8392247" y="5752307"/>
            <a:ext cx="502920" cy="365125"/>
          </a:xfrm>
        </p:spPr>
        <p:txBody>
          <a:bodyPr anchor="ctr"/>
          <a:lstStyle>
            <a:lvl1pPr algn="ctr">
              <a:defRPr sz="1300">
                <a:solidFill>
                  <a:srgbClr val="FFFFFF"/>
                </a:solidFill>
              </a:defRPr>
            </a:lvl1p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67494"/>
            <a:ext cx="8229600" cy="1399032"/>
          </a:xfrm>
        </p:spPr>
        <p:txBody>
          <a:bodyPr/>
          <a:lstStyle/>
          <a:p>
            <a:r>
              <a:rPr kumimoji="0" lang="zh-CN" altLang="en-US" smtClean="0"/>
              <a:t>单击此处编辑母版标题样式</a:t>
            </a:r>
            <a:endParaRPr kumimoji="0" lang="en-US"/>
          </a:p>
        </p:txBody>
      </p:sp>
      <p:sp>
        <p:nvSpPr>
          <p:cNvPr id="3" name="内容占位符 2"/>
          <p:cNvSpPr>
            <a:spLocks noGrp="1"/>
          </p:cNvSpPr>
          <p:nvPr>
            <p:ph idx="1"/>
          </p:nvPr>
        </p:nvSpPr>
        <p:spPr>
          <a:xfrm>
            <a:off x="457200" y="1882808"/>
            <a:ext cx="8229600" cy="4572000"/>
          </a:xfrm>
        </p:spPr>
        <p:txBody>
          <a:body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a:xfrm>
            <a:off x="4791456" y="6480048"/>
            <a:ext cx="2133600" cy="301752"/>
          </a:xfrm>
        </p:spPr>
        <p:txBody>
          <a:bodyPr/>
          <a:lstStyle/>
          <a:p>
            <a:fld id="{530820CF-B880-4189-942D-D702A7CBA730}" type="datetimeFigureOut">
              <a:rPr lang="zh-CN" altLang="en-US" smtClean="0"/>
              <a:t>2022-01-10</a:t>
            </a:fld>
            <a:endParaRPr lang="zh-CN" altLang="en-US"/>
          </a:p>
        </p:txBody>
      </p:sp>
      <p:sp>
        <p:nvSpPr>
          <p:cNvPr id="5" name="页脚占位符 4"/>
          <p:cNvSpPr>
            <a:spLocks noGrp="1"/>
          </p:cNvSpPr>
          <p:nvPr>
            <p:ph type="ftr" sz="quarter" idx="11"/>
          </p:nvPr>
        </p:nvSpPr>
        <p:spPr>
          <a:xfrm>
            <a:off x="457200" y="6480969"/>
            <a:ext cx="4260056" cy="300831"/>
          </a:xfrm>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bg>
      <p:bgRef idx="1002">
        <a:schemeClr val="bg1"/>
      </p:bgRef>
    </p:bg>
    <p:spTree>
      <p:nvGrpSpPr>
        <p:cNvPr id="1" name=""/>
        <p:cNvGrpSpPr/>
        <p:nvPr/>
      </p:nvGrpSpPr>
      <p:grpSpPr>
        <a:xfrm>
          <a:off x="0" y="0"/>
          <a:ext cx="0" cy="0"/>
          <a:chOff x="0" y="0"/>
          <a:chExt cx="0" cy="0"/>
        </a:xfrm>
      </p:grpSpPr>
      <p:sp>
        <p:nvSpPr>
          <p:cNvPr id="9" name="直角三角形 8"/>
          <p:cNvSpPr/>
          <p:nvPr/>
        </p:nvSpPr>
        <p:spPr>
          <a:xfrm flipV="1">
            <a:off x="7034" y="7034"/>
            <a:ext cx="9129932" cy="6836899"/>
          </a:xfrm>
          <a:prstGeom prst="rtTriangle">
            <a:avLst/>
          </a:prstGeom>
          <a:gradFill flip="none" rotWithShape="1">
            <a:gsLst>
              <a:gs pos="0">
                <a:schemeClr val="tx2">
                  <a:alpha val="10000"/>
                </a:schemeClr>
              </a:gs>
              <a:gs pos="70000">
                <a:schemeClr val="tx2">
                  <a:alpha val="8000"/>
                </a:schemeClr>
              </a:gs>
              <a:gs pos="100000">
                <a:schemeClr val="tx2">
                  <a:alpha val="1000"/>
                </a:schemeClr>
              </a:gs>
            </a:gsLst>
            <a:lin ang="8000000" scaled="1"/>
            <a:tileRect/>
          </a:gra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algn="ctr" defTabSz="914400" rtl="0" eaLnBrk="1" latinLnBrk="0" hangingPunct="1"/>
            <a:endParaRPr kumimoji="0" lang="en-US" sz="1800" kern="1200">
              <a:solidFill>
                <a:schemeClr val="lt1"/>
              </a:solidFill>
              <a:latin typeface="+mn-lt"/>
              <a:ea typeface="+mn-ea"/>
              <a:cs typeface="+mn-cs"/>
            </a:endParaRPr>
          </a:p>
        </p:txBody>
      </p:sp>
      <p:sp>
        <p:nvSpPr>
          <p:cNvPr id="8" name="等腰三角形 7"/>
          <p:cNvSpPr/>
          <p:nvPr/>
        </p:nvSpPr>
        <p:spPr>
          <a:xfrm rot="5400000" flipV="1">
            <a:off x="7554353" y="309490"/>
            <a:ext cx="1892949" cy="1294228"/>
          </a:xfrm>
          <a:prstGeom prst="triangle">
            <a:avLst>
              <a:gd name="adj" fmla="val 51323"/>
            </a:avLst>
          </a:prstGeom>
          <a:gradFill flip="none" rotWithShape="1">
            <a:gsLst>
              <a:gs pos="0">
                <a:schemeClr val="accent1">
                  <a:shade val="30000"/>
                  <a:satMod val="155000"/>
                  <a:alpha val="100000"/>
                </a:schemeClr>
              </a:gs>
              <a:gs pos="60000">
                <a:schemeClr val="accent1">
                  <a:satMod val="160000"/>
                  <a:alpha val="100000"/>
                </a:schemeClr>
              </a:gs>
              <a:gs pos="100000">
                <a:schemeClr val="accent1">
                  <a:tint val="70000"/>
                  <a:satMod val="200000"/>
                  <a:alpha val="100000"/>
                </a:schemeClr>
              </a:gs>
            </a:gsLst>
            <a:lin ang="15500000" scaled="1"/>
            <a:tileRect/>
          </a:gra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4" name="日期占位符 3"/>
          <p:cNvSpPr>
            <a:spLocks noGrp="1"/>
          </p:cNvSpPr>
          <p:nvPr>
            <p:ph type="dt" sz="half" idx="10"/>
          </p:nvPr>
        </p:nvSpPr>
        <p:spPr>
          <a:xfrm>
            <a:off x="6955632" y="6477000"/>
            <a:ext cx="2133600" cy="304800"/>
          </a:xfrm>
        </p:spPr>
        <p:txBody>
          <a:bodyPr/>
          <a:lstStyle/>
          <a:p>
            <a:fld id="{530820CF-B880-4189-942D-D702A7CBA730}" type="datetimeFigureOut">
              <a:rPr lang="zh-CN" altLang="en-US" smtClean="0"/>
              <a:t>2022-01-10</a:t>
            </a:fld>
            <a:endParaRPr lang="zh-CN" altLang="en-US"/>
          </a:p>
        </p:txBody>
      </p:sp>
      <p:sp>
        <p:nvSpPr>
          <p:cNvPr id="5" name="页脚占位符 4"/>
          <p:cNvSpPr>
            <a:spLocks noGrp="1"/>
          </p:cNvSpPr>
          <p:nvPr>
            <p:ph type="ftr" sz="quarter" idx="11"/>
          </p:nvPr>
        </p:nvSpPr>
        <p:spPr>
          <a:xfrm>
            <a:off x="2619376" y="6480969"/>
            <a:ext cx="4260056" cy="300831"/>
          </a:xfrm>
        </p:spPr>
        <p:txBody>
          <a:bodyPr/>
          <a:lstStyle/>
          <a:p>
            <a:endParaRPr lang="zh-CN" altLang="en-US"/>
          </a:p>
        </p:txBody>
      </p:sp>
      <p:sp>
        <p:nvSpPr>
          <p:cNvPr id="6" name="灯片编号占位符 5"/>
          <p:cNvSpPr>
            <a:spLocks noGrp="1"/>
          </p:cNvSpPr>
          <p:nvPr>
            <p:ph type="sldNum" sz="quarter" idx="12"/>
          </p:nvPr>
        </p:nvSpPr>
        <p:spPr>
          <a:xfrm>
            <a:off x="8451056" y="809624"/>
            <a:ext cx="502920" cy="300831"/>
          </a:xfrm>
        </p:spPr>
        <p:txBody>
          <a:bodyPr/>
          <a:lstStyle/>
          <a:p>
            <a:fld id="{0C913308-F349-4B6D-A68A-DD1791B4A57B}" type="slidenum">
              <a:rPr lang="zh-CN" altLang="en-US" smtClean="0"/>
              <a:t>‹#›</a:t>
            </a:fld>
            <a:endParaRPr lang="zh-CN" altLang="en-US"/>
          </a:p>
        </p:txBody>
      </p:sp>
      <p:cxnSp>
        <p:nvCxnSpPr>
          <p:cNvPr id="11" name="直接连接符 10"/>
          <p:cNvCxnSpPr/>
          <p:nvPr/>
        </p:nvCxnSpPr>
        <p:spPr>
          <a:xfrm rot="10800000">
            <a:off x="6468794" y="9381"/>
            <a:ext cx="2672861" cy="1900210"/>
          </a:xfrm>
          <a:prstGeom prst="line">
            <a:avLst/>
          </a:prstGeom>
          <a:noFill/>
          <a:ln w="6000" cap="rnd" cmpd="sng" algn="ctr">
            <a:solidFill>
              <a:schemeClr val="bg2">
                <a:tint val="50000"/>
                <a:satMod val="200000"/>
                <a:alpha val="45000"/>
              </a:scheme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10" name="直接连接符 9"/>
          <p:cNvCxnSpPr/>
          <p:nvPr/>
        </p:nvCxnSpPr>
        <p:spPr>
          <a:xfrm flipV="1">
            <a:off x="0" y="7034"/>
            <a:ext cx="9136966" cy="6843933"/>
          </a:xfrm>
          <a:prstGeom prst="line">
            <a:avLst/>
          </a:prstGeom>
          <a:noFill/>
          <a:ln w="5000" cap="rnd" cmpd="sng" algn="ctr">
            <a:solidFill>
              <a:schemeClr val="bg2">
                <a:tint val="55000"/>
                <a:satMod val="200000"/>
                <a:alpha val="3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2" name="标题 1"/>
          <p:cNvSpPr>
            <a:spLocks noGrp="1"/>
          </p:cNvSpPr>
          <p:nvPr>
            <p:ph type="title"/>
          </p:nvPr>
        </p:nvSpPr>
        <p:spPr>
          <a:xfrm>
            <a:off x="381000" y="271464"/>
            <a:ext cx="7239000" cy="1362075"/>
          </a:xfrm>
        </p:spPr>
        <p:txBody>
          <a:bodyPr anchor="ctr"/>
          <a:lstStyle>
            <a:lvl1pPr marL="0" algn="l">
              <a:buNone/>
              <a:defRPr sz="3600" b="1" cap="none" baseline="0"/>
            </a:lvl1pPr>
          </a:lstStyle>
          <a:p>
            <a:r>
              <a:rPr kumimoji="0" lang="zh-CN" altLang="en-US" smtClean="0"/>
              <a:t>单击此处编辑母版标题样式</a:t>
            </a:r>
            <a:endParaRPr kumimoji="0" lang="en-US"/>
          </a:p>
        </p:txBody>
      </p:sp>
      <p:sp>
        <p:nvSpPr>
          <p:cNvPr id="3" name="文本占位符 2"/>
          <p:cNvSpPr>
            <a:spLocks noGrp="1"/>
          </p:cNvSpPr>
          <p:nvPr>
            <p:ph type="body" idx="1"/>
          </p:nvPr>
        </p:nvSpPr>
        <p:spPr>
          <a:xfrm>
            <a:off x="381000" y="1633536"/>
            <a:ext cx="3886200" cy="2286000"/>
          </a:xfrm>
        </p:spPr>
        <p:txBody>
          <a:bodyPr anchor="t"/>
          <a:lstStyle>
            <a:lvl1pPr marL="54864" indent="0" algn="l">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zh-CN" altLang="en-US" smtClean="0"/>
              <a:t>单击此处编辑母版文本样式</a:t>
            </a:r>
          </a:p>
        </p:txBody>
      </p:sp>
    </p:spTree>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marL="0" algn="l">
              <a:defRPr/>
            </a:lvl1pPr>
          </a:lstStyle>
          <a:p>
            <a:r>
              <a:rPr kumimoji="0" lang="zh-CN" altLang="en-US" smtClean="0"/>
              <a:t>单击此处编辑母版标题样式</a:t>
            </a:r>
            <a:endParaRPr kumimoji="0" lang="en-US"/>
          </a:p>
        </p:txBody>
      </p:sp>
      <p:sp>
        <p:nvSpPr>
          <p:cNvPr id="3" name="内容占位符 2"/>
          <p:cNvSpPr>
            <a:spLocks noGrp="1"/>
          </p:cNvSpPr>
          <p:nvPr>
            <p:ph sz="half" idx="1"/>
          </p:nvPr>
        </p:nvSpPr>
        <p:spPr>
          <a:xfrm>
            <a:off x="457200" y="1722437"/>
            <a:ext cx="4038600" cy="4525963"/>
          </a:xfrm>
        </p:spPr>
        <p:txBody>
          <a:bodyPr/>
          <a:lstStyle>
            <a:lvl1pPr>
              <a:defRPr sz="2600"/>
            </a:lvl1pPr>
            <a:lvl2pPr>
              <a:defRPr sz="2400"/>
            </a:lvl2pPr>
            <a:lvl3pPr>
              <a:defRPr sz="2000"/>
            </a:lvl3pPr>
            <a:lvl4pPr>
              <a:defRPr sz="1800"/>
            </a:lvl4pPr>
            <a:lvl5pPr>
              <a:defRPr sz="1800"/>
            </a:lvl5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内容占位符 3"/>
          <p:cNvSpPr>
            <a:spLocks noGrp="1"/>
          </p:cNvSpPr>
          <p:nvPr>
            <p:ph sz="half" idx="2"/>
          </p:nvPr>
        </p:nvSpPr>
        <p:spPr>
          <a:xfrm>
            <a:off x="4648200" y="1722437"/>
            <a:ext cx="4038600" cy="4525963"/>
          </a:xfrm>
        </p:spPr>
        <p:txBody>
          <a:bodyPr/>
          <a:lstStyle>
            <a:lvl1pPr>
              <a:defRPr sz="2600"/>
            </a:lvl1pPr>
            <a:lvl2pPr>
              <a:defRPr sz="2400"/>
            </a:lvl2pPr>
            <a:lvl3pPr>
              <a:defRPr sz="2000"/>
            </a:lvl3pPr>
            <a:lvl4pPr>
              <a:defRPr sz="1800"/>
            </a:lvl4pPr>
            <a:lvl5pPr>
              <a:defRPr sz="1800"/>
            </a:lvl5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5" name="日期占位符 4"/>
          <p:cNvSpPr>
            <a:spLocks noGrp="1"/>
          </p:cNvSpPr>
          <p:nvPr>
            <p:ph type="dt" sz="half" idx="10"/>
          </p:nvPr>
        </p:nvSpPr>
        <p:spPr>
          <a:xfrm>
            <a:off x="4791456" y="6480969"/>
            <a:ext cx="2133600" cy="301752"/>
          </a:xfrm>
        </p:spPr>
        <p:txBody>
          <a:bodyPr/>
          <a:lstStyle/>
          <a:p>
            <a:fld id="{530820CF-B880-4189-942D-D702A7CBA730}" type="datetimeFigureOut">
              <a:rPr lang="zh-CN" altLang="en-US" smtClean="0"/>
              <a:t>2022-01-10</a:t>
            </a:fld>
            <a:endParaRPr lang="zh-CN" altLang="en-US"/>
          </a:p>
        </p:txBody>
      </p:sp>
      <p:sp>
        <p:nvSpPr>
          <p:cNvPr id="6" name="页脚占位符 5"/>
          <p:cNvSpPr>
            <a:spLocks noGrp="1"/>
          </p:cNvSpPr>
          <p:nvPr>
            <p:ph type="ftr" sz="quarter" idx="11"/>
          </p:nvPr>
        </p:nvSpPr>
        <p:spPr>
          <a:xfrm>
            <a:off x="457200" y="6480969"/>
            <a:ext cx="4260056" cy="301752"/>
          </a:xfrm>
        </p:spPr>
        <p:txBody>
          <a:bodyPr/>
          <a:lstStyle/>
          <a:p>
            <a:endParaRPr lang="zh-CN" altLang="en-US"/>
          </a:p>
        </p:txBody>
      </p:sp>
      <p:sp>
        <p:nvSpPr>
          <p:cNvPr id="7" name="灯片编号占位符 6"/>
          <p:cNvSpPr>
            <a:spLocks noGrp="1"/>
          </p:cNvSpPr>
          <p:nvPr>
            <p:ph type="sldNum" sz="quarter" idx="12"/>
          </p:nvPr>
        </p:nvSpPr>
        <p:spPr>
          <a:xfrm>
            <a:off x="7589520" y="6480969"/>
            <a:ext cx="502920" cy="301752"/>
          </a:xfrm>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比较">
    <p:bg>
      <p:bgRef idx="1002">
        <a:schemeClr val="bg2"/>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248198" y="290732"/>
            <a:ext cx="1066800" cy="6153912"/>
          </a:xfrm>
        </p:spPr>
        <p:txBody>
          <a:bodyPr vert="vert270" anchor="b"/>
          <a:lstStyle>
            <a:lvl1pPr marL="0" algn="ctr">
              <a:defRPr sz="3300" b="1">
                <a:ln w="6350">
                  <a:solidFill>
                    <a:schemeClr val="tx1"/>
                  </a:solidFill>
                </a:ln>
                <a:solidFill>
                  <a:schemeClr val="tx1"/>
                </a:solidFill>
              </a:defRPr>
            </a:lvl1pPr>
          </a:lstStyle>
          <a:p>
            <a:r>
              <a:rPr kumimoji="0" lang="zh-CN" altLang="en-US" smtClean="0"/>
              <a:t>单击此处编辑母版标题样式</a:t>
            </a:r>
            <a:endParaRPr kumimoji="0" lang="en-US"/>
          </a:p>
        </p:txBody>
      </p:sp>
      <p:sp>
        <p:nvSpPr>
          <p:cNvPr id="3" name="文本占位符 2"/>
          <p:cNvSpPr>
            <a:spLocks noGrp="1"/>
          </p:cNvSpPr>
          <p:nvPr>
            <p:ph type="body" idx="1"/>
          </p:nvPr>
        </p:nvSpPr>
        <p:spPr>
          <a:xfrm>
            <a:off x="1365006" y="290732"/>
            <a:ext cx="581024" cy="3017520"/>
          </a:xfrm>
          <a:solidFill>
            <a:schemeClr val="bg1"/>
          </a:solidFill>
          <a:ln w="12700">
            <a:noFill/>
          </a:ln>
        </p:spPr>
        <p:txBody>
          <a:bodyPr vert="vert270" anchor="ctr"/>
          <a:lstStyle>
            <a:lvl1pPr marL="0" indent="0" algn="ctr">
              <a:buNone/>
              <a:defRPr sz="1600" b="0">
                <a:solidFill>
                  <a:schemeClr val="tx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zh-CN" altLang="en-US" smtClean="0"/>
              <a:t>单击此处编辑母版文本样式</a:t>
            </a:r>
          </a:p>
        </p:txBody>
      </p:sp>
      <p:sp>
        <p:nvSpPr>
          <p:cNvPr id="4" name="文本占位符 3"/>
          <p:cNvSpPr>
            <a:spLocks noGrp="1"/>
          </p:cNvSpPr>
          <p:nvPr>
            <p:ph type="body" sz="half" idx="3"/>
          </p:nvPr>
        </p:nvSpPr>
        <p:spPr>
          <a:xfrm>
            <a:off x="1365006" y="3427124"/>
            <a:ext cx="581024" cy="3017520"/>
          </a:xfrm>
          <a:solidFill>
            <a:schemeClr val="bg1"/>
          </a:solidFill>
          <a:ln w="12700">
            <a:noFill/>
          </a:ln>
        </p:spPr>
        <p:txBody>
          <a:bodyPr vert="vert270" anchor="ctr"/>
          <a:lstStyle>
            <a:lvl1pPr marL="0" indent="0" algn="ctr">
              <a:buNone/>
              <a:defRPr sz="1600" b="0">
                <a:solidFill>
                  <a:schemeClr val="tx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zh-CN" altLang="en-US" smtClean="0"/>
              <a:t>单击此处编辑母版文本样式</a:t>
            </a:r>
          </a:p>
        </p:txBody>
      </p:sp>
      <p:sp>
        <p:nvSpPr>
          <p:cNvPr id="5" name="内容占位符 4"/>
          <p:cNvSpPr>
            <a:spLocks noGrp="1"/>
          </p:cNvSpPr>
          <p:nvPr>
            <p:ph sz="quarter" idx="2"/>
          </p:nvPr>
        </p:nvSpPr>
        <p:spPr>
          <a:xfrm>
            <a:off x="2022230" y="290732"/>
            <a:ext cx="6858000" cy="3017520"/>
          </a:xfrm>
        </p:spPr>
        <p:txBody>
          <a:bodyPr/>
          <a:lstStyle>
            <a:lvl1pPr algn="l">
              <a:defRPr sz="2400"/>
            </a:lvl1pPr>
            <a:lvl2pPr algn="l">
              <a:defRPr sz="2000"/>
            </a:lvl2pPr>
            <a:lvl3pPr algn="l">
              <a:defRPr sz="1800"/>
            </a:lvl3pPr>
            <a:lvl4pPr algn="l">
              <a:defRPr sz="1600"/>
            </a:lvl4pPr>
            <a:lvl5pPr algn="l">
              <a:defRPr sz="1600"/>
            </a:lvl5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6" name="内容占位符 5"/>
          <p:cNvSpPr>
            <a:spLocks noGrp="1"/>
          </p:cNvSpPr>
          <p:nvPr>
            <p:ph sz="quarter" idx="4"/>
          </p:nvPr>
        </p:nvSpPr>
        <p:spPr>
          <a:xfrm>
            <a:off x="2022230" y="3427124"/>
            <a:ext cx="6858000" cy="3017520"/>
          </a:xfrm>
        </p:spPr>
        <p:txBody>
          <a:bodyPr/>
          <a:lstStyle>
            <a:lvl1pPr>
              <a:defRPr sz="2400"/>
            </a:lvl1pPr>
            <a:lvl2pPr>
              <a:defRPr sz="2000"/>
            </a:lvl2pPr>
            <a:lvl3pPr>
              <a:defRPr sz="1800"/>
            </a:lvl3pPr>
            <a:lvl4pPr>
              <a:defRPr sz="1600"/>
            </a:lvl4pPr>
            <a:lvl5pPr>
              <a:defRPr sz="1600"/>
            </a:lvl5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7" name="日期占位符 6"/>
          <p:cNvSpPr>
            <a:spLocks noGrp="1"/>
          </p:cNvSpPr>
          <p:nvPr>
            <p:ph type="dt" sz="half" idx="10"/>
          </p:nvPr>
        </p:nvSpPr>
        <p:spPr>
          <a:xfrm>
            <a:off x="4791456" y="6480969"/>
            <a:ext cx="2130552" cy="301752"/>
          </a:xfrm>
        </p:spPr>
        <p:txBody>
          <a:bodyPr/>
          <a:lstStyle/>
          <a:p>
            <a:fld id="{530820CF-B880-4189-942D-D702A7CBA730}" type="datetimeFigureOut">
              <a:rPr lang="zh-CN" altLang="en-US" smtClean="0"/>
              <a:t>2022-01-10</a:t>
            </a:fld>
            <a:endParaRPr lang="zh-CN" altLang="en-US"/>
          </a:p>
        </p:txBody>
      </p:sp>
      <p:sp>
        <p:nvSpPr>
          <p:cNvPr id="8" name="页脚占位符 7"/>
          <p:cNvSpPr>
            <a:spLocks noGrp="1"/>
          </p:cNvSpPr>
          <p:nvPr>
            <p:ph type="ftr" sz="quarter" idx="11"/>
          </p:nvPr>
        </p:nvSpPr>
        <p:spPr>
          <a:xfrm>
            <a:off x="457200" y="6480969"/>
            <a:ext cx="4261104" cy="301752"/>
          </a:xfrm>
        </p:spPr>
        <p:txBody>
          <a:bodyPr/>
          <a:lstStyle/>
          <a:p>
            <a:endParaRPr lang="zh-CN" altLang="en-US"/>
          </a:p>
        </p:txBody>
      </p:sp>
      <p:sp>
        <p:nvSpPr>
          <p:cNvPr id="9" name="灯片编号占位符 8"/>
          <p:cNvSpPr>
            <a:spLocks noGrp="1"/>
          </p:cNvSpPr>
          <p:nvPr>
            <p:ph type="sldNum" sz="quarter" idx="12"/>
          </p:nvPr>
        </p:nvSpPr>
        <p:spPr>
          <a:xfrm>
            <a:off x="7589520" y="6483096"/>
            <a:ext cx="502920" cy="301752"/>
          </a:xfrm>
        </p:spPr>
        <p:txBody>
          <a:bodyPr/>
          <a:lstStyle>
            <a:lvl1pPr algn="ctr">
              <a:defRPr/>
            </a:lvl1pPr>
          </a:lstStyle>
          <a:p>
            <a:fld id="{0C913308-F349-4B6D-A68A-DD1791B4A57B}" type="slidenum">
              <a:rPr lang="zh-CN" altLang="en-US" smtClean="0"/>
              <a:t>‹#›</a:t>
            </a:fld>
            <a:endParaRPr lang="zh-CN" altLang="en-US"/>
          </a:p>
        </p:txBody>
      </p:sp>
    </p:spTree>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b="0"/>
            </a:lvl1pPr>
          </a:lstStyle>
          <a:p>
            <a:r>
              <a:rPr kumimoji="0" lang="zh-CN" altLang="en-US" smtClean="0"/>
              <a:t>单击此处编辑母版标题样式</a:t>
            </a:r>
            <a:endParaRPr kumimoji="0" lang="en-US"/>
          </a:p>
        </p:txBody>
      </p:sp>
      <p:sp>
        <p:nvSpPr>
          <p:cNvPr id="3" name="日期占位符 2"/>
          <p:cNvSpPr>
            <a:spLocks noGrp="1"/>
          </p:cNvSpPr>
          <p:nvPr>
            <p:ph type="dt" sz="half" idx="10"/>
          </p:nvPr>
        </p:nvSpPr>
        <p:spPr/>
        <p:txBody>
          <a:bodyPr/>
          <a:lstStyle/>
          <a:p>
            <a:fld id="{530820CF-B880-4189-942D-D702A7CBA730}" type="datetimeFigureOut">
              <a:rPr lang="zh-CN" altLang="en-US" smtClean="0"/>
              <a:t>2022-01-10</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4791456" y="6480969"/>
            <a:ext cx="2133600" cy="301752"/>
          </a:xfrm>
        </p:spPr>
        <p:txBody>
          <a:bodyPr/>
          <a:lstStyle/>
          <a:p>
            <a:fld id="{530820CF-B880-4189-942D-D702A7CBA730}" type="datetimeFigureOut">
              <a:rPr lang="zh-CN" altLang="en-US" smtClean="0"/>
              <a:t>2022-01-10</a:t>
            </a:fld>
            <a:endParaRPr lang="zh-CN" altLang="en-US"/>
          </a:p>
        </p:txBody>
      </p:sp>
      <p:sp>
        <p:nvSpPr>
          <p:cNvPr id="3" name="页脚占位符 2"/>
          <p:cNvSpPr>
            <a:spLocks noGrp="1"/>
          </p:cNvSpPr>
          <p:nvPr>
            <p:ph type="ftr" sz="quarter" idx="11"/>
          </p:nvPr>
        </p:nvSpPr>
        <p:spPr>
          <a:xfrm>
            <a:off x="457200" y="6481890"/>
            <a:ext cx="4260056" cy="300831"/>
          </a:xfrm>
        </p:spPr>
        <p:txBody>
          <a:bodyPr/>
          <a:lstStyle/>
          <a:p>
            <a:endParaRPr lang="zh-CN" altLang="en-US"/>
          </a:p>
        </p:txBody>
      </p:sp>
      <p:sp>
        <p:nvSpPr>
          <p:cNvPr id="4" name="灯片编号占位符 3"/>
          <p:cNvSpPr>
            <a:spLocks noGrp="1"/>
          </p:cNvSpPr>
          <p:nvPr>
            <p:ph type="sldNum" sz="quarter" idx="12"/>
          </p:nvPr>
        </p:nvSpPr>
        <p:spPr>
          <a:xfrm>
            <a:off x="7589520" y="6480969"/>
            <a:ext cx="502920" cy="301752"/>
          </a:xfrm>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内容与标题">
    <p:bg>
      <p:bgRef idx="1002">
        <a:schemeClr val="bg2"/>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219456" y="367664"/>
            <a:ext cx="914400" cy="5943600"/>
          </a:xfrm>
        </p:spPr>
        <p:txBody>
          <a:bodyPr vert="vert270" anchor="b"/>
          <a:lstStyle>
            <a:lvl1pPr marL="0" marR="18288" algn="r">
              <a:spcBef>
                <a:spcPts val="0"/>
              </a:spcBef>
              <a:buNone/>
              <a:defRPr sz="2900" b="0" cap="all" baseline="0"/>
            </a:lvl1pPr>
          </a:lstStyle>
          <a:p>
            <a:r>
              <a:rPr kumimoji="0" lang="zh-CN" altLang="en-US" smtClean="0"/>
              <a:t>单击此处编辑母版标题样式</a:t>
            </a:r>
            <a:endParaRPr kumimoji="0" lang="en-US"/>
          </a:p>
        </p:txBody>
      </p:sp>
      <p:sp>
        <p:nvSpPr>
          <p:cNvPr id="3" name="文本占位符 2"/>
          <p:cNvSpPr>
            <a:spLocks noGrp="1"/>
          </p:cNvSpPr>
          <p:nvPr>
            <p:ph type="body" idx="2"/>
          </p:nvPr>
        </p:nvSpPr>
        <p:spPr>
          <a:xfrm>
            <a:off x="1135856" y="367664"/>
            <a:ext cx="2438400" cy="5943600"/>
          </a:xfrm>
        </p:spPr>
        <p:txBody>
          <a:bodyPr anchor="t"/>
          <a:lstStyle>
            <a:lvl1pPr marL="0" indent="0">
              <a:spcBef>
                <a:spcPts val="0"/>
              </a:spcBef>
              <a:buNone/>
              <a:defRPr sz="1400"/>
            </a:lvl1pPr>
            <a:lvl2pPr>
              <a:buNone/>
              <a:defRPr sz="1200"/>
            </a:lvl2pPr>
            <a:lvl3pPr>
              <a:buNone/>
              <a:defRPr sz="1000"/>
            </a:lvl3pPr>
            <a:lvl4pPr>
              <a:buNone/>
              <a:defRPr sz="900"/>
            </a:lvl4pPr>
            <a:lvl5pPr>
              <a:buNone/>
              <a:defRPr sz="900"/>
            </a:lvl5pPr>
          </a:lstStyle>
          <a:p>
            <a:pPr lvl="0" eaLnBrk="1" latinLnBrk="0" hangingPunct="1"/>
            <a:r>
              <a:rPr kumimoji="0" lang="zh-CN" altLang="en-US" smtClean="0"/>
              <a:t>单击此处编辑母版文本样式</a:t>
            </a:r>
          </a:p>
        </p:txBody>
      </p:sp>
      <p:sp>
        <p:nvSpPr>
          <p:cNvPr id="4" name="内容占位符 3"/>
          <p:cNvSpPr>
            <a:spLocks noGrp="1"/>
          </p:cNvSpPr>
          <p:nvPr>
            <p:ph sz="half" idx="1"/>
          </p:nvPr>
        </p:nvSpPr>
        <p:spPr>
          <a:xfrm>
            <a:off x="3651250" y="320040"/>
            <a:ext cx="5276088" cy="5989320"/>
          </a:xfrm>
        </p:spPr>
        <p:txBody>
          <a:bodyPr/>
          <a:lstStyle>
            <a:lvl1pPr>
              <a:spcBef>
                <a:spcPts val="0"/>
              </a:spcBef>
              <a:defRPr sz="3000"/>
            </a:lvl1pPr>
            <a:lvl2pPr>
              <a:defRPr sz="2600"/>
            </a:lvl2pPr>
            <a:lvl3pPr>
              <a:defRPr sz="2400"/>
            </a:lvl3pPr>
            <a:lvl4pPr>
              <a:defRPr sz="2000"/>
            </a:lvl4pPr>
            <a:lvl5pPr>
              <a:defRPr sz="2000"/>
            </a:lvl5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5" name="日期占位符 4"/>
          <p:cNvSpPr>
            <a:spLocks noGrp="1"/>
          </p:cNvSpPr>
          <p:nvPr>
            <p:ph type="dt" sz="half" idx="10"/>
          </p:nvPr>
        </p:nvSpPr>
        <p:spPr>
          <a:xfrm>
            <a:off x="6278976" y="6556248"/>
            <a:ext cx="2133600" cy="301752"/>
          </a:xfrm>
        </p:spPr>
        <p:txBody>
          <a:bodyPr/>
          <a:lstStyle>
            <a:lvl1pPr>
              <a:defRPr sz="900"/>
            </a:lvl1pPr>
          </a:lstStyle>
          <a:p>
            <a:fld id="{530820CF-B880-4189-942D-D702A7CBA730}" type="datetimeFigureOut">
              <a:rPr lang="zh-CN" altLang="en-US" smtClean="0"/>
              <a:t>2022-01-10</a:t>
            </a:fld>
            <a:endParaRPr lang="zh-CN" altLang="en-US"/>
          </a:p>
        </p:txBody>
      </p:sp>
      <p:sp>
        <p:nvSpPr>
          <p:cNvPr id="6" name="页脚占位符 5"/>
          <p:cNvSpPr>
            <a:spLocks noGrp="1"/>
          </p:cNvSpPr>
          <p:nvPr>
            <p:ph type="ftr" sz="quarter" idx="11"/>
          </p:nvPr>
        </p:nvSpPr>
        <p:spPr>
          <a:xfrm>
            <a:off x="1135856" y="6556248"/>
            <a:ext cx="5143120" cy="301752"/>
          </a:xfrm>
        </p:spPr>
        <p:txBody>
          <a:bodyPr/>
          <a:lstStyle>
            <a:lvl1pPr>
              <a:defRPr sz="900"/>
            </a:lvl1pPr>
          </a:lstStyle>
          <a:p>
            <a:endParaRPr lang="zh-CN" altLang="en-US"/>
          </a:p>
        </p:txBody>
      </p:sp>
      <p:sp>
        <p:nvSpPr>
          <p:cNvPr id="7" name="灯片编号占位符 6"/>
          <p:cNvSpPr>
            <a:spLocks noGrp="1"/>
          </p:cNvSpPr>
          <p:nvPr>
            <p:ph type="sldNum" sz="quarter" idx="12"/>
          </p:nvPr>
        </p:nvSpPr>
        <p:spPr>
          <a:xfrm>
            <a:off x="8410576" y="6556248"/>
            <a:ext cx="502920" cy="301752"/>
          </a:xfrm>
        </p:spPr>
        <p:txBody>
          <a:bodyPr/>
          <a:lstStyle>
            <a:lvl1pPr>
              <a:defRPr sz="900"/>
            </a:lvl1pPr>
          </a:lstStyle>
          <a:p>
            <a:fld id="{0C913308-F349-4B6D-A68A-DD1791B4A57B}" type="slidenum">
              <a:rPr lang="zh-CN" altLang="en-US" smtClean="0"/>
              <a:t>‹#›</a:t>
            </a:fld>
            <a:endParaRPr lang="zh-CN" altLang="en-US"/>
          </a:p>
        </p:txBody>
      </p:sp>
    </p:spTree>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bg>
      <p:bgRef idx="1002">
        <a:schemeClr val="bg1"/>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219456" y="150896"/>
            <a:ext cx="914400" cy="6400800"/>
          </a:xfrm>
        </p:spPr>
        <p:txBody>
          <a:bodyPr vert="vert270" anchor="b"/>
          <a:lstStyle>
            <a:lvl1pPr marL="0" algn="l">
              <a:buNone/>
              <a:defRPr sz="3000" b="0" cap="all" baseline="0"/>
            </a:lvl1pPr>
          </a:lstStyle>
          <a:p>
            <a:r>
              <a:rPr kumimoji="0" lang="zh-CN" altLang="en-US" smtClean="0"/>
              <a:t>单击此处编辑母版标题样式</a:t>
            </a:r>
            <a:endParaRPr kumimoji="0" lang="en-US"/>
          </a:p>
        </p:txBody>
      </p:sp>
      <p:sp>
        <p:nvSpPr>
          <p:cNvPr id="3" name="图片占位符 2"/>
          <p:cNvSpPr>
            <a:spLocks noGrp="1"/>
          </p:cNvSpPr>
          <p:nvPr>
            <p:ph type="pic" idx="1"/>
          </p:nvPr>
        </p:nvSpPr>
        <p:spPr>
          <a:xfrm>
            <a:off x="1138237" y="373966"/>
            <a:ext cx="7333488" cy="5486400"/>
          </a:xfrm>
          <a:solidFill>
            <a:schemeClr val="bg2">
              <a:shade val="50000"/>
            </a:schemeClr>
          </a:solidFill>
        </p:spPr>
        <p:txBody>
          <a:bodyPr/>
          <a:lstStyle>
            <a:lvl1pPr marL="0" indent="0">
              <a:buNone/>
              <a:defRPr sz="3200"/>
            </a:lvl1pPr>
          </a:lstStyle>
          <a:p>
            <a:r>
              <a:rPr kumimoji="0" lang="zh-CN" altLang="en-US" smtClean="0"/>
              <a:t>单击图标添加图片</a:t>
            </a:r>
            <a:endParaRPr kumimoji="0" lang="en-US" dirty="0"/>
          </a:p>
        </p:txBody>
      </p:sp>
      <p:sp>
        <p:nvSpPr>
          <p:cNvPr id="4" name="文本占位符 3"/>
          <p:cNvSpPr>
            <a:spLocks noGrp="1"/>
          </p:cNvSpPr>
          <p:nvPr>
            <p:ph type="body" sz="half" idx="2"/>
          </p:nvPr>
        </p:nvSpPr>
        <p:spPr>
          <a:xfrm>
            <a:off x="1143000" y="5867400"/>
            <a:ext cx="7333488" cy="685800"/>
          </a:xfrm>
          <a:solidFill>
            <a:schemeClr val="accent1">
              <a:alpha val="15000"/>
            </a:schemeClr>
          </a:solidFill>
          <a:ln>
            <a:solidFill>
              <a:schemeClr val="accent1"/>
            </a:solidFill>
            <a:miter lim="800000"/>
          </a:ln>
        </p:spPr>
        <p:txBody>
          <a:bodyPr/>
          <a:lstStyle>
            <a:lvl1pPr marL="0" indent="0">
              <a:spcBef>
                <a:spcPts val="0"/>
              </a:spcBef>
              <a:buNone/>
              <a:defRPr sz="1400"/>
            </a:lvl1pPr>
            <a:lvl2pPr>
              <a:defRPr sz="1200"/>
            </a:lvl2pPr>
            <a:lvl3pPr>
              <a:defRPr sz="1000"/>
            </a:lvl3pPr>
            <a:lvl4pPr>
              <a:defRPr sz="900"/>
            </a:lvl4pPr>
            <a:lvl5pPr>
              <a:defRPr sz="900"/>
            </a:lvl5pPr>
          </a:lstStyle>
          <a:p>
            <a:pPr lvl="0" eaLnBrk="1" latinLnBrk="0" hangingPunct="1"/>
            <a:r>
              <a:rPr kumimoji="0" lang="zh-CN" altLang="en-US" smtClean="0"/>
              <a:t>单击此处编辑母版文本样式</a:t>
            </a:r>
          </a:p>
        </p:txBody>
      </p:sp>
      <p:sp>
        <p:nvSpPr>
          <p:cNvPr id="5" name="日期占位符 4"/>
          <p:cNvSpPr>
            <a:spLocks noGrp="1"/>
          </p:cNvSpPr>
          <p:nvPr>
            <p:ph type="dt" sz="half" idx="10"/>
          </p:nvPr>
        </p:nvSpPr>
        <p:spPr>
          <a:xfrm>
            <a:off x="6108192" y="6556248"/>
            <a:ext cx="2103120" cy="301752"/>
          </a:xfrm>
        </p:spPr>
        <p:txBody>
          <a:bodyPr/>
          <a:lstStyle>
            <a:lvl1pPr>
              <a:defRPr sz="900"/>
            </a:lvl1pPr>
          </a:lstStyle>
          <a:p>
            <a:fld id="{530820CF-B880-4189-942D-D702A7CBA730}" type="datetimeFigureOut">
              <a:rPr lang="zh-CN" altLang="en-US" smtClean="0"/>
              <a:t>2022-01-10</a:t>
            </a:fld>
            <a:endParaRPr lang="zh-CN" altLang="en-US"/>
          </a:p>
        </p:txBody>
      </p:sp>
      <p:sp>
        <p:nvSpPr>
          <p:cNvPr id="6" name="页脚占位符 5"/>
          <p:cNvSpPr>
            <a:spLocks noGrp="1"/>
          </p:cNvSpPr>
          <p:nvPr>
            <p:ph type="ftr" sz="quarter" idx="11"/>
          </p:nvPr>
        </p:nvSpPr>
        <p:spPr>
          <a:xfrm>
            <a:off x="1170432" y="6557169"/>
            <a:ext cx="4948072" cy="301752"/>
          </a:xfrm>
        </p:spPr>
        <p:txBody>
          <a:bodyPr/>
          <a:lstStyle>
            <a:lvl1pPr>
              <a:defRPr sz="900"/>
            </a:lvl1pPr>
          </a:lstStyle>
          <a:p>
            <a:endParaRPr lang="zh-CN" altLang="en-US"/>
          </a:p>
        </p:txBody>
      </p:sp>
      <p:sp>
        <p:nvSpPr>
          <p:cNvPr id="7" name="灯片编号占位符 6"/>
          <p:cNvSpPr>
            <a:spLocks noGrp="1"/>
          </p:cNvSpPr>
          <p:nvPr>
            <p:ph type="sldNum" sz="quarter" idx="12"/>
          </p:nvPr>
        </p:nvSpPr>
        <p:spPr>
          <a:xfrm>
            <a:off x="8217192" y="6556248"/>
            <a:ext cx="365760" cy="301752"/>
          </a:xfrm>
        </p:spPr>
        <p:txBody>
          <a:bodyPr/>
          <a:lstStyle>
            <a:lvl1pPr algn="ctr">
              <a:defRPr sz="900"/>
            </a:lvl1pPr>
          </a:lstStyle>
          <a:p>
            <a:fld id="{0C913308-F349-4B6D-A68A-DD1791B4A57B}" type="slidenum">
              <a:rPr lang="zh-CN" altLang="en-US" smtClean="0"/>
              <a:t>‹#›</a:t>
            </a:fld>
            <a:endParaRPr lang="zh-CN" altLang="en-US"/>
          </a:p>
        </p:txBody>
      </p:sp>
    </p:spTree>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smtClean="0"/>
              <a:t>单击此处编辑母版标题样式</a:t>
            </a:r>
            <a:endParaRPr kumimoji="0" lang="en-US"/>
          </a:p>
        </p:txBody>
      </p:sp>
      <p:sp>
        <p:nvSpPr>
          <p:cNvPr id="3" name="竖排文字占位符 2"/>
          <p:cNvSpPr>
            <a:spLocks noGrp="1"/>
          </p:cNvSpPr>
          <p:nvPr>
            <p:ph type="body" orient="vert" idx="1"/>
          </p:nvPr>
        </p:nvSpPr>
        <p:spPr/>
        <p:txBody>
          <a:bodyPr vert="eaVert"/>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t>2022-01-10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81800" y="381000"/>
            <a:ext cx="1905000" cy="5486400"/>
          </a:xfrm>
        </p:spPr>
        <p:txBody>
          <a:bodyPr vert="eaVert"/>
          <a:lstStyle/>
          <a:p>
            <a:r>
              <a:rPr kumimoji="0" lang="zh-CN" altLang="en-US" smtClean="0"/>
              <a:t>单击此处编辑母版标题样式</a:t>
            </a:r>
            <a:endParaRPr kumimoji="0" lang="en-US"/>
          </a:p>
        </p:txBody>
      </p:sp>
      <p:sp>
        <p:nvSpPr>
          <p:cNvPr id="3" name="竖排文字占位符 2"/>
          <p:cNvSpPr>
            <a:spLocks noGrp="1"/>
          </p:cNvSpPr>
          <p:nvPr>
            <p:ph type="body" orient="vert" idx="1"/>
          </p:nvPr>
        </p:nvSpPr>
        <p:spPr>
          <a:xfrm>
            <a:off x="457200" y="381000"/>
            <a:ext cx="6248400" cy="5486400"/>
          </a:xfrm>
        </p:spPr>
        <p:txBody>
          <a:bodyPr vert="eaVert"/>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t>2022-01-10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sp>
        <p:nvSpPr>
          <p:cNvPr id="11" name="直角三角形 10"/>
          <p:cNvSpPr/>
          <p:nvPr/>
        </p:nvSpPr>
        <p:spPr>
          <a:xfrm>
            <a:off x="7034" y="14068"/>
            <a:ext cx="9129932" cy="6836899"/>
          </a:xfrm>
          <a:prstGeom prst="rtTriangle">
            <a:avLst/>
          </a:prstGeom>
          <a:gradFill flip="none" rotWithShape="1">
            <a:gsLst>
              <a:gs pos="0">
                <a:schemeClr val="tx2">
                  <a:alpha val="10000"/>
                </a:schemeClr>
              </a:gs>
              <a:gs pos="70000">
                <a:schemeClr val="tx2">
                  <a:alpha val="8000"/>
                </a:schemeClr>
              </a:gs>
              <a:gs pos="100000">
                <a:schemeClr val="tx2">
                  <a:alpha val="1000"/>
                </a:schemeClr>
              </a:gs>
            </a:gsLst>
            <a:lin ang="8000000" scaled="1"/>
            <a:tileRect/>
          </a:gra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cxnSp>
        <p:nvCxnSpPr>
          <p:cNvPr id="8" name="直接连接符 7"/>
          <p:cNvCxnSpPr/>
          <p:nvPr/>
        </p:nvCxnSpPr>
        <p:spPr>
          <a:xfrm>
            <a:off x="0" y="7034"/>
            <a:ext cx="9136966" cy="6843933"/>
          </a:xfrm>
          <a:prstGeom prst="line">
            <a:avLst/>
          </a:prstGeom>
          <a:noFill/>
          <a:ln w="5000" cap="rnd" cmpd="sng" algn="ctr">
            <a:solidFill>
              <a:schemeClr val="bg2">
                <a:tint val="55000"/>
                <a:satMod val="200000"/>
                <a:alpha val="35000"/>
              </a:scheme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9" name="直接连接符 8"/>
          <p:cNvCxnSpPr/>
          <p:nvPr/>
        </p:nvCxnSpPr>
        <p:spPr>
          <a:xfrm rot="10800000" flipV="1">
            <a:off x="6468794" y="4948410"/>
            <a:ext cx="2672861" cy="1900210"/>
          </a:xfrm>
          <a:prstGeom prst="line">
            <a:avLst/>
          </a:prstGeom>
          <a:noFill/>
          <a:ln w="6000" cap="rnd" cmpd="sng" algn="ctr">
            <a:solidFill>
              <a:schemeClr val="bg2">
                <a:tint val="50000"/>
                <a:satMod val="200000"/>
                <a:alpha val="4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22" name="标题占位符 21"/>
          <p:cNvSpPr>
            <a:spLocks noGrp="1"/>
          </p:cNvSpPr>
          <p:nvPr>
            <p:ph type="title"/>
          </p:nvPr>
        </p:nvSpPr>
        <p:spPr>
          <a:xfrm>
            <a:off x="457200" y="267494"/>
            <a:ext cx="8229600" cy="1399032"/>
          </a:xfrm>
          <a:prstGeom prst="rect">
            <a:avLst/>
          </a:prstGeom>
        </p:spPr>
        <p:txBody>
          <a:bodyPr vert="horz" anchor="ctr">
            <a:normAutofit/>
          </a:bodyPr>
          <a:lstStyle/>
          <a:p>
            <a:r>
              <a:rPr kumimoji="0" lang="zh-CN" altLang="en-US" smtClean="0"/>
              <a:t>单击此处编辑母版标题样式</a:t>
            </a:r>
            <a:endParaRPr kumimoji="0" lang="en-US"/>
          </a:p>
        </p:txBody>
      </p:sp>
      <p:sp>
        <p:nvSpPr>
          <p:cNvPr id="13" name="文本占位符 12"/>
          <p:cNvSpPr>
            <a:spLocks noGrp="1"/>
          </p:cNvSpPr>
          <p:nvPr>
            <p:ph type="body" idx="1"/>
          </p:nvPr>
        </p:nvSpPr>
        <p:spPr>
          <a:xfrm>
            <a:off x="457200" y="1882808"/>
            <a:ext cx="8229600" cy="4572000"/>
          </a:xfrm>
          <a:prstGeom prst="rect">
            <a:avLst/>
          </a:prstGeom>
        </p:spPr>
        <p:txBody>
          <a:bodyPr vert="horz" anchor="t">
            <a:normAutofit/>
          </a:bodyPr>
          <a:lstStyle/>
          <a:p>
            <a:pPr lvl="0" eaLnBrk="1" latinLnBrk="0" hangingPunct="1"/>
            <a:r>
              <a:rPr kumimoji="0" lang="zh-CN" altLang="en-US" smtClean="0"/>
              <a:t>单击此处编辑母版文本样式</a:t>
            </a:r>
          </a:p>
          <a:p>
            <a:pPr lvl="1" eaLnBrk="1" latinLnBrk="0" hangingPunct="1"/>
            <a:r>
              <a:rPr kumimoji="0" lang="zh-CN" altLang="en-US" smtClean="0"/>
              <a:t>第二级</a:t>
            </a:r>
          </a:p>
          <a:p>
            <a:pPr lvl="2" eaLnBrk="1" latinLnBrk="0" hangingPunct="1"/>
            <a:r>
              <a:rPr kumimoji="0" lang="zh-CN" altLang="en-US" smtClean="0"/>
              <a:t>第三级</a:t>
            </a:r>
          </a:p>
          <a:p>
            <a:pPr lvl="3" eaLnBrk="1" latinLnBrk="0" hangingPunct="1"/>
            <a:r>
              <a:rPr kumimoji="0" lang="zh-CN" altLang="en-US" smtClean="0"/>
              <a:t>第四级</a:t>
            </a:r>
          </a:p>
          <a:p>
            <a:pPr lvl="4" eaLnBrk="1" latinLnBrk="0" hangingPunct="1"/>
            <a:r>
              <a:rPr kumimoji="0" lang="zh-CN" altLang="en-US" smtClean="0"/>
              <a:t>第五级</a:t>
            </a:r>
            <a:endParaRPr kumimoji="0" lang="en-US"/>
          </a:p>
        </p:txBody>
      </p:sp>
      <p:sp>
        <p:nvSpPr>
          <p:cNvPr id="14" name="日期占位符 13"/>
          <p:cNvSpPr>
            <a:spLocks noGrp="1"/>
          </p:cNvSpPr>
          <p:nvPr>
            <p:ph type="dt" sz="half" idx="2"/>
          </p:nvPr>
        </p:nvSpPr>
        <p:spPr>
          <a:xfrm>
            <a:off x="4791456" y="6480969"/>
            <a:ext cx="2133600" cy="301752"/>
          </a:xfrm>
          <a:prstGeom prst="rect">
            <a:avLst/>
          </a:prstGeom>
        </p:spPr>
        <p:txBody>
          <a:bodyPr vert="horz" anchor="b"/>
          <a:lstStyle>
            <a:lvl1pPr algn="l" eaLnBrk="1" latinLnBrk="0" hangingPunct="1">
              <a:defRPr kumimoji="0" sz="1000" b="0">
                <a:solidFill>
                  <a:schemeClr val="tx1"/>
                </a:solidFill>
              </a:defRPr>
            </a:lvl1pPr>
          </a:lstStyle>
          <a:p>
            <a:fld id="{530820CF-B880-4189-942D-D702A7CBA730}" type="datetimeFigureOut">
              <a:rPr lang="zh-CN" altLang="en-US" smtClean="0"/>
              <a:t>2022-01-10</a:t>
            </a:fld>
            <a:endParaRPr lang="zh-CN" altLang="en-US"/>
          </a:p>
        </p:txBody>
      </p:sp>
      <p:sp>
        <p:nvSpPr>
          <p:cNvPr id="3" name="页脚占位符 2"/>
          <p:cNvSpPr>
            <a:spLocks noGrp="1"/>
          </p:cNvSpPr>
          <p:nvPr>
            <p:ph type="ftr" sz="quarter" idx="3"/>
          </p:nvPr>
        </p:nvSpPr>
        <p:spPr>
          <a:xfrm>
            <a:off x="457200" y="6481890"/>
            <a:ext cx="4260056" cy="300831"/>
          </a:xfrm>
          <a:prstGeom prst="rect">
            <a:avLst/>
          </a:prstGeom>
        </p:spPr>
        <p:txBody>
          <a:bodyPr vert="horz" anchor="b"/>
          <a:lstStyle>
            <a:lvl1pPr algn="r" eaLnBrk="1" latinLnBrk="0" hangingPunct="1">
              <a:defRPr kumimoji="0" sz="1000">
                <a:solidFill>
                  <a:schemeClr val="tx1"/>
                </a:solidFill>
              </a:defRPr>
            </a:lvl1pPr>
          </a:lstStyle>
          <a:p>
            <a:endParaRPr lang="zh-CN" altLang="en-US"/>
          </a:p>
        </p:txBody>
      </p:sp>
      <p:sp>
        <p:nvSpPr>
          <p:cNvPr id="23" name="灯片编号占位符 22"/>
          <p:cNvSpPr>
            <a:spLocks noGrp="1"/>
          </p:cNvSpPr>
          <p:nvPr>
            <p:ph type="sldNum" sz="quarter" idx="4"/>
          </p:nvPr>
        </p:nvSpPr>
        <p:spPr>
          <a:xfrm>
            <a:off x="7589520" y="6480969"/>
            <a:ext cx="502920" cy="301752"/>
          </a:xfrm>
          <a:prstGeom prst="rect">
            <a:avLst/>
          </a:prstGeom>
        </p:spPr>
        <p:txBody>
          <a:bodyPr vert="horz" anchor="b"/>
          <a:lstStyle>
            <a:lvl1pPr algn="ctr" eaLnBrk="1" latinLnBrk="0" hangingPunct="1">
              <a:defRPr kumimoji="0" sz="1200">
                <a:solidFill>
                  <a:schemeClr val="tx1"/>
                </a:solidFill>
              </a:defRPr>
            </a:lvl1pPr>
          </a:lstStyle>
          <a:p>
            <a:fld id="{0C913308-F349-4B6D-A68A-DD1791B4A57B}" type="slidenum">
              <a:rPr lang="zh-CN" altLang="en-US" smtClean="0"/>
              <a:t>‹#›</a:t>
            </a:fld>
            <a:endParaRPr lang="zh-CN" altLang="en-US"/>
          </a:p>
        </p:txBody>
      </p:sp>
    </p:spTree>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xStyles>
    <p:titleStyle>
      <a:lvl1pPr marL="484632" algn="l" rtl="0" eaLnBrk="1" latinLnBrk="0" hangingPunct="1">
        <a:spcBef>
          <a:spcPct val="0"/>
        </a:spcBef>
        <a:buNone/>
        <a:defRPr kumimoji="0" sz="4200" kern="1200">
          <a:ln w="6350">
            <a:solidFill>
              <a:schemeClr val="accent1">
                <a:shade val="43000"/>
              </a:schemeClr>
            </a:solidFill>
          </a:ln>
          <a:solidFill>
            <a:schemeClr val="accent1">
              <a:tint val="83000"/>
              <a:satMod val="150000"/>
            </a:schemeClr>
          </a:solidFill>
          <a:effectLst>
            <a:outerShdw blurRad="26000" dist="26000" dir="14500000" algn="tl" rotWithShape="0">
              <a:srgbClr val="000000">
                <a:alpha val="40000"/>
              </a:srgbClr>
            </a:outerShdw>
          </a:effectLst>
          <a:latin typeface="+mj-lt"/>
          <a:ea typeface="+mj-ea"/>
          <a:cs typeface="+mj-cs"/>
        </a:defRPr>
      </a:lvl1pPr>
    </p:titleStyle>
    <p:bodyStyle>
      <a:lvl1pPr marL="448056" indent="-384048" algn="l" rtl="0" eaLnBrk="1" latinLnBrk="0" hangingPunct="1">
        <a:spcBef>
          <a:spcPct val="20000"/>
        </a:spcBef>
        <a:buClr>
          <a:schemeClr val="accent1"/>
        </a:buClr>
        <a:buSzPct val="80000"/>
        <a:buFont typeface="Wingdings 2"/>
        <a:buChar char=""/>
        <a:defRPr kumimoji="0" sz="3000" kern="1200">
          <a:solidFill>
            <a:schemeClr val="tx1"/>
          </a:solidFill>
          <a:latin typeface="+mn-lt"/>
          <a:ea typeface="+mn-ea"/>
          <a:cs typeface="+mn-cs"/>
        </a:defRPr>
      </a:lvl1pPr>
      <a:lvl2pPr marL="822960" indent="-285750" algn="l" rtl="0" eaLnBrk="1" latinLnBrk="0" hangingPunct="1">
        <a:spcBef>
          <a:spcPct val="20000"/>
        </a:spcBef>
        <a:buClr>
          <a:schemeClr val="accent1"/>
        </a:buClr>
        <a:buSzPct val="95000"/>
        <a:buFont typeface="Verdana"/>
        <a:buChar char="›"/>
        <a:defRPr kumimoji="0" sz="2600" kern="1200">
          <a:solidFill>
            <a:schemeClr val="tx1"/>
          </a:solidFill>
          <a:latin typeface="+mn-lt"/>
          <a:ea typeface="+mn-ea"/>
          <a:cs typeface="+mn-cs"/>
        </a:defRPr>
      </a:lvl2pPr>
      <a:lvl3pPr marL="1106424" indent="-228600" algn="l" rtl="0" eaLnBrk="1" latinLnBrk="0" hangingPunct="1">
        <a:spcBef>
          <a:spcPct val="20000"/>
        </a:spcBef>
        <a:buClr>
          <a:schemeClr val="accent1"/>
        </a:buClr>
        <a:buFont typeface="Wingdings 2"/>
        <a:buChar char=""/>
        <a:defRPr kumimoji="0" sz="2400" kern="1200">
          <a:solidFill>
            <a:schemeClr val="tx1"/>
          </a:solidFill>
          <a:latin typeface="+mn-lt"/>
          <a:ea typeface="+mn-ea"/>
          <a:cs typeface="+mn-cs"/>
        </a:defRPr>
      </a:lvl3pPr>
      <a:lvl4pPr marL="1371600" indent="-210312" algn="l" rtl="0" eaLnBrk="1" latinLnBrk="0" hangingPunct="1">
        <a:spcBef>
          <a:spcPct val="20000"/>
        </a:spcBef>
        <a:buClr>
          <a:schemeClr val="accent1"/>
        </a:buClr>
        <a:buFont typeface="Wingdings 2"/>
        <a:buChar char=""/>
        <a:defRPr kumimoji="0" sz="2000" kern="1200">
          <a:solidFill>
            <a:schemeClr val="tx1"/>
          </a:solidFill>
          <a:latin typeface="+mn-lt"/>
          <a:ea typeface="+mn-ea"/>
          <a:cs typeface="+mn-cs"/>
        </a:defRPr>
      </a:lvl4pPr>
      <a:lvl5pPr marL="1600200" indent="-210312" algn="l" rtl="0" eaLnBrk="1" latinLnBrk="0" hangingPunct="1">
        <a:spcBef>
          <a:spcPct val="20000"/>
        </a:spcBef>
        <a:buClr>
          <a:schemeClr val="accent1">
            <a:tint val="75000"/>
          </a:schemeClr>
        </a:buClr>
        <a:buFont typeface="Wingdings 2"/>
        <a:buChar char=""/>
        <a:defRPr kumimoji="0" sz="1900" kern="1200">
          <a:solidFill>
            <a:schemeClr val="tx1"/>
          </a:solidFill>
          <a:latin typeface="+mn-lt"/>
          <a:ea typeface="+mn-ea"/>
          <a:cs typeface="+mn-cs"/>
        </a:defRPr>
      </a:lvl5pPr>
      <a:lvl6pPr marL="1828800" indent="-210312" algn="l" rtl="0" eaLnBrk="1" latinLnBrk="0" hangingPunct="1">
        <a:spcBef>
          <a:spcPct val="20000"/>
        </a:spcBef>
        <a:buClr>
          <a:schemeClr val="accent1">
            <a:tint val="75000"/>
          </a:schemeClr>
        </a:buClr>
        <a:buFont typeface="Wingdings 2"/>
        <a:buChar char=""/>
        <a:defRPr kumimoji="0" sz="1800" kern="1200">
          <a:solidFill>
            <a:schemeClr val="tx1"/>
          </a:solidFill>
          <a:latin typeface="+mn-lt"/>
          <a:ea typeface="+mn-ea"/>
          <a:cs typeface="+mn-cs"/>
        </a:defRPr>
      </a:lvl6pPr>
      <a:lvl7pPr marL="2084832" indent="-210312" algn="l" rtl="0" eaLnBrk="1" latinLnBrk="0" hangingPunct="1">
        <a:spcBef>
          <a:spcPct val="20000"/>
        </a:spcBef>
        <a:buClr>
          <a:schemeClr val="accent1">
            <a:tint val="75000"/>
          </a:schemeClr>
        </a:buClr>
        <a:buFont typeface="Wingdings 2"/>
        <a:buChar char=""/>
        <a:defRPr kumimoji="0" sz="1600" kern="1200">
          <a:solidFill>
            <a:schemeClr val="tx1"/>
          </a:solidFill>
          <a:latin typeface="+mn-lt"/>
          <a:ea typeface="+mn-ea"/>
          <a:cs typeface="+mn-cs"/>
        </a:defRPr>
      </a:lvl7pPr>
      <a:lvl8pPr marL="2286000" indent="-182880" algn="l" rtl="0" eaLnBrk="1" latinLnBrk="0" hangingPunct="1">
        <a:spcBef>
          <a:spcPct val="20000"/>
        </a:spcBef>
        <a:buClr>
          <a:schemeClr val="accent1">
            <a:tint val="75000"/>
          </a:schemeClr>
        </a:buClr>
        <a:buFont typeface="Wingdings 2"/>
        <a:buChar char=""/>
        <a:defRPr kumimoji="0" sz="1600" kern="1200">
          <a:solidFill>
            <a:schemeClr val="tx1"/>
          </a:solidFill>
          <a:latin typeface="+mn-lt"/>
          <a:ea typeface="+mn-ea"/>
          <a:cs typeface="+mn-cs"/>
        </a:defRPr>
      </a:lvl8pPr>
      <a:lvl9pPr marL="2514600" indent="-182880" algn="l" rtl="0" eaLnBrk="1" latinLnBrk="0" hangingPunct="1">
        <a:spcBef>
          <a:spcPct val="20000"/>
        </a:spcBef>
        <a:buClr>
          <a:schemeClr val="accent1">
            <a:tint val="75000"/>
          </a:schemeClr>
        </a:buClr>
        <a:buFont typeface="Wingdings 2"/>
        <a:buChar char=""/>
        <a:defRPr kumimoji="0" sz="16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3200" dirty="0"/>
              <a:t>从预测进化，</a:t>
            </a:r>
            <a:r>
              <a:rPr lang="en-US" altLang="zh-CN" sz="3200" dirty="0"/>
              <a:t>AI</a:t>
            </a:r>
            <a:r>
              <a:rPr lang="zh-CN" altLang="en-US" sz="3200" dirty="0"/>
              <a:t>能“构想”新蛋白质结构</a:t>
            </a:r>
          </a:p>
        </p:txBody>
      </p:sp>
      <p:pic>
        <p:nvPicPr>
          <p:cNvPr id="3" name="图片 2"/>
          <p:cNvPicPr>
            <a:picLocks/>
          </p:cNvPicPr>
          <p:nvPr/>
        </p:nvPicPr>
        <p:blipFill>
          <a:blip r:embed="rId2">
            <a:extLst>
              <a:ext uri="{28A0092B-C50C-407E-A947-70E740481C1C}">
                <a14:useLocalDpi xmlns:a14="http://schemas.microsoft.com/office/drawing/2010/main" val="0"/>
              </a:ext>
            </a:extLst>
          </a:blip>
          <a:stretch>
            <a:fillRect/>
          </a:stretch>
        </p:blipFill>
        <p:spPr>
          <a:xfrm>
            <a:off x="1260000" y="1800000"/>
            <a:ext cx="6480000" cy="4320000"/>
          </a:xfrm>
          <a:prstGeom prst="rect">
            <a:avLst/>
          </a:prstGeom>
        </p:spPr>
      </p:pic>
    </p:spTree>
    <p:extLst>
      <p:ext uri="{BB962C8B-B14F-4D97-AF65-F5344CB8AC3E}">
        <p14:creationId xmlns:p14="http://schemas.microsoft.com/office/powerpoint/2010/main" val="2958398785"/>
      </p:ext>
    </p:extLst>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2000"/>
                                        <p:tgtEl>
                                          <p:spTgt spid="3"/>
                                        </p:tgtEl>
                                      </p:cBhvr>
                                    </p:animEffect>
                                    <p:anim calcmode="lin" valueType="num">
                                      <p:cBhvr>
                                        <p:cTn id="8" dur="2000" fill="hold"/>
                                        <p:tgtEl>
                                          <p:spTgt spid="3"/>
                                        </p:tgtEl>
                                        <p:attrNameLst>
                                          <p:attrName>ppt_w</p:attrName>
                                        </p:attrNameLst>
                                      </p:cBhvr>
                                      <p:tavLst>
                                        <p:tav tm="0" fmla="#ppt_w*sin(2.5*pi*$)">
                                          <p:val>
                                            <p:fltVal val="0"/>
                                          </p:val>
                                        </p:tav>
                                        <p:tav tm="100000">
                                          <p:val>
                                            <p:fltVal val="1"/>
                                          </p:val>
                                        </p:tav>
                                      </p:tavLst>
                                    </p:anim>
                                    <p:anim calcmode="lin" valueType="num">
                                      <p:cBhvr>
                                        <p:cTn id="9" dur="2000" fill="hold"/>
                                        <p:tgtEl>
                                          <p:spTgt spid="3"/>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4294967295"/>
          </p:nvPr>
        </p:nvSpPr>
        <p:spPr>
          <a:xfrm>
            <a:off x="539552" y="1124744"/>
            <a:ext cx="8229600" cy="4572000"/>
          </a:xfrm>
        </p:spPr>
        <p:txBody>
          <a:bodyPr/>
          <a:lstStyle/>
          <a:p>
            <a:r>
              <a:rPr lang="zh-CN" altLang="en-US" dirty="0"/>
              <a:t>蛋白质存在于每个细胞中，是一种线状分子，会自发折叠成复杂的</a:t>
            </a:r>
            <a:r>
              <a:rPr lang="en-US" altLang="zh-CN" dirty="0"/>
              <a:t>3D</a:t>
            </a:r>
            <a:r>
              <a:rPr lang="zh-CN" altLang="en-US" dirty="0"/>
              <a:t>形状，其形状与功能密切相关。例如，抗体蛋白折叠的形状能使它们精确识别和瞄准特定的异物，就像一把钥匙插入锁中一样。在细胞发育、</a:t>
            </a:r>
            <a:r>
              <a:rPr lang="en-US" altLang="zh-CN" dirty="0"/>
              <a:t>DNA</a:t>
            </a:r>
            <a:r>
              <a:rPr lang="zh-CN" altLang="en-US" dirty="0"/>
              <a:t>修复和新陈代谢等几乎所有生物学过程中，这种折叠非常关键。因此，了解蛋白质折叠结构对于了解生物体的功能以及最终生命的运作方式至关重要。</a:t>
            </a:r>
          </a:p>
        </p:txBody>
      </p:sp>
    </p:spTree>
    <p:extLst>
      <p:ext uri="{BB962C8B-B14F-4D97-AF65-F5344CB8AC3E}">
        <p14:creationId xmlns:p14="http://schemas.microsoft.com/office/powerpoint/2010/main" val="245834839"/>
      </p:ext>
    </p:extLst>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AI</a:t>
            </a:r>
            <a:r>
              <a:rPr lang="zh-CN" altLang="en-US" dirty="0"/>
              <a:t>构想</a:t>
            </a:r>
          </a:p>
        </p:txBody>
      </p:sp>
      <p:sp>
        <p:nvSpPr>
          <p:cNvPr id="3" name="内容占位符 2"/>
          <p:cNvSpPr>
            <a:spLocks noGrp="1"/>
          </p:cNvSpPr>
          <p:nvPr>
            <p:ph idx="1"/>
          </p:nvPr>
        </p:nvSpPr>
        <p:spPr/>
        <p:txBody>
          <a:bodyPr>
            <a:normAutofit fontScale="77500" lnSpcReduction="20000"/>
          </a:bodyPr>
          <a:lstStyle/>
          <a:p>
            <a:pPr marL="457200" indent="-457200">
              <a:buFont typeface="Wingdings" pitchFamily="2" charset="2"/>
              <a:buChar char="Ø"/>
            </a:pPr>
            <a:r>
              <a:rPr lang="zh-CN" altLang="en-US" dirty="0"/>
              <a:t>利用阿尔法折叠，科学家获得了几乎所有（</a:t>
            </a:r>
            <a:r>
              <a:rPr lang="en-US" altLang="zh-CN" dirty="0"/>
              <a:t>98.5%</a:t>
            </a:r>
            <a:r>
              <a:rPr lang="zh-CN" altLang="en-US" dirty="0"/>
              <a:t>）人类蛋白质组的</a:t>
            </a:r>
            <a:r>
              <a:rPr lang="en-US" altLang="zh-CN" dirty="0"/>
              <a:t>3D</a:t>
            </a:r>
            <a:r>
              <a:rPr lang="zh-CN" altLang="en-US" dirty="0"/>
              <a:t>结构。其中</a:t>
            </a:r>
            <a:r>
              <a:rPr lang="en-US" altLang="zh-CN" dirty="0"/>
              <a:t>36%</a:t>
            </a:r>
            <a:r>
              <a:rPr lang="zh-CN" altLang="en-US" dirty="0"/>
              <a:t>的预测准确率非常高，另外</a:t>
            </a:r>
            <a:r>
              <a:rPr lang="en-US" altLang="zh-CN" dirty="0"/>
              <a:t>22%</a:t>
            </a:r>
            <a:r>
              <a:rPr lang="zh-CN" altLang="en-US" dirty="0"/>
              <a:t>的预测准确率较高。</a:t>
            </a:r>
          </a:p>
          <a:p>
            <a:pPr marL="457200" indent="-457200">
              <a:buFont typeface="Wingdings" pitchFamily="2" charset="2"/>
              <a:buChar char="Ø"/>
            </a:pPr>
            <a:r>
              <a:rPr lang="zh-CN" altLang="en-US" dirty="0"/>
              <a:t>此次，研究人员向</a:t>
            </a:r>
            <a:r>
              <a:rPr lang="en-US" altLang="zh-CN" dirty="0"/>
              <a:t>AI</a:t>
            </a:r>
            <a:r>
              <a:rPr lang="zh-CN" altLang="en-US" dirty="0"/>
              <a:t>提供了完全随机的蛋白质结构的氨基酸序列，并向其中引入一些突变，直到</a:t>
            </a:r>
            <a:r>
              <a:rPr lang="en-US" altLang="zh-CN" dirty="0"/>
              <a:t>AI</a:t>
            </a:r>
            <a:r>
              <a:rPr lang="zh-CN" altLang="en-US" dirty="0"/>
              <a:t>神经网络预测到它们能将其折叠成稳定的结构为止，最终共产生了</a:t>
            </a:r>
            <a:r>
              <a:rPr lang="en-US" altLang="zh-CN" dirty="0"/>
              <a:t>2000</a:t>
            </a:r>
            <a:r>
              <a:rPr lang="zh-CN" altLang="en-US" dirty="0"/>
              <a:t>种全新的蛋白质序列。</a:t>
            </a:r>
          </a:p>
          <a:p>
            <a:pPr marL="457200" indent="-457200">
              <a:buFont typeface="Wingdings" pitchFamily="2" charset="2"/>
              <a:buChar char="Ø"/>
            </a:pPr>
            <a:r>
              <a:rPr lang="zh-CN" altLang="en-US" dirty="0"/>
              <a:t>研究论文共同作者、美国华盛顿大学医学院蛋白质设计研究所贝克实验室的博士后学者伊万</a:t>
            </a:r>
            <a:r>
              <a:rPr lang="en-US" altLang="zh-CN" dirty="0"/>
              <a:t>·</a:t>
            </a:r>
            <a:r>
              <a:rPr lang="zh-CN" altLang="en-US" dirty="0"/>
              <a:t>阿尼先科表示：“任何时候，我们都没有引导</a:t>
            </a:r>
            <a:r>
              <a:rPr lang="en-US" altLang="zh-CN" dirty="0"/>
              <a:t>AI</a:t>
            </a:r>
            <a:r>
              <a:rPr lang="zh-CN" altLang="en-US" dirty="0"/>
              <a:t>得出特定结果，这些新的蛋白质结构完全是计算机‘构想’出来的。”</a:t>
            </a:r>
          </a:p>
          <a:p>
            <a:pPr marL="457200" indent="-457200">
              <a:buFont typeface="Wingdings" pitchFamily="2" charset="2"/>
              <a:buChar char="Ø"/>
            </a:pPr>
            <a:r>
              <a:rPr lang="zh-CN" altLang="en-US" dirty="0"/>
              <a:t>研究人员表示，</a:t>
            </a:r>
            <a:r>
              <a:rPr lang="en-US" altLang="zh-CN" dirty="0"/>
              <a:t>AI</a:t>
            </a:r>
            <a:r>
              <a:rPr lang="zh-CN" altLang="en-US" dirty="0"/>
              <a:t>深度学习网络极大简化了蛋白质的设计。未来，希望利用</a:t>
            </a:r>
            <a:r>
              <a:rPr lang="en-US" altLang="zh-CN" dirty="0"/>
              <a:t>AI</a:t>
            </a:r>
            <a:r>
              <a:rPr lang="zh-CN" altLang="en-US" dirty="0"/>
              <a:t>设计具有功能的新蛋白质，包括基于蛋白质的药物、酶等。</a:t>
            </a:r>
          </a:p>
          <a:p>
            <a:endParaRPr lang="zh-CN" altLang="en-US" dirty="0"/>
          </a:p>
        </p:txBody>
      </p:sp>
    </p:spTree>
    <p:extLst>
      <p:ext uri="{BB962C8B-B14F-4D97-AF65-F5344CB8AC3E}">
        <p14:creationId xmlns:p14="http://schemas.microsoft.com/office/powerpoint/2010/main" val="2626296304"/>
      </p:ext>
    </p:extLst>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PPTMESSAGE" val="{&quot;State&quot;:1,&quot;KejianId&quot;:null,&quot;KejianName&quot;:null,&quot;PeriodId&quot;:null}"/>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活力">
  <a:themeElements>
    <a:clrScheme name="活力">
      <a:dk1>
        <a:sysClr val="windowText" lastClr="000000"/>
      </a:dk1>
      <a:lt1>
        <a:sysClr val="window" lastClr="FFFFFF"/>
      </a:lt1>
      <a:dk2>
        <a:srgbClr val="666666"/>
      </a:dk2>
      <a:lt2>
        <a:srgbClr val="D2D2D2"/>
      </a:lt2>
      <a:accent1>
        <a:srgbClr val="FF388C"/>
      </a:accent1>
      <a:accent2>
        <a:srgbClr val="E40059"/>
      </a:accent2>
      <a:accent3>
        <a:srgbClr val="9C007F"/>
      </a:accent3>
      <a:accent4>
        <a:srgbClr val="68007F"/>
      </a:accent4>
      <a:accent5>
        <a:srgbClr val="005BD3"/>
      </a:accent5>
      <a:accent6>
        <a:srgbClr val="00349E"/>
      </a:accent6>
      <a:hlink>
        <a:srgbClr val="17BBFD"/>
      </a:hlink>
      <a:folHlink>
        <a:srgbClr val="FF79C2"/>
      </a:folHlink>
    </a:clrScheme>
    <a:fontScheme name="活力">
      <a:majorFont>
        <a:latin typeface="Century Gothic"/>
        <a:ea typeface=""/>
        <a:cs typeface=""/>
        <a:font script="Jpan" typeface="HGｺﾞｼｯｸM"/>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活力">
      <a:fillStyleLst>
        <a:solidFill>
          <a:schemeClr val="phClr"/>
        </a:solidFill>
        <a:gradFill rotWithShape="1">
          <a:gsLst>
            <a:gs pos="0">
              <a:schemeClr val="phClr">
                <a:tint val="10000"/>
                <a:satMod val="300000"/>
              </a:schemeClr>
            </a:gs>
            <a:gs pos="34000">
              <a:schemeClr val="phClr">
                <a:tint val="13500"/>
                <a:satMod val="250000"/>
              </a:schemeClr>
            </a:gs>
            <a:gs pos="100000">
              <a:schemeClr val="phClr">
                <a:tint val="60000"/>
                <a:satMod val="200000"/>
              </a:schemeClr>
            </a:gs>
          </a:gsLst>
          <a:path path="circle">
            <a:fillToRect l="50000" t="155000" r="50000" b="-55000"/>
          </a:path>
        </a:gradFill>
        <a:gradFill rotWithShape="1">
          <a:gsLst>
            <a:gs pos="0">
              <a:schemeClr val="phClr">
                <a:tint val="60000"/>
                <a:satMod val="160000"/>
              </a:schemeClr>
            </a:gs>
            <a:gs pos="46000">
              <a:schemeClr val="phClr">
                <a:tint val="86000"/>
                <a:satMod val="160000"/>
              </a:schemeClr>
            </a:gs>
            <a:gs pos="100000">
              <a:schemeClr val="phClr">
                <a:shade val="40000"/>
                <a:satMod val="160000"/>
              </a:schemeClr>
            </a:gs>
          </a:gsLst>
          <a:path path="circle">
            <a:fillToRect l="50000" t="155000" r="50000" b="-55000"/>
          </a:path>
        </a:gradFill>
      </a:fillStyleLst>
      <a:lnStyleLst>
        <a:ln w="9525" cap="flat" cmpd="sng" algn="ctr">
          <a:solidFill>
            <a:schemeClr val="phClr">
              <a:satMod val="120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63500" dist="25400" dir="14700000" algn="t" rotWithShape="0">
              <a:srgbClr val="000000">
                <a:alpha val="50000"/>
              </a:srgbClr>
            </a:outerShdw>
          </a:effectLst>
        </a:effectStyle>
        <a:effectStyle>
          <a:effectLst>
            <a:outerShdw blurRad="50800" dist="38100" dir="14700000" algn="t" rotWithShape="0">
              <a:srgbClr val="000000">
                <a:alpha val="60000"/>
              </a:srgbClr>
            </a:outerShdw>
          </a:effectLst>
        </a:effectStyle>
        <a:effectStyle>
          <a:effectLst>
            <a:outerShdw blurRad="50800" dist="38100" dir="14700000" algn="t" rotWithShape="0">
              <a:srgbClr val="000000">
                <a:alpha val="60000"/>
              </a:srgbClr>
            </a:outerShdw>
          </a:effectLst>
          <a:scene3d>
            <a:camera prst="orthographicFront" fov="0">
              <a:rot lat="0" lon="0" rev="0"/>
            </a:camera>
            <a:lightRig rig="contrasting" dir="t">
              <a:rot lat="0" lon="0" rev="3600000"/>
            </a:lightRig>
          </a:scene3d>
          <a:sp3d prstMaterial="plastic">
            <a:bevelT w="127000" h="38200" prst="relaxedInset"/>
            <a:contourClr>
              <a:schemeClr val="phClr"/>
            </a:contourClr>
          </a:sp3d>
        </a:effectStyle>
      </a:effectStyleLst>
      <a:bgFillStyleLst>
        <a:solidFill>
          <a:schemeClr val="phClr"/>
        </a:solidFill>
        <a:gradFill rotWithShape="1">
          <a:gsLst>
            <a:gs pos="0">
              <a:schemeClr val="phClr">
                <a:shade val="48000"/>
                <a:satMod val="230000"/>
              </a:schemeClr>
            </a:gs>
            <a:gs pos="60000">
              <a:schemeClr val="phClr">
                <a:shade val="92000"/>
                <a:satMod val="230000"/>
              </a:schemeClr>
            </a:gs>
            <a:gs pos="100000">
              <a:schemeClr val="phClr">
                <a:tint val="85000"/>
                <a:satMod val="400000"/>
              </a:schemeClr>
            </a:gs>
          </a:gsLst>
          <a:lin ang="5400000" scaled="0"/>
        </a:gradFill>
        <a:blipFill>
          <a:blip xmlns:r="http://schemas.openxmlformats.org/officeDocument/2006/relationships" r:embed="rId1">
            <a:duotone>
              <a:schemeClr val="phClr">
                <a:shade val="1200"/>
                <a:satMod val="150000"/>
              </a:schemeClr>
              <a:schemeClr val="phClr">
                <a:tint val="90000"/>
                <a:satMod val="150000"/>
              </a:schemeClr>
            </a:duotone>
          </a:blip>
          <a:tile tx="0" ty="0" sx="70000" sy="7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Verve</Template>
  <TotalTime>25</TotalTime>
  <Words>275</Words>
  <Application>Microsoft Office PowerPoint</Application>
  <PresentationFormat>全屏显示(4:3)</PresentationFormat>
  <Paragraphs>7</Paragraphs>
  <Slides>3</Slides>
  <Notes>0</Notes>
  <HiddenSlides>0</HiddenSlides>
  <MMClips>0</MMClips>
  <ScaleCrop>false</ScaleCrop>
  <HeadingPairs>
    <vt:vector size="4" baseType="variant">
      <vt:variant>
        <vt:lpstr>主题</vt:lpstr>
      </vt:variant>
      <vt:variant>
        <vt:i4>1</vt:i4>
      </vt:variant>
      <vt:variant>
        <vt:lpstr>幻灯片标题</vt:lpstr>
      </vt:variant>
      <vt:variant>
        <vt:i4>3</vt:i4>
      </vt:variant>
    </vt:vector>
  </HeadingPairs>
  <TitlesOfParts>
    <vt:vector size="4" baseType="lpstr">
      <vt:lpstr>活力</vt:lpstr>
      <vt:lpstr>从预测进化，AI能“构想”新蛋白质结构</vt:lpstr>
      <vt:lpstr>PowerPoint 演示文稿</vt:lpstr>
      <vt:lpstr>AI构想</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lipp</cp:lastModifiedBy>
  <cp:revision>25</cp:revision>
  <dcterms:created xsi:type="dcterms:W3CDTF">2021-12-05T07:51:06Z</dcterms:created>
  <dcterms:modified xsi:type="dcterms:W3CDTF">2022-01-10T11:44:53Z</dcterms:modified>
</cp:coreProperties>
</file>