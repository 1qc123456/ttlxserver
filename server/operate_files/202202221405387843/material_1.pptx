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7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BF202-7726-4247-9358-338FF0265103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5FE2A-662B-4D6B-A276-5C0FA6CD1B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2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28" name="日期占位符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D370801B-DDBB-476F-AA16-5961A476F85C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461E6EA3-6670-451D-94E9-4533680DE4F3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直角三角形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等腰三角形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6E171ED1-CED1-4ABA-B03C-1CE793AA94E3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0B6FE0DB-E834-424A-A125-D4EB43985631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6A2F8F69-46E2-4F4A-A180-A76018D3836D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3E56-D255-4C6F-BFF4-38BEA4CD48C7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7EF3DD1F-1B32-461A-80D3-3DCFDE7D2681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6EB9F179-9197-4592-9583-3484883F7F3A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981BB059-97FF-42CB-B977-B644EF2B1E45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2C33A-0473-4C41-966F-A1378148F361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F03AE-71F2-4194-8656-95D197E19438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128E2D0-F802-4566-B05A-5BD4E1123F0E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hf hdr="0" ftr="0"/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天才少女的背后是</a:t>
            </a:r>
            <a:r>
              <a:rPr lang="en-US" altLang="zh-CN" b="1" dirty="0"/>
              <a:t>99</a:t>
            </a:r>
            <a:r>
              <a:rPr lang="zh-CN" altLang="en-US" b="1" dirty="0"/>
              <a:t>％的</a:t>
            </a:r>
            <a:r>
              <a:rPr lang="zh-CN" altLang="en-US" b="1" dirty="0" smtClean="0"/>
              <a:t>努力</a:t>
            </a:r>
            <a:endParaRPr lang="zh-CN" altLang="en-US" dirty="0"/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zh-CN" b="1" dirty="0"/>
              <a:t>青蛙公主谷爱凌</a:t>
            </a:r>
            <a:endParaRPr lang="zh-CN" altLang="en-US" b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23C9C-471C-4982-AF43-1AA732D72FE9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84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谷爱凌简介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隶书" pitchFamily="49" charset="-122"/>
                <a:ea typeface="隶书" pitchFamily="49" charset="-122"/>
              </a:rPr>
              <a:t>2003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9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日出生于美国加利福尼亚州圣弗朗西斯科，昵称“青蛙公主”，中国女子自由式滑雪运动员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。</a:t>
            </a:r>
            <a:endParaRPr lang="en-US" altLang="zh-CN" dirty="0" smtClean="0">
              <a:latin typeface="隶书" pitchFamily="49" charset="-122"/>
              <a:ea typeface="隶书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隶书" pitchFamily="49" charset="-122"/>
                <a:ea typeface="隶书" pitchFamily="49" charset="-122"/>
              </a:rPr>
              <a:t>2019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8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16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日，获得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2019-20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赛季自由式滑雪坡面障碍技巧新西兰公开赛的冠军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；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8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28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日，获得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2019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年新西兰冬季运动会暨澳洲杯自由式滑雪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U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型场地赛冠军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。</a:t>
            </a:r>
            <a:endParaRPr lang="en-US" altLang="zh-CN" dirty="0" smtClean="0">
              <a:latin typeface="隶书" pitchFamily="49" charset="-122"/>
              <a:ea typeface="隶书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隶书" pitchFamily="49" charset="-122"/>
                <a:ea typeface="隶书" pitchFamily="49" charset="-122"/>
              </a:rPr>
              <a:t>2020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月，获得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2020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年洛桑冬季青年奥林匹克运动会滑雪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U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型池、自由式滑雪大跳台冠军，自由式滑雪女子坡面障碍技巧亚军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；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 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月，获得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2019-20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赛季世界杯加拿大卡尔加里站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U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型场地冠军，坡面障碍技巧冠军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；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 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16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日，荣膺国际雪联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2019/2020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赛季“最佳时刻”殊荣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；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11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月，谷爱凌荣登“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2020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福布斯中国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30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岁以下精英榜”；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14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日，谷爱凌宣布被斯坦福大学录取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。</a:t>
            </a:r>
            <a:endParaRPr lang="en-US" altLang="zh-CN" dirty="0" smtClean="0">
              <a:latin typeface="隶书" pitchFamily="49" charset="-122"/>
              <a:ea typeface="隶书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隶书" pitchFamily="49" charset="-122"/>
                <a:ea typeface="隶书" pitchFamily="49" charset="-122"/>
              </a:rPr>
              <a:t>2021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月，首次征战世锦赛，谷爱凌就在女子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U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型场地、坡面障碍技巧、大跳台三项比赛中斩获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金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铜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；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日，自由式滑雪世界杯阿斯本站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U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型池决赛结束，谷爱凌因肩伤退赛，结束本赛季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争夺；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18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2021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Dew Tour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露水巡回赛自由式滑雪女子坡面障碍技巧决赛，中国选手谷爱凌以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89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分获得亚军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；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31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日，获得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2021/2022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国际雪联自由式滑雪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U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型场地世界杯加拿大卡尔加里站比赛冠军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。</a:t>
            </a:r>
            <a:endParaRPr lang="en-US" altLang="zh-CN" dirty="0" smtClean="0">
              <a:latin typeface="隶书" pitchFamily="49" charset="-122"/>
              <a:ea typeface="隶书" pitchFamily="49" charset="-122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latin typeface="隶书" pitchFamily="49" charset="-122"/>
                <a:ea typeface="隶书" pitchFamily="49" charset="-122"/>
              </a:rPr>
              <a:t>2022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8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日，谷爱凌夺得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2022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年北京冬奥会自由式滑雪女子大跳台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金牌。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15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日，获得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2022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年北京冬季奥运会女子自由式滑雪坡面障碍技巧</a:t>
            </a:r>
            <a:r>
              <a:rPr lang="zh-CN" altLang="en-US" dirty="0" smtClean="0">
                <a:latin typeface="隶书" pitchFamily="49" charset="-122"/>
                <a:ea typeface="隶书" pitchFamily="49" charset="-122"/>
              </a:rPr>
              <a:t>银牌。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月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18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日，获得北京冬奥会自由式滑雪女子</a:t>
            </a:r>
            <a:r>
              <a:rPr lang="en-US" altLang="zh-CN" dirty="0">
                <a:latin typeface="隶书" pitchFamily="49" charset="-122"/>
                <a:ea typeface="隶书" pitchFamily="49" charset="-122"/>
              </a:rPr>
              <a:t>U</a:t>
            </a:r>
            <a:r>
              <a:rPr lang="zh-CN" altLang="en-US" dirty="0">
                <a:latin typeface="隶书" pitchFamily="49" charset="-122"/>
                <a:ea typeface="隶书" pitchFamily="49" charset="-122"/>
              </a:rPr>
              <a:t>型场地技巧金牌。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875A2-A7F0-4695-BC6D-48E4A91F376B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6" name="动作按钮: 前进或下一项 5">
            <a:hlinkClick r:id="" action="ppaction://hlinkshowjump?jump=nextslide" highlightClick="1"/>
          </p:cNvPr>
          <p:cNvSpPr/>
          <p:nvPr/>
        </p:nvSpPr>
        <p:spPr>
          <a:xfrm>
            <a:off x="8100392" y="6021288"/>
            <a:ext cx="504056" cy="43204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705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effectLst/>
              </a:rPr>
              <a:t>中国选手谷爱凌向观众致意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882775"/>
            <a:ext cx="6858000" cy="4320000"/>
          </a:xfrm>
        </p:spPr>
      </p:pic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C695F-9928-44B1-AF0A-EB52C0EF6765}" type="datetime1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779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活力">
  <a:themeElements>
    <a:clrScheme name="活力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活力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13</TotalTime>
  <Words>120</Words>
  <Application>Microsoft Office PowerPoint</Application>
  <PresentationFormat>全屏显示(4:3)</PresentationFormat>
  <Paragraphs>15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活力</vt:lpstr>
      <vt:lpstr>天才少女的背后是99％的努力</vt:lpstr>
      <vt:lpstr>谷爱凌简介</vt:lpstr>
      <vt:lpstr>中国选手谷爱凌向观众致意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天才少女的背后是99％的努力</dc:title>
  <dc:creator>Administrator</dc:creator>
  <cp:lastModifiedBy>86133</cp:lastModifiedBy>
  <cp:revision>5</cp:revision>
  <dcterms:created xsi:type="dcterms:W3CDTF">2022-02-19T05:12:25Z</dcterms:created>
  <dcterms:modified xsi:type="dcterms:W3CDTF">2022-02-23T03:29:58Z</dcterms:modified>
</cp:coreProperties>
</file>