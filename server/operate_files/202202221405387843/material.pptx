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78" y="-4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2022/2/19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2022/2/19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2022/2/19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2022/2/19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天才少女的背后是</a:t>
            </a:r>
            <a:r>
              <a:rPr lang="en-US" altLang="zh-CN" b="1" dirty="0"/>
              <a:t>99</a:t>
            </a:r>
            <a:r>
              <a:rPr lang="zh-CN" altLang="en-US" b="1" dirty="0"/>
              <a:t>％的</a:t>
            </a:r>
            <a:r>
              <a:rPr lang="zh-CN" altLang="en-US" b="1" dirty="0" smtClean="0"/>
              <a:t>努力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5840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2003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3</a:t>
            </a:r>
            <a:r>
              <a:rPr lang="zh-CN" altLang="en-US" dirty="0"/>
              <a:t>日出生于美国加利福尼亚州圣弗朗西斯科，昵称“青蛙公主”，中国女子自由式滑雪运动员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2019</a:t>
            </a:r>
            <a:r>
              <a:rPr lang="zh-CN" altLang="en-US" dirty="0"/>
              <a:t>年</a:t>
            </a:r>
            <a:r>
              <a:rPr lang="en-US" altLang="zh-CN" dirty="0"/>
              <a:t>8</a:t>
            </a:r>
            <a:r>
              <a:rPr lang="zh-CN" altLang="en-US" dirty="0"/>
              <a:t>月</a:t>
            </a:r>
            <a:r>
              <a:rPr lang="en-US" altLang="zh-CN" dirty="0"/>
              <a:t>16</a:t>
            </a:r>
            <a:r>
              <a:rPr lang="zh-CN" altLang="en-US" dirty="0"/>
              <a:t>日，获得</a:t>
            </a:r>
            <a:r>
              <a:rPr lang="en-US" altLang="zh-CN" dirty="0"/>
              <a:t>2019-20</a:t>
            </a:r>
            <a:r>
              <a:rPr lang="zh-CN" altLang="en-US" dirty="0"/>
              <a:t>赛季自由式滑雪坡面障碍技巧新西兰公开赛的冠军</a:t>
            </a:r>
            <a:r>
              <a:rPr lang="zh-CN" altLang="en-US" dirty="0" smtClean="0"/>
              <a:t>；</a:t>
            </a:r>
            <a:r>
              <a:rPr lang="en-US" altLang="zh-CN" dirty="0"/>
              <a:t>8</a:t>
            </a:r>
            <a:r>
              <a:rPr lang="zh-CN" altLang="en-US" dirty="0"/>
              <a:t>月</a:t>
            </a:r>
            <a:r>
              <a:rPr lang="en-US" altLang="zh-CN" dirty="0"/>
              <a:t>28</a:t>
            </a:r>
            <a:r>
              <a:rPr lang="zh-CN" altLang="en-US" dirty="0"/>
              <a:t>日，获得</a:t>
            </a:r>
            <a:r>
              <a:rPr lang="en-US" altLang="zh-CN" dirty="0"/>
              <a:t>2019</a:t>
            </a:r>
            <a:r>
              <a:rPr lang="zh-CN" altLang="en-US" dirty="0"/>
              <a:t>年新西兰冬季运动会暨澳洲杯自由式滑雪</a:t>
            </a:r>
            <a:r>
              <a:rPr lang="en-US" altLang="zh-CN" dirty="0"/>
              <a:t>U</a:t>
            </a:r>
            <a:r>
              <a:rPr lang="zh-CN" altLang="en-US" dirty="0"/>
              <a:t>型场地赛冠军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2020</a:t>
            </a:r>
            <a:r>
              <a:rPr lang="zh-CN" altLang="en-US" dirty="0"/>
              <a:t>年</a:t>
            </a:r>
            <a:r>
              <a:rPr lang="en-US" altLang="zh-CN" dirty="0"/>
              <a:t>1</a:t>
            </a:r>
            <a:r>
              <a:rPr lang="zh-CN" altLang="en-US" dirty="0"/>
              <a:t>月，获得</a:t>
            </a:r>
            <a:r>
              <a:rPr lang="en-US" altLang="zh-CN" dirty="0"/>
              <a:t>2020</a:t>
            </a:r>
            <a:r>
              <a:rPr lang="zh-CN" altLang="en-US" dirty="0"/>
              <a:t>年洛桑冬季青年奥林匹克运动会滑雪</a:t>
            </a:r>
            <a:r>
              <a:rPr lang="en-US" altLang="zh-CN" dirty="0"/>
              <a:t>U</a:t>
            </a:r>
            <a:r>
              <a:rPr lang="zh-CN" altLang="en-US" dirty="0"/>
              <a:t>型池、自由式滑雪大跳台冠军，自由式滑雪女子坡面障碍技巧亚军</a:t>
            </a:r>
            <a:r>
              <a:rPr lang="zh-CN" altLang="en-US" dirty="0" smtClean="0"/>
              <a:t>；</a:t>
            </a:r>
            <a:r>
              <a:rPr lang="zh-CN" altLang="en-US" dirty="0"/>
              <a:t> </a:t>
            </a:r>
            <a:r>
              <a:rPr lang="en-US" altLang="zh-CN" dirty="0"/>
              <a:t>2</a:t>
            </a:r>
            <a:r>
              <a:rPr lang="zh-CN" altLang="en-US" dirty="0"/>
              <a:t>月，获得</a:t>
            </a:r>
            <a:r>
              <a:rPr lang="en-US" altLang="zh-CN" dirty="0"/>
              <a:t>2019-20</a:t>
            </a:r>
            <a:r>
              <a:rPr lang="zh-CN" altLang="en-US" dirty="0"/>
              <a:t>赛季世界杯加拿大卡尔加里站</a:t>
            </a:r>
            <a:r>
              <a:rPr lang="en-US" altLang="zh-CN" dirty="0"/>
              <a:t>U</a:t>
            </a:r>
            <a:r>
              <a:rPr lang="zh-CN" altLang="en-US" dirty="0"/>
              <a:t>型场地冠军，坡面障碍技巧冠军</a:t>
            </a:r>
            <a:r>
              <a:rPr lang="zh-CN" altLang="en-US" dirty="0" smtClean="0"/>
              <a:t>；</a:t>
            </a:r>
            <a:r>
              <a:rPr lang="zh-CN" altLang="en-US" dirty="0"/>
              <a:t> </a:t>
            </a:r>
            <a:r>
              <a:rPr lang="en-US" altLang="zh-CN" dirty="0"/>
              <a:t>4</a:t>
            </a:r>
            <a:r>
              <a:rPr lang="zh-CN" altLang="en-US" dirty="0"/>
              <a:t>月</a:t>
            </a:r>
            <a:r>
              <a:rPr lang="en-US" altLang="zh-CN" dirty="0"/>
              <a:t>16</a:t>
            </a:r>
            <a:r>
              <a:rPr lang="zh-CN" altLang="en-US" dirty="0"/>
              <a:t>日，荣膺国际雪联</a:t>
            </a:r>
            <a:r>
              <a:rPr lang="en-US" altLang="zh-CN" dirty="0"/>
              <a:t>2019/2020</a:t>
            </a:r>
            <a:r>
              <a:rPr lang="zh-CN" altLang="en-US" dirty="0"/>
              <a:t>赛季“最佳时刻”殊荣</a:t>
            </a:r>
            <a:r>
              <a:rPr lang="zh-CN" altLang="en-US" dirty="0" smtClean="0"/>
              <a:t>；</a:t>
            </a:r>
            <a:r>
              <a:rPr lang="en-US" altLang="zh-CN" dirty="0"/>
              <a:t>11</a:t>
            </a:r>
            <a:r>
              <a:rPr lang="zh-CN" altLang="en-US" dirty="0"/>
              <a:t>月，谷爱凌荣登“</a:t>
            </a:r>
            <a:r>
              <a:rPr lang="en-US" altLang="zh-CN" dirty="0"/>
              <a:t>2020</a:t>
            </a:r>
            <a:r>
              <a:rPr lang="zh-CN" altLang="en-US" dirty="0"/>
              <a:t>福布斯中国</a:t>
            </a:r>
            <a:r>
              <a:rPr lang="en-US" altLang="zh-CN" dirty="0"/>
              <a:t>30</a:t>
            </a:r>
            <a:r>
              <a:rPr lang="zh-CN" altLang="en-US" dirty="0"/>
              <a:t>岁以下精英榜”；</a:t>
            </a:r>
            <a:r>
              <a:rPr lang="en-US" altLang="zh-CN" dirty="0"/>
              <a:t>12</a:t>
            </a:r>
            <a:r>
              <a:rPr lang="zh-CN" altLang="en-US" dirty="0"/>
              <a:t>月</a:t>
            </a:r>
            <a:r>
              <a:rPr lang="en-US" altLang="zh-CN" dirty="0"/>
              <a:t>14</a:t>
            </a:r>
            <a:r>
              <a:rPr lang="zh-CN" altLang="en-US" dirty="0"/>
              <a:t>日，谷爱凌宣布被斯坦福大学录取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2021</a:t>
            </a:r>
            <a:r>
              <a:rPr lang="zh-CN" altLang="en-US" dirty="0"/>
              <a:t>年</a:t>
            </a:r>
            <a:r>
              <a:rPr lang="en-US" altLang="zh-CN" dirty="0"/>
              <a:t>3</a:t>
            </a:r>
            <a:r>
              <a:rPr lang="zh-CN" altLang="en-US" dirty="0"/>
              <a:t>月，首次征战世锦赛，谷爱凌就在女子</a:t>
            </a:r>
            <a:r>
              <a:rPr lang="en-US" altLang="zh-CN" dirty="0"/>
              <a:t>U</a:t>
            </a:r>
            <a:r>
              <a:rPr lang="zh-CN" altLang="en-US" dirty="0"/>
              <a:t>型场地、坡面障碍技巧、大跳台三项比赛中斩获</a:t>
            </a:r>
            <a:r>
              <a:rPr lang="en-US" altLang="zh-CN" dirty="0"/>
              <a:t>2</a:t>
            </a:r>
            <a:r>
              <a:rPr lang="zh-CN" altLang="en-US" dirty="0"/>
              <a:t>金</a:t>
            </a:r>
            <a:r>
              <a:rPr lang="en-US" altLang="zh-CN" dirty="0"/>
              <a:t>1</a:t>
            </a:r>
            <a:r>
              <a:rPr lang="zh-CN" altLang="en-US" dirty="0"/>
              <a:t>铜</a:t>
            </a:r>
            <a:r>
              <a:rPr lang="zh-CN" altLang="en-US" dirty="0" smtClean="0"/>
              <a:t>；</a:t>
            </a:r>
            <a:r>
              <a:rPr lang="en-US" altLang="zh-CN" dirty="0"/>
              <a:t>3</a:t>
            </a:r>
            <a:r>
              <a:rPr lang="zh-CN" altLang="en-US" dirty="0"/>
              <a:t>月</a:t>
            </a:r>
            <a:r>
              <a:rPr lang="en-US" altLang="zh-CN" dirty="0"/>
              <a:t>22</a:t>
            </a:r>
            <a:r>
              <a:rPr lang="zh-CN" altLang="en-US" dirty="0"/>
              <a:t>日，自由式滑雪世界杯阿斯本站</a:t>
            </a:r>
            <a:r>
              <a:rPr lang="en-US" altLang="zh-CN" dirty="0"/>
              <a:t>U</a:t>
            </a:r>
            <a:r>
              <a:rPr lang="zh-CN" altLang="en-US" dirty="0"/>
              <a:t>型池决赛结束，谷爱凌因肩伤退赛，结束本赛季</a:t>
            </a:r>
            <a:r>
              <a:rPr lang="zh-CN" altLang="en-US" dirty="0" smtClean="0"/>
              <a:t>争夺；</a:t>
            </a:r>
            <a:r>
              <a:rPr lang="en-US" altLang="zh-CN" dirty="0"/>
              <a:t>12</a:t>
            </a:r>
            <a:r>
              <a:rPr lang="zh-CN" altLang="en-US" dirty="0"/>
              <a:t>月</a:t>
            </a:r>
            <a:r>
              <a:rPr lang="en-US" altLang="zh-CN" dirty="0"/>
              <a:t>18</a:t>
            </a:r>
            <a:r>
              <a:rPr lang="zh-CN" altLang="en-US" dirty="0"/>
              <a:t>日，</a:t>
            </a:r>
            <a:r>
              <a:rPr lang="en-US" altLang="zh-CN" dirty="0"/>
              <a:t>2021</a:t>
            </a:r>
            <a:r>
              <a:rPr lang="zh-CN" altLang="en-US" dirty="0"/>
              <a:t>年</a:t>
            </a:r>
            <a:r>
              <a:rPr lang="en-US" altLang="zh-CN" dirty="0"/>
              <a:t>Dew Tour</a:t>
            </a:r>
            <a:r>
              <a:rPr lang="zh-CN" altLang="en-US" dirty="0"/>
              <a:t>露水巡回赛自由式滑雪女子坡面障碍技巧决赛，中国选手谷爱凌以</a:t>
            </a:r>
            <a:r>
              <a:rPr lang="en-US" altLang="zh-CN" dirty="0"/>
              <a:t>89</a:t>
            </a:r>
            <a:r>
              <a:rPr lang="zh-CN" altLang="en-US" dirty="0"/>
              <a:t>分获得亚军</a:t>
            </a:r>
            <a:r>
              <a:rPr lang="zh-CN" altLang="en-US" dirty="0" smtClean="0"/>
              <a:t>；</a:t>
            </a:r>
            <a:r>
              <a:rPr lang="en-US" altLang="zh-CN" dirty="0"/>
              <a:t>12</a:t>
            </a:r>
            <a:r>
              <a:rPr lang="zh-CN" altLang="en-US" dirty="0"/>
              <a:t>月</a:t>
            </a:r>
            <a:r>
              <a:rPr lang="en-US" altLang="zh-CN" dirty="0"/>
              <a:t>31</a:t>
            </a:r>
            <a:r>
              <a:rPr lang="zh-CN" altLang="en-US" dirty="0"/>
              <a:t>日，获得</a:t>
            </a:r>
            <a:r>
              <a:rPr lang="en-US" altLang="zh-CN" dirty="0"/>
              <a:t>2021/2022</a:t>
            </a:r>
            <a:r>
              <a:rPr lang="zh-CN" altLang="en-US" dirty="0"/>
              <a:t>国际雪联自由式滑雪</a:t>
            </a:r>
            <a:r>
              <a:rPr lang="en-US" altLang="zh-CN" dirty="0"/>
              <a:t>U</a:t>
            </a:r>
            <a:r>
              <a:rPr lang="zh-CN" altLang="en-US" dirty="0"/>
              <a:t>型场地世界杯加拿大卡尔加里站比赛冠军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2022</a:t>
            </a:r>
            <a:r>
              <a:rPr lang="zh-CN" altLang="en-US" dirty="0"/>
              <a:t>年</a:t>
            </a:r>
            <a:r>
              <a:rPr lang="en-US" altLang="zh-CN" dirty="0"/>
              <a:t>2</a:t>
            </a:r>
            <a:r>
              <a:rPr lang="zh-CN" altLang="en-US" dirty="0"/>
              <a:t>月</a:t>
            </a:r>
            <a:r>
              <a:rPr lang="en-US" altLang="zh-CN" dirty="0"/>
              <a:t>8</a:t>
            </a:r>
            <a:r>
              <a:rPr lang="zh-CN" altLang="en-US" dirty="0"/>
              <a:t>日，谷爱凌夺得</a:t>
            </a:r>
            <a:r>
              <a:rPr lang="en-US" altLang="zh-CN" dirty="0"/>
              <a:t>2022</a:t>
            </a:r>
            <a:r>
              <a:rPr lang="zh-CN" altLang="en-US" dirty="0"/>
              <a:t>年北京冬奥会自由式滑雪女子大跳台</a:t>
            </a:r>
            <a:r>
              <a:rPr lang="zh-CN" altLang="en-US" dirty="0" smtClean="0"/>
              <a:t>金牌。</a:t>
            </a:r>
            <a:r>
              <a:rPr lang="en-US" altLang="zh-CN" dirty="0"/>
              <a:t>2</a:t>
            </a:r>
            <a:r>
              <a:rPr lang="zh-CN" altLang="en-US" dirty="0"/>
              <a:t>月</a:t>
            </a:r>
            <a:r>
              <a:rPr lang="en-US" altLang="zh-CN" dirty="0"/>
              <a:t>15</a:t>
            </a:r>
            <a:r>
              <a:rPr lang="zh-CN" altLang="en-US" dirty="0"/>
              <a:t>日，获得</a:t>
            </a:r>
            <a:r>
              <a:rPr lang="en-US" altLang="zh-CN" dirty="0"/>
              <a:t>2022</a:t>
            </a:r>
            <a:r>
              <a:rPr lang="zh-CN" altLang="en-US" dirty="0"/>
              <a:t>年北京冬季奥运会女子自由式滑雪坡面障碍技巧</a:t>
            </a:r>
            <a:r>
              <a:rPr lang="zh-CN" altLang="en-US" dirty="0" smtClean="0"/>
              <a:t>银牌。</a:t>
            </a:r>
            <a:r>
              <a:rPr lang="en-US" altLang="zh-CN" dirty="0"/>
              <a:t>2</a:t>
            </a:r>
            <a:r>
              <a:rPr lang="zh-CN" altLang="en-US" dirty="0"/>
              <a:t>月</a:t>
            </a:r>
            <a:r>
              <a:rPr lang="en-US" altLang="zh-CN" dirty="0"/>
              <a:t>18</a:t>
            </a:r>
            <a:r>
              <a:rPr lang="zh-CN" altLang="en-US" dirty="0"/>
              <a:t>日，获得北京冬奥会自由式滑雪女子</a:t>
            </a:r>
            <a:r>
              <a:rPr lang="en-US" altLang="zh-CN" dirty="0"/>
              <a:t>U</a:t>
            </a:r>
            <a:r>
              <a:rPr lang="zh-CN" altLang="en-US" dirty="0"/>
              <a:t>型场地技巧金牌。</a:t>
            </a:r>
          </a:p>
        </p:txBody>
      </p:sp>
    </p:spTree>
    <p:extLst>
      <p:ext uri="{BB962C8B-B14F-4D97-AF65-F5344CB8AC3E}">
        <p14:creationId xmlns:p14="http://schemas.microsoft.com/office/powerpoint/2010/main" val="876705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103</Words>
  <Application>Microsoft Office PowerPoint</Application>
  <PresentationFormat>全屏显示(4:3)</PresentationFormat>
  <Paragraphs>6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天才少女的背后是99％的努力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天才少女的背后是99％的努力</dc:title>
  <dc:creator>Administrator</dc:creator>
  <cp:lastModifiedBy>Administrator</cp:lastModifiedBy>
  <cp:revision>3</cp:revision>
  <dcterms:created xsi:type="dcterms:W3CDTF">2022-02-19T05:12:25Z</dcterms:created>
  <dcterms:modified xsi:type="dcterms:W3CDTF">2022-02-19T05:39:51Z</dcterms:modified>
</cp:coreProperties>
</file>