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  <p:sldId id="257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150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06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4120754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971550" y="1522413"/>
            <a:ext cx="236935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4504135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019209" y="4795838"/>
            <a:ext cx="4429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99099" y="2009457"/>
            <a:ext cx="4682792" cy="1198800"/>
          </a:xfrm>
        </p:spPr>
        <p:txBody>
          <a:bodyPr anchor="ctr">
            <a:normAutofit/>
          </a:bodyPr>
          <a:lstStyle>
            <a:lvl1pPr algn="l">
              <a:defRPr sz="45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99160" y="3313163"/>
            <a:ext cx="255651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AE9EE22-0B8E-412C-86B0-4BEF26E55356}" type="slidenum">
              <a:rPr lang="en-US" altLang="zh-CN"/>
            </a:fld>
            <a:endParaRPr lang="en-US" altLang="zh-CN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30791" y="0"/>
            <a:ext cx="913209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8759429" y="0"/>
            <a:ext cx="38457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8540354" y="863600"/>
            <a:ext cx="507206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360760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294085" y="5200650"/>
            <a:ext cx="507206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67916" y="406800"/>
            <a:ext cx="8208169" cy="863601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467916" y="1412875"/>
            <a:ext cx="8208168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0ABCBC8-BB4B-4361-9A79-6F9655B16F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234553" y="88900"/>
            <a:ext cx="2218135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00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0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413212" y="3414578"/>
            <a:ext cx="3762851" cy="86317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413211" y="4332272"/>
            <a:ext cx="3762851" cy="1112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438E11D-EBA5-47EB-BF09-B3B456EE266F}" type="slidenum">
              <a:rPr lang="en-US" altLang="zh-CN"/>
            </a:fld>
            <a:endParaRPr lang="en-US" altLang="zh-CN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C66324B-8A18-437E-A379-DD9813BAE2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B7350BB-1A3A-41D5-A16E-940BC1F9E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28BD131-000E-46E6-93DD-1612144A4B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14A9E2B-44F2-4382-ACAD-0986AC5D41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BE2C0F2-C8D1-4C4C-938D-C841A27A51C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E32E622-9F53-41D9-82C0-20BFFF6665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3AF71B-F04C-4371-B519-F65995945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8391525" y="440372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2803922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2721059" y="647700"/>
            <a:ext cx="1127522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2445977" y="0"/>
            <a:ext cx="1127522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3661172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721519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43140" y="2420938"/>
            <a:ext cx="4212089" cy="2016125"/>
          </a:xfrm>
        </p:spPr>
        <p:txBody>
          <a:bodyPr anchor="ctr">
            <a:normAutofit/>
          </a:bodyPr>
          <a:lstStyle>
            <a:lvl1pPr algn="ctr">
              <a:defRPr sz="6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291439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7A6AB04A-5B25-45DC-917F-CBACF30E854F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 noChangeArrowheads="1"/>
          </p:cNvSpPr>
          <p:nvPr>
            <p:ph type="ctrTitle"/>
          </p:nvPr>
        </p:nvSpPr>
        <p:spPr/>
        <p:txBody>
          <a:bodyPr/>
          <a:p>
            <a:r>
              <a:rPr lang="zh-CN" altLang="en-US" sz="6100">
                <a:solidFill>
                  <a:srgbClr val="0000F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早晨喝开水</a:t>
            </a:r>
            <a:endParaRPr lang="zh-CN" altLang="en-US" sz="6100">
              <a:solidFill>
                <a:srgbClr val="0000F5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5" name="副标题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5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大好处</a:t>
            </a:r>
            <a:endParaRPr lang="zh-CN" altLang="en-US" sz="2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ransition advTm="3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467360" y="1725930"/>
          <a:ext cx="639953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好处</a:t>
                      </a:r>
                      <a:endParaRPr lang="zh-CN" altLang="en-US"/>
                    </a:p>
                  </a:txBody>
                  <a:tcPr marL="137160" marR="137160" marT="137160" marB="1371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原因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补充水分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 dirty="0">
                          <a:sym typeface="+mn-ea"/>
                        </a:rPr>
                        <a:t>一个晚上人体流失的水分约有</a:t>
                      </a:r>
                      <a:r>
                        <a:rPr lang="en-US" altLang="zh-CN" sz="1350" dirty="0">
                          <a:sym typeface="+mn-ea"/>
                        </a:rPr>
                        <a:t>450</a:t>
                      </a:r>
                      <a:r>
                        <a:rPr lang="zh-CN" altLang="en-US" sz="1350" dirty="0">
                          <a:sym typeface="+mn-ea"/>
                        </a:rPr>
                        <a:t>毫升，晨起喝水可以补充身体代谢失去的水分。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防止便秘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 dirty="0">
                          <a:sym typeface="+mn-ea"/>
                        </a:rPr>
                        <a:t>饮水能刺激胃肠的蠕动，湿润肠道，促进大便的排泄，防治便秘。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冲刷肠胃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 dirty="0">
                          <a:sym typeface="+mn-ea"/>
                        </a:rPr>
                        <a:t>喝水可以洗涤清洁肠胃，冲淡胃酸，减轻胃的刺激，使胃肠保持最佳的状态。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清醒大脑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 dirty="0">
                          <a:sym typeface="+mn-ea"/>
                        </a:rPr>
                        <a:t>喝水可有效地稀释血液，降低血液稠度，防止心脏血管疾病的发生，还能让大脑迅速恢复清醒状态。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美容养颜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为</a:t>
                      </a:r>
                      <a:r>
                        <a:rPr lang="zh-CN" altLang="en-US" sz="1350" dirty="0">
                          <a:sym typeface="+mn-ea"/>
                        </a:rPr>
                        <a:t>身体补水，让水分迅速输送至全身，有助于血液循环，帮助肌体排出体内毒素，滋润肌肤。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idx="1"/>
          </p:nvPr>
        </p:nvSpPr>
        <p:spPr/>
      </p:sp>
      <p:sp>
        <p:nvSpPr>
          <p:cNvPr id="133123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lnSpcReduction="20000"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一个晚上人体流失的水分约有</a:t>
            </a:r>
            <a:r>
              <a:rPr lang="en-US" altLang="zh-CN" sz="2400" dirty="0"/>
              <a:t>450</a:t>
            </a:r>
            <a:r>
              <a:rPr lang="zh-CN" altLang="en-US" sz="2400" dirty="0"/>
              <a:t>毫升，晨起喝水可以补充身体代谢失去的水分。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饮水能刺激胃肠的蠕动，湿润肠道，促进大便的排泄，防治便秘。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喝水可以洗涤清洁肠胃，冲淡胃酸，减轻胃的刺激，使胃肠保持最佳的状态。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喝水可有效地稀释血液，降低血液稠度，防止心脏血管疾病的发生，还能让大脑迅速恢复清醒状态。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/>
              <a:t>为</a:t>
            </a:r>
            <a:r>
              <a:rPr lang="zh-CN" altLang="en-US" sz="2400" dirty="0"/>
              <a:t>身体补水，让水分迅速输送至全身，有助于血液循环，帮助肌体排出体内毒素，滋润肌肤。</a:t>
            </a:r>
            <a:endParaRPr lang="zh-CN" altLang="en-US" sz="2400" dirty="0"/>
          </a:p>
        </p:txBody>
      </p:sp>
      <p:pic>
        <p:nvPicPr>
          <p:cNvPr id="134148" name="Picture 4" descr="一天八杯水真的是金科玉律吗？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33" y="1988503"/>
            <a:ext cx="3429000" cy="2743200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主题四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403</Words>
  <Application>WPS 演示</Application>
  <PresentationFormat>全屏显示(4:3)</PresentationFormat>
  <Paragraphs>34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Tahoma</vt:lpstr>
      <vt:lpstr>微软雅黑</vt:lpstr>
      <vt:lpstr>Arial Unicode MS</vt:lpstr>
      <vt:lpstr>Calibri</vt:lpstr>
      <vt:lpstr>楷体</vt:lpstr>
      <vt:lpstr>仿宋</vt:lpstr>
      <vt:lpstr>主题四</vt:lpstr>
      <vt:lpstr>早晨喝开水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晨喝开水的5大好处</dc:title>
  <dc:creator>User</dc:creator>
  <cp:lastModifiedBy>zy</cp:lastModifiedBy>
  <cp:revision>7</cp:revision>
  <cp:lastPrinted>2113-01-01T00:00:00Z</cp:lastPrinted>
  <dcterms:created xsi:type="dcterms:W3CDTF">2009-01-13T08:53:00Z</dcterms:created>
  <dcterms:modified xsi:type="dcterms:W3CDTF">2024-01-10T01:43:44Z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  <property fmtid="{D5CDD505-2E9C-101B-9397-08002B2CF9AE}" pid="3" name="ICV">
    <vt:lpwstr>10B9423A88F9475E9B6F4CC8731051F4_12</vt:lpwstr>
  </property>
  <property fmtid="{D5CDD505-2E9C-101B-9397-08002B2CF9AE}" pid="4" name="KSOProductBuildVer">
    <vt:lpwstr>2052-12.1.0.15712</vt:lpwstr>
  </property>
</Properties>
</file>