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90" r:id="rId1"/>
  </p:sldMasterIdLst>
  <p:notesMasterIdLst>
    <p:notesMasterId r:id="rId8"/>
  </p:notesMasterIdLst>
  <p:handoutMasterIdLst>
    <p:handoutMasterId r:id="rId9"/>
  </p:handoutMasterIdLst>
  <p:sldIdLst>
    <p:sldId id="938" r:id="rId2"/>
    <p:sldId id="911" r:id="rId3"/>
    <p:sldId id="934" r:id="rId4"/>
    <p:sldId id="935" r:id="rId5"/>
    <p:sldId id="936" r:id="rId6"/>
    <p:sldId id="937" r:id="rId7"/>
  </p:sldIdLst>
  <p:sldSz cx="12188825" cy="6858000"/>
  <p:notesSz cx="6858000" cy="9144000"/>
  <p:custDataLst>
    <p:tags r:id="rId10"/>
  </p:custDataLst>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43">
          <p15:clr>
            <a:srgbClr val="A4A3A4"/>
          </p15:clr>
        </p15:guide>
        <p15:guide id="2" orient="horz" pos="916">
          <p15:clr>
            <a:srgbClr val="A4A3A4"/>
          </p15:clr>
        </p15:guide>
        <p15:guide id="3" orient="horz" pos="1197">
          <p15:clr>
            <a:srgbClr val="A4A3A4"/>
          </p15:clr>
        </p15:guide>
        <p15:guide id="4" orient="horz" pos="2159">
          <p15:clr>
            <a:srgbClr val="A4A3A4"/>
          </p15:clr>
        </p15:guide>
        <p15:guide id="5" orient="horz" pos="2086">
          <p15:clr>
            <a:srgbClr val="A4A3A4"/>
          </p15:clr>
        </p15:guide>
        <p15:guide id="6" pos="328">
          <p15:clr>
            <a:srgbClr val="A4A3A4"/>
          </p15:clr>
        </p15:guide>
        <p15:guide id="7" pos="7285">
          <p15:clr>
            <a:srgbClr val="A4A3A4"/>
          </p15:clr>
        </p15:guide>
        <p15:guide id="8" pos="514">
          <p15:clr>
            <a:srgbClr val="A4A3A4"/>
          </p15:clr>
        </p15:guide>
        <p15:guide id="9" pos="3841">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B050"/>
    <a:srgbClr val="EA541F"/>
    <a:srgbClr val="990033"/>
    <a:srgbClr val="00188F"/>
    <a:srgbClr val="01BCFF"/>
    <a:srgbClr val="EB3C00"/>
    <a:srgbClr val="33CC33"/>
    <a:srgbClr val="0071C5"/>
    <a:srgbClr val="4D50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9" autoAdjust="0"/>
    <p:restoredTop sz="88937" autoAdjust="0"/>
  </p:normalViewPr>
  <p:slideViewPr>
    <p:cSldViewPr snapToGrid="0" snapToObjects="1">
      <p:cViewPr varScale="1">
        <p:scale>
          <a:sx n="65" d="100"/>
          <a:sy n="65" d="100"/>
        </p:scale>
        <p:origin x="-858" y="-108"/>
      </p:cViewPr>
      <p:guideLst>
        <p:guide orient="horz" pos="143"/>
        <p:guide orient="horz" pos="916"/>
        <p:guide orient="horz" pos="1197"/>
        <p:guide orient="horz" pos="2159"/>
        <p:guide orient="horz" pos="2086"/>
        <p:guide pos="328"/>
        <p:guide pos="7285"/>
        <p:guide pos="514"/>
        <p:guide pos="3841"/>
      </p:guideLst>
    </p:cSldViewPr>
  </p:slideViewPr>
  <p:notesTextViewPr>
    <p:cViewPr>
      <p:scale>
        <a:sx n="25" d="100"/>
        <a:sy n="25" d="100"/>
      </p:scale>
      <p:origin x="0" y="0"/>
    </p:cViewPr>
  </p:notesTextViewPr>
  <p:sorterViewPr>
    <p:cViewPr varScale="1">
      <p:scale>
        <a:sx n="100" d="100"/>
        <a:sy n="100" d="100"/>
      </p:scale>
      <p:origin x="0" y="0"/>
    </p:cViewPr>
  </p:sorterViewPr>
  <p:notesViewPr>
    <p:cSldViewPr snapToGrid="0" snapToObjects="1" showGuides="1">
      <p:cViewPr varScale="1">
        <p:scale>
          <a:sx n="70" d="100"/>
          <a:sy n="70" d="100"/>
        </p:scale>
        <p:origin x="3240"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41F49C-0FBC-4D61-8164-42DCEC93BA67}" type="doc">
      <dgm:prSet loTypeId="urn:microsoft.com/office/officeart/2005/8/layout/radial6" loCatId="cycle" qsTypeId="urn:microsoft.com/office/officeart/2005/8/quickstyle/simple5" qsCatId="simple" csTypeId="urn:microsoft.com/office/officeart/2005/8/colors/colorful1" csCatId="colorful" phldr="1"/>
      <dgm:spPr/>
      <dgm:t>
        <a:bodyPr/>
        <a:lstStyle/>
        <a:p>
          <a:endParaRPr lang="zh-CN" altLang="en-US"/>
        </a:p>
      </dgm:t>
    </dgm:pt>
    <dgm:pt modelId="{AD09BD2C-7F6A-47E2-A6E6-901F7D5E7597}">
      <dgm:prSet phldrT="[文本]"/>
      <dgm:spPr/>
      <dgm:t>
        <a:bodyPr/>
        <a:lstStyle/>
        <a:p>
          <a:r>
            <a:rPr lang="zh-CN" altLang="en-US" dirty="0">
              <a:latin typeface="微软雅黑" pitchFamily="34" charset="-122"/>
              <a:ea typeface="微软雅黑" pitchFamily="34" charset="-122"/>
            </a:rPr>
            <a:t>信息工作者</a:t>
          </a:r>
        </a:p>
      </dgm:t>
    </dgm:pt>
    <dgm:pt modelId="{1035159A-D16F-4782-9E02-03C72BB1698D}" type="parTrans" cxnId="{DAC9B9C4-2362-4C22-AAE4-54B98C2C1D5D}">
      <dgm:prSet/>
      <dgm:spPr/>
      <dgm:t>
        <a:bodyPr/>
        <a:lstStyle/>
        <a:p>
          <a:endParaRPr lang="zh-CN" altLang="en-US">
            <a:latin typeface="微软雅黑" pitchFamily="34" charset="-122"/>
            <a:ea typeface="微软雅黑" pitchFamily="34" charset="-122"/>
          </a:endParaRPr>
        </a:p>
      </dgm:t>
    </dgm:pt>
    <dgm:pt modelId="{9B668EB9-E295-40EF-A511-2F522B41C83E}" type="sibTrans" cxnId="{DAC9B9C4-2362-4C22-AAE4-54B98C2C1D5D}">
      <dgm:prSet/>
      <dgm:spPr/>
      <dgm:t>
        <a:bodyPr/>
        <a:lstStyle/>
        <a:p>
          <a:endParaRPr lang="zh-CN" altLang="en-US">
            <a:latin typeface="微软雅黑" pitchFamily="34" charset="-122"/>
            <a:ea typeface="微软雅黑" pitchFamily="34" charset="-122"/>
          </a:endParaRPr>
        </a:p>
      </dgm:t>
    </dgm:pt>
    <dgm:pt modelId="{1E931A45-9641-489B-AF5D-6D33D9635C7D}">
      <dgm:prSet phldrT="[文本]"/>
      <dgm:spPr/>
      <dgm:t>
        <a:bodyPr/>
        <a:lstStyle/>
        <a:p>
          <a:r>
            <a:rPr lang="zh-CN" altLang="en-US" dirty="0">
              <a:latin typeface="微软雅黑" pitchFamily="34" charset="-122"/>
              <a:ea typeface="微软雅黑" pitchFamily="34" charset="-122"/>
            </a:rPr>
            <a:t>沟通</a:t>
          </a:r>
        </a:p>
      </dgm:t>
    </dgm:pt>
    <dgm:pt modelId="{573F49E5-CD9E-4C64-9C36-5444CEC473BE}" type="parTrans" cxnId="{33AD7165-18BD-442B-B8C5-C92260E1E176}">
      <dgm:prSet/>
      <dgm:spPr/>
      <dgm:t>
        <a:bodyPr/>
        <a:lstStyle/>
        <a:p>
          <a:endParaRPr lang="zh-CN" altLang="en-US">
            <a:latin typeface="微软雅黑" pitchFamily="34" charset="-122"/>
            <a:ea typeface="微软雅黑" pitchFamily="34" charset="-122"/>
          </a:endParaRPr>
        </a:p>
      </dgm:t>
    </dgm:pt>
    <dgm:pt modelId="{D5C054D3-8656-4750-80F9-0C2924836C90}" type="sibTrans" cxnId="{33AD7165-18BD-442B-B8C5-C92260E1E176}">
      <dgm:prSet/>
      <dgm:spPr/>
      <dgm:t>
        <a:bodyPr/>
        <a:lstStyle/>
        <a:p>
          <a:endParaRPr lang="zh-CN" altLang="en-US">
            <a:latin typeface="微软雅黑" pitchFamily="34" charset="-122"/>
            <a:ea typeface="微软雅黑" pitchFamily="34" charset="-122"/>
          </a:endParaRPr>
        </a:p>
      </dgm:t>
    </dgm:pt>
    <dgm:pt modelId="{8001B0EF-CC6A-4374-B403-573F8CC709F6}">
      <dgm:prSet phldrT="[文本]"/>
      <dgm:spPr/>
      <dgm:t>
        <a:bodyPr/>
        <a:lstStyle/>
        <a:p>
          <a:r>
            <a:rPr lang="zh-CN" altLang="en-US" dirty="0">
              <a:latin typeface="微软雅黑" pitchFamily="34" charset="-122"/>
              <a:ea typeface="微软雅黑" pitchFamily="34" charset="-122"/>
            </a:rPr>
            <a:t>交付</a:t>
          </a:r>
        </a:p>
      </dgm:t>
    </dgm:pt>
    <dgm:pt modelId="{B680DD16-94E2-4550-839B-8CF985E7AE2B}" type="parTrans" cxnId="{E23ACDF0-2901-4136-8658-9A212FFB3775}">
      <dgm:prSet/>
      <dgm:spPr/>
      <dgm:t>
        <a:bodyPr/>
        <a:lstStyle/>
        <a:p>
          <a:endParaRPr lang="zh-CN" altLang="en-US">
            <a:latin typeface="微软雅黑" pitchFamily="34" charset="-122"/>
            <a:ea typeface="微软雅黑" pitchFamily="34" charset="-122"/>
          </a:endParaRPr>
        </a:p>
      </dgm:t>
    </dgm:pt>
    <dgm:pt modelId="{E50F9078-54DE-4E5E-A517-B44B33AB26F3}" type="sibTrans" cxnId="{E23ACDF0-2901-4136-8658-9A212FFB3775}">
      <dgm:prSet/>
      <dgm:spPr/>
      <dgm:t>
        <a:bodyPr/>
        <a:lstStyle/>
        <a:p>
          <a:endParaRPr lang="zh-CN" altLang="en-US">
            <a:latin typeface="微软雅黑" pitchFamily="34" charset="-122"/>
            <a:ea typeface="微软雅黑" pitchFamily="34" charset="-122"/>
          </a:endParaRPr>
        </a:p>
      </dgm:t>
    </dgm:pt>
    <dgm:pt modelId="{306770BE-3E4C-4BB6-A01E-DDDB544727D3}">
      <dgm:prSet phldrT="[文本]"/>
      <dgm:spPr/>
      <dgm:t>
        <a:bodyPr/>
        <a:lstStyle/>
        <a:p>
          <a:r>
            <a:rPr lang="zh-CN" altLang="en-US" dirty="0">
              <a:latin typeface="微软雅黑" pitchFamily="34" charset="-122"/>
              <a:ea typeface="微软雅黑" pitchFamily="34" charset="-122"/>
            </a:rPr>
            <a:t>报告</a:t>
          </a:r>
        </a:p>
      </dgm:t>
    </dgm:pt>
    <dgm:pt modelId="{33DA2E6A-456F-4313-8A1F-FF233035C455}" type="parTrans" cxnId="{17B69167-B10B-4E20-A88A-1387A0759AE4}">
      <dgm:prSet/>
      <dgm:spPr/>
      <dgm:t>
        <a:bodyPr/>
        <a:lstStyle/>
        <a:p>
          <a:endParaRPr lang="zh-CN" altLang="en-US">
            <a:latin typeface="微软雅黑" pitchFamily="34" charset="-122"/>
            <a:ea typeface="微软雅黑" pitchFamily="34" charset="-122"/>
          </a:endParaRPr>
        </a:p>
      </dgm:t>
    </dgm:pt>
    <dgm:pt modelId="{B7CD5A76-9872-484C-85C5-976097C625CC}" type="sibTrans" cxnId="{17B69167-B10B-4E20-A88A-1387A0759AE4}">
      <dgm:prSet/>
      <dgm:spPr/>
      <dgm:t>
        <a:bodyPr/>
        <a:lstStyle/>
        <a:p>
          <a:endParaRPr lang="zh-CN" altLang="en-US">
            <a:latin typeface="微软雅黑" pitchFamily="34" charset="-122"/>
            <a:ea typeface="微软雅黑" pitchFamily="34" charset="-122"/>
          </a:endParaRPr>
        </a:p>
      </dgm:t>
    </dgm:pt>
    <dgm:pt modelId="{490F79BB-0E0A-4AA5-BB8A-46145C51E72D}">
      <dgm:prSet phldrT="[文本]"/>
      <dgm:spPr/>
      <dgm:t>
        <a:bodyPr/>
        <a:lstStyle/>
        <a:p>
          <a:r>
            <a:rPr lang="zh-CN" altLang="en-US" dirty="0">
              <a:latin typeface="微软雅黑" pitchFamily="34" charset="-122"/>
              <a:ea typeface="微软雅黑" pitchFamily="34" charset="-122"/>
            </a:rPr>
            <a:t>发现</a:t>
          </a:r>
        </a:p>
      </dgm:t>
    </dgm:pt>
    <dgm:pt modelId="{6F6EE08E-92F2-440D-A4EB-2401B5757829}" type="parTrans" cxnId="{F274CDC7-93D6-44E6-8D1F-4A76625E6757}">
      <dgm:prSet/>
      <dgm:spPr/>
      <dgm:t>
        <a:bodyPr/>
        <a:lstStyle/>
        <a:p>
          <a:endParaRPr lang="zh-CN" altLang="en-US">
            <a:latin typeface="微软雅黑" pitchFamily="34" charset="-122"/>
            <a:ea typeface="微软雅黑" pitchFamily="34" charset="-122"/>
          </a:endParaRPr>
        </a:p>
      </dgm:t>
    </dgm:pt>
    <dgm:pt modelId="{9292B213-E32B-4363-BAD8-3C992D405B81}" type="sibTrans" cxnId="{F274CDC7-93D6-44E6-8D1F-4A76625E6757}">
      <dgm:prSet/>
      <dgm:spPr/>
      <dgm:t>
        <a:bodyPr/>
        <a:lstStyle/>
        <a:p>
          <a:endParaRPr lang="zh-CN" altLang="en-US">
            <a:latin typeface="微软雅黑" pitchFamily="34" charset="-122"/>
            <a:ea typeface="微软雅黑" pitchFamily="34" charset="-122"/>
          </a:endParaRPr>
        </a:p>
      </dgm:t>
    </dgm:pt>
    <dgm:pt modelId="{77737EA7-98F0-4CB2-A01D-6189326038C5}" type="pres">
      <dgm:prSet presAssocID="{AF41F49C-0FBC-4D61-8164-42DCEC93BA67}" presName="Name0" presStyleCnt="0">
        <dgm:presLayoutVars>
          <dgm:chMax val="1"/>
          <dgm:dir/>
          <dgm:animLvl val="ctr"/>
          <dgm:resizeHandles val="exact"/>
        </dgm:presLayoutVars>
      </dgm:prSet>
      <dgm:spPr/>
      <dgm:t>
        <a:bodyPr/>
        <a:lstStyle/>
        <a:p>
          <a:endParaRPr lang="zh-CN" altLang="en-US"/>
        </a:p>
      </dgm:t>
    </dgm:pt>
    <dgm:pt modelId="{1C1CB070-95DD-4E12-8F11-F1379BE85ED5}" type="pres">
      <dgm:prSet presAssocID="{AD09BD2C-7F6A-47E2-A6E6-901F7D5E7597}" presName="centerShape" presStyleLbl="node0" presStyleIdx="0" presStyleCnt="1"/>
      <dgm:spPr/>
      <dgm:t>
        <a:bodyPr/>
        <a:lstStyle/>
        <a:p>
          <a:endParaRPr lang="zh-CN" altLang="en-US"/>
        </a:p>
      </dgm:t>
    </dgm:pt>
    <dgm:pt modelId="{186B011F-2F5C-49BD-8D32-F519A2253C52}" type="pres">
      <dgm:prSet presAssocID="{1E931A45-9641-489B-AF5D-6D33D9635C7D}" presName="node" presStyleLbl="node1" presStyleIdx="0" presStyleCnt="4">
        <dgm:presLayoutVars>
          <dgm:bulletEnabled val="1"/>
        </dgm:presLayoutVars>
      </dgm:prSet>
      <dgm:spPr/>
      <dgm:t>
        <a:bodyPr/>
        <a:lstStyle/>
        <a:p>
          <a:endParaRPr lang="zh-CN" altLang="en-US"/>
        </a:p>
      </dgm:t>
    </dgm:pt>
    <dgm:pt modelId="{51CDC4A5-E850-4748-932F-971CCB237510}" type="pres">
      <dgm:prSet presAssocID="{1E931A45-9641-489B-AF5D-6D33D9635C7D}" presName="dummy" presStyleCnt="0"/>
      <dgm:spPr/>
    </dgm:pt>
    <dgm:pt modelId="{E51C975F-093D-4597-9A77-F3EA151F7CB5}" type="pres">
      <dgm:prSet presAssocID="{D5C054D3-8656-4750-80F9-0C2924836C90}" presName="sibTrans" presStyleLbl="sibTrans2D1" presStyleIdx="0" presStyleCnt="4"/>
      <dgm:spPr/>
      <dgm:t>
        <a:bodyPr/>
        <a:lstStyle/>
        <a:p>
          <a:endParaRPr lang="zh-CN" altLang="en-US"/>
        </a:p>
      </dgm:t>
    </dgm:pt>
    <dgm:pt modelId="{5CA8FFEE-4514-469C-A2D6-52DD2895F1F1}" type="pres">
      <dgm:prSet presAssocID="{8001B0EF-CC6A-4374-B403-573F8CC709F6}" presName="node" presStyleLbl="node1" presStyleIdx="1" presStyleCnt="4">
        <dgm:presLayoutVars>
          <dgm:bulletEnabled val="1"/>
        </dgm:presLayoutVars>
      </dgm:prSet>
      <dgm:spPr/>
      <dgm:t>
        <a:bodyPr/>
        <a:lstStyle/>
        <a:p>
          <a:endParaRPr lang="zh-CN" altLang="en-US"/>
        </a:p>
      </dgm:t>
    </dgm:pt>
    <dgm:pt modelId="{E84B33E5-0B35-4B8E-9182-8D3B361776FA}" type="pres">
      <dgm:prSet presAssocID="{8001B0EF-CC6A-4374-B403-573F8CC709F6}" presName="dummy" presStyleCnt="0"/>
      <dgm:spPr/>
    </dgm:pt>
    <dgm:pt modelId="{AAC4869F-4A54-4015-9420-EC605F0962DB}" type="pres">
      <dgm:prSet presAssocID="{E50F9078-54DE-4E5E-A517-B44B33AB26F3}" presName="sibTrans" presStyleLbl="sibTrans2D1" presStyleIdx="1" presStyleCnt="4"/>
      <dgm:spPr/>
      <dgm:t>
        <a:bodyPr/>
        <a:lstStyle/>
        <a:p>
          <a:endParaRPr lang="zh-CN" altLang="en-US"/>
        </a:p>
      </dgm:t>
    </dgm:pt>
    <dgm:pt modelId="{526E7413-9B59-496B-9918-ECD85ACD62BC}" type="pres">
      <dgm:prSet presAssocID="{306770BE-3E4C-4BB6-A01E-DDDB544727D3}" presName="node" presStyleLbl="node1" presStyleIdx="2" presStyleCnt="4">
        <dgm:presLayoutVars>
          <dgm:bulletEnabled val="1"/>
        </dgm:presLayoutVars>
      </dgm:prSet>
      <dgm:spPr/>
      <dgm:t>
        <a:bodyPr/>
        <a:lstStyle/>
        <a:p>
          <a:endParaRPr lang="zh-CN" altLang="en-US"/>
        </a:p>
      </dgm:t>
    </dgm:pt>
    <dgm:pt modelId="{11AD6D3E-728E-4D06-BBB2-C51F59905F4C}" type="pres">
      <dgm:prSet presAssocID="{306770BE-3E4C-4BB6-A01E-DDDB544727D3}" presName="dummy" presStyleCnt="0"/>
      <dgm:spPr/>
    </dgm:pt>
    <dgm:pt modelId="{E448038E-0C42-40E1-BFC8-640E4C46E215}" type="pres">
      <dgm:prSet presAssocID="{B7CD5A76-9872-484C-85C5-976097C625CC}" presName="sibTrans" presStyleLbl="sibTrans2D1" presStyleIdx="2" presStyleCnt="4"/>
      <dgm:spPr/>
      <dgm:t>
        <a:bodyPr/>
        <a:lstStyle/>
        <a:p>
          <a:endParaRPr lang="zh-CN" altLang="en-US"/>
        </a:p>
      </dgm:t>
    </dgm:pt>
    <dgm:pt modelId="{FB91B04E-6A1A-474A-B2AC-4F8CA3068F41}" type="pres">
      <dgm:prSet presAssocID="{490F79BB-0E0A-4AA5-BB8A-46145C51E72D}" presName="node" presStyleLbl="node1" presStyleIdx="3" presStyleCnt="4">
        <dgm:presLayoutVars>
          <dgm:bulletEnabled val="1"/>
        </dgm:presLayoutVars>
      </dgm:prSet>
      <dgm:spPr/>
      <dgm:t>
        <a:bodyPr/>
        <a:lstStyle/>
        <a:p>
          <a:endParaRPr lang="zh-CN" altLang="en-US"/>
        </a:p>
      </dgm:t>
    </dgm:pt>
    <dgm:pt modelId="{A9B295DB-EC80-4CB6-A704-00322A85848B}" type="pres">
      <dgm:prSet presAssocID="{490F79BB-0E0A-4AA5-BB8A-46145C51E72D}" presName="dummy" presStyleCnt="0"/>
      <dgm:spPr/>
    </dgm:pt>
    <dgm:pt modelId="{2DD88D34-504E-476B-8E07-818730DA9C11}" type="pres">
      <dgm:prSet presAssocID="{9292B213-E32B-4363-BAD8-3C992D405B81}" presName="sibTrans" presStyleLbl="sibTrans2D1" presStyleIdx="3" presStyleCnt="4"/>
      <dgm:spPr/>
      <dgm:t>
        <a:bodyPr/>
        <a:lstStyle/>
        <a:p>
          <a:endParaRPr lang="zh-CN" altLang="en-US"/>
        </a:p>
      </dgm:t>
    </dgm:pt>
  </dgm:ptLst>
  <dgm:cxnLst>
    <dgm:cxn modelId="{364ECEF3-E672-4417-9BD6-D7FB13C12E70}" type="presOf" srcId="{306770BE-3E4C-4BB6-A01E-DDDB544727D3}" destId="{526E7413-9B59-496B-9918-ECD85ACD62BC}" srcOrd="0" destOrd="0" presId="urn:microsoft.com/office/officeart/2005/8/layout/radial6"/>
    <dgm:cxn modelId="{17B69167-B10B-4E20-A88A-1387A0759AE4}" srcId="{AD09BD2C-7F6A-47E2-A6E6-901F7D5E7597}" destId="{306770BE-3E4C-4BB6-A01E-DDDB544727D3}" srcOrd="2" destOrd="0" parTransId="{33DA2E6A-456F-4313-8A1F-FF233035C455}" sibTransId="{B7CD5A76-9872-484C-85C5-976097C625CC}"/>
    <dgm:cxn modelId="{883A2835-45A5-4E3C-B182-E0FA60524D0D}" type="presOf" srcId="{490F79BB-0E0A-4AA5-BB8A-46145C51E72D}" destId="{FB91B04E-6A1A-474A-B2AC-4F8CA3068F41}" srcOrd="0" destOrd="0" presId="urn:microsoft.com/office/officeart/2005/8/layout/radial6"/>
    <dgm:cxn modelId="{8AD7B4EF-CC1D-4C1E-B3B8-DAA4FFB1F058}" type="presOf" srcId="{1E931A45-9641-489B-AF5D-6D33D9635C7D}" destId="{186B011F-2F5C-49BD-8D32-F519A2253C52}" srcOrd="0" destOrd="0" presId="urn:microsoft.com/office/officeart/2005/8/layout/radial6"/>
    <dgm:cxn modelId="{DB535F68-D676-4329-9CBA-1D7A4DBD021E}" type="presOf" srcId="{E50F9078-54DE-4E5E-A517-B44B33AB26F3}" destId="{AAC4869F-4A54-4015-9420-EC605F0962DB}" srcOrd="0" destOrd="0" presId="urn:microsoft.com/office/officeart/2005/8/layout/radial6"/>
    <dgm:cxn modelId="{EFAACAB3-A6C5-441D-99A8-212E25CA5E4B}" type="presOf" srcId="{B7CD5A76-9872-484C-85C5-976097C625CC}" destId="{E448038E-0C42-40E1-BFC8-640E4C46E215}" srcOrd="0" destOrd="0" presId="urn:microsoft.com/office/officeart/2005/8/layout/radial6"/>
    <dgm:cxn modelId="{7AD06174-AAA1-4705-9D82-53C1A20FF8E1}" type="presOf" srcId="{AF41F49C-0FBC-4D61-8164-42DCEC93BA67}" destId="{77737EA7-98F0-4CB2-A01D-6189326038C5}" srcOrd="0" destOrd="0" presId="urn:microsoft.com/office/officeart/2005/8/layout/radial6"/>
    <dgm:cxn modelId="{ECD4A1A0-B45C-47B4-A4DE-EFD7D3F61E4B}" type="presOf" srcId="{9292B213-E32B-4363-BAD8-3C992D405B81}" destId="{2DD88D34-504E-476B-8E07-818730DA9C11}" srcOrd="0" destOrd="0" presId="urn:microsoft.com/office/officeart/2005/8/layout/radial6"/>
    <dgm:cxn modelId="{35BB7ABA-3954-415F-822D-F3658593F274}" type="presOf" srcId="{8001B0EF-CC6A-4374-B403-573F8CC709F6}" destId="{5CA8FFEE-4514-469C-A2D6-52DD2895F1F1}" srcOrd="0" destOrd="0" presId="urn:microsoft.com/office/officeart/2005/8/layout/radial6"/>
    <dgm:cxn modelId="{F274CDC7-93D6-44E6-8D1F-4A76625E6757}" srcId="{AD09BD2C-7F6A-47E2-A6E6-901F7D5E7597}" destId="{490F79BB-0E0A-4AA5-BB8A-46145C51E72D}" srcOrd="3" destOrd="0" parTransId="{6F6EE08E-92F2-440D-A4EB-2401B5757829}" sibTransId="{9292B213-E32B-4363-BAD8-3C992D405B81}"/>
    <dgm:cxn modelId="{CA7FA745-0F20-4433-B655-3A521DD366CE}" type="presOf" srcId="{D5C054D3-8656-4750-80F9-0C2924836C90}" destId="{E51C975F-093D-4597-9A77-F3EA151F7CB5}" srcOrd="0" destOrd="0" presId="urn:microsoft.com/office/officeart/2005/8/layout/radial6"/>
    <dgm:cxn modelId="{DF3AB7B1-B1AA-459E-8649-83037187854D}" type="presOf" srcId="{AD09BD2C-7F6A-47E2-A6E6-901F7D5E7597}" destId="{1C1CB070-95DD-4E12-8F11-F1379BE85ED5}" srcOrd="0" destOrd="0" presId="urn:microsoft.com/office/officeart/2005/8/layout/radial6"/>
    <dgm:cxn modelId="{33AD7165-18BD-442B-B8C5-C92260E1E176}" srcId="{AD09BD2C-7F6A-47E2-A6E6-901F7D5E7597}" destId="{1E931A45-9641-489B-AF5D-6D33D9635C7D}" srcOrd="0" destOrd="0" parTransId="{573F49E5-CD9E-4C64-9C36-5444CEC473BE}" sibTransId="{D5C054D3-8656-4750-80F9-0C2924836C90}"/>
    <dgm:cxn modelId="{E23ACDF0-2901-4136-8658-9A212FFB3775}" srcId="{AD09BD2C-7F6A-47E2-A6E6-901F7D5E7597}" destId="{8001B0EF-CC6A-4374-B403-573F8CC709F6}" srcOrd="1" destOrd="0" parTransId="{B680DD16-94E2-4550-839B-8CF985E7AE2B}" sibTransId="{E50F9078-54DE-4E5E-A517-B44B33AB26F3}"/>
    <dgm:cxn modelId="{DAC9B9C4-2362-4C22-AAE4-54B98C2C1D5D}" srcId="{AF41F49C-0FBC-4D61-8164-42DCEC93BA67}" destId="{AD09BD2C-7F6A-47E2-A6E6-901F7D5E7597}" srcOrd="0" destOrd="0" parTransId="{1035159A-D16F-4782-9E02-03C72BB1698D}" sibTransId="{9B668EB9-E295-40EF-A511-2F522B41C83E}"/>
    <dgm:cxn modelId="{049DCD57-D53B-4642-B8C2-A2A0F8A9E2A6}" type="presParOf" srcId="{77737EA7-98F0-4CB2-A01D-6189326038C5}" destId="{1C1CB070-95DD-4E12-8F11-F1379BE85ED5}" srcOrd="0" destOrd="0" presId="urn:microsoft.com/office/officeart/2005/8/layout/radial6"/>
    <dgm:cxn modelId="{4A711944-534E-4375-B9E6-B5315EDEE1C5}" type="presParOf" srcId="{77737EA7-98F0-4CB2-A01D-6189326038C5}" destId="{186B011F-2F5C-49BD-8D32-F519A2253C52}" srcOrd="1" destOrd="0" presId="urn:microsoft.com/office/officeart/2005/8/layout/radial6"/>
    <dgm:cxn modelId="{004B0AB6-F226-4974-9ED8-138E1FCC6192}" type="presParOf" srcId="{77737EA7-98F0-4CB2-A01D-6189326038C5}" destId="{51CDC4A5-E850-4748-932F-971CCB237510}" srcOrd="2" destOrd="0" presId="urn:microsoft.com/office/officeart/2005/8/layout/radial6"/>
    <dgm:cxn modelId="{FACB1E24-3C34-4C42-AE79-AEAB3846CA15}" type="presParOf" srcId="{77737EA7-98F0-4CB2-A01D-6189326038C5}" destId="{E51C975F-093D-4597-9A77-F3EA151F7CB5}" srcOrd="3" destOrd="0" presId="urn:microsoft.com/office/officeart/2005/8/layout/radial6"/>
    <dgm:cxn modelId="{1703E652-EECD-47C6-850F-39215306E560}" type="presParOf" srcId="{77737EA7-98F0-4CB2-A01D-6189326038C5}" destId="{5CA8FFEE-4514-469C-A2D6-52DD2895F1F1}" srcOrd="4" destOrd="0" presId="urn:microsoft.com/office/officeart/2005/8/layout/radial6"/>
    <dgm:cxn modelId="{8C9219F7-E52B-4C29-A352-89E41D3F45F9}" type="presParOf" srcId="{77737EA7-98F0-4CB2-A01D-6189326038C5}" destId="{E84B33E5-0B35-4B8E-9182-8D3B361776FA}" srcOrd="5" destOrd="0" presId="urn:microsoft.com/office/officeart/2005/8/layout/radial6"/>
    <dgm:cxn modelId="{DC718627-144C-4E6A-AA20-6057D585B90C}" type="presParOf" srcId="{77737EA7-98F0-4CB2-A01D-6189326038C5}" destId="{AAC4869F-4A54-4015-9420-EC605F0962DB}" srcOrd="6" destOrd="0" presId="urn:microsoft.com/office/officeart/2005/8/layout/radial6"/>
    <dgm:cxn modelId="{15D77A3C-C0BB-49FA-9194-8432B4416A81}" type="presParOf" srcId="{77737EA7-98F0-4CB2-A01D-6189326038C5}" destId="{526E7413-9B59-496B-9918-ECD85ACD62BC}" srcOrd="7" destOrd="0" presId="urn:microsoft.com/office/officeart/2005/8/layout/radial6"/>
    <dgm:cxn modelId="{F25FB7C5-9B95-461A-9536-32E05496BF07}" type="presParOf" srcId="{77737EA7-98F0-4CB2-A01D-6189326038C5}" destId="{11AD6D3E-728E-4D06-BBB2-C51F59905F4C}" srcOrd="8" destOrd="0" presId="urn:microsoft.com/office/officeart/2005/8/layout/radial6"/>
    <dgm:cxn modelId="{BEC4E75B-A98A-4E3F-9231-84014AF0E901}" type="presParOf" srcId="{77737EA7-98F0-4CB2-A01D-6189326038C5}" destId="{E448038E-0C42-40E1-BFC8-640E4C46E215}" srcOrd="9" destOrd="0" presId="urn:microsoft.com/office/officeart/2005/8/layout/radial6"/>
    <dgm:cxn modelId="{850C7FC3-7268-4715-A58E-890D05622C0A}" type="presParOf" srcId="{77737EA7-98F0-4CB2-A01D-6189326038C5}" destId="{FB91B04E-6A1A-474A-B2AC-4F8CA3068F41}" srcOrd="10" destOrd="0" presId="urn:microsoft.com/office/officeart/2005/8/layout/radial6"/>
    <dgm:cxn modelId="{671E3276-11FB-4F5E-BFAA-CC0FFB872374}" type="presParOf" srcId="{77737EA7-98F0-4CB2-A01D-6189326038C5}" destId="{A9B295DB-EC80-4CB6-A704-00322A85848B}" srcOrd="11" destOrd="0" presId="urn:microsoft.com/office/officeart/2005/8/layout/radial6"/>
    <dgm:cxn modelId="{32480C1B-516B-43AA-B35F-F9640C656143}" type="presParOf" srcId="{77737EA7-98F0-4CB2-A01D-6189326038C5}" destId="{2DD88D34-504E-476B-8E07-818730DA9C11}"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D88D34-504E-476B-8E07-818730DA9C11}">
      <dsp:nvSpPr>
        <dsp:cNvPr id="0" name=""/>
        <dsp:cNvSpPr/>
      </dsp:nvSpPr>
      <dsp:spPr>
        <a:xfrm>
          <a:off x="881195" y="400006"/>
          <a:ext cx="2669738" cy="2669738"/>
        </a:xfrm>
        <a:prstGeom prst="blockArc">
          <a:avLst>
            <a:gd name="adj1" fmla="val 10800000"/>
            <a:gd name="adj2" fmla="val 16200000"/>
            <a:gd name="adj3" fmla="val 4641"/>
          </a:avLst>
        </a:prstGeom>
        <a:solidFill>
          <a:schemeClr val="accent5">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sp>
    <dsp:sp modelId="{E448038E-0C42-40E1-BFC8-640E4C46E215}">
      <dsp:nvSpPr>
        <dsp:cNvPr id="0" name=""/>
        <dsp:cNvSpPr/>
      </dsp:nvSpPr>
      <dsp:spPr>
        <a:xfrm>
          <a:off x="881195" y="400006"/>
          <a:ext cx="2669738" cy="2669738"/>
        </a:xfrm>
        <a:prstGeom prst="blockArc">
          <a:avLst>
            <a:gd name="adj1" fmla="val 5400000"/>
            <a:gd name="adj2" fmla="val 10800000"/>
            <a:gd name="adj3" fmla="val 4641"/>
          </a:avLst>
        </a:prstGeom>
        <a:solidFill>
          <a:schemeClr val="accent4">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sp>
    <dsp:sp modelId="{AAC4869F-4A54-4015-9420-EC605F0962DB}">
      <dsp:nvSpPr>
        <dsp:cNvPr id="0" name=""/>
        <dsp:cNvSpPr/>
      </dsp:nvSpPr>
      <dsp:spPr>
        <a:xfrm>
          <a:off x="881195" y="400006"/>
          <a:ext cx="2669738" cy="2669738"/>
        </a:xfrm>
        <a:prstGeom prst="blockArc">
          <a:avLst>
            <a:gd name="adj1" fmla="val 0"/>
            <a:gd name="adj2" fmla="val 5400000"/>
            <a:gd name="adj3" fmla="val 4641"/>
          </a:avLst>
        </a:prstGeom>
        <a:solidFill>
          <a:schemeClr val="accent3">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sp>
    <dsp:sp modelId="{E51C975F-093D-4597-9A77-F3EA151F7CB5}">
      <dsp:nvSpPr>
        <dsp:cNvPr id="0" name=""/>
        <dsp:cNvSpPr/>
      </dsp:nvSpPr>
      <dsp:spPr>
        <a:xfrm>
          <a:off x="881195" y="400006"/>
          <a:ext cx="2669738" cy="2669738"/>
        </a:xfrm>
        <a:prstGeom prst="blockArc">
          <a:avLst>
            <a:gd name="adj1" fmla="val 16200000"/>
            <a:gd name="adj2" fmla="val 0"/>
            <a:gd name="adj3" fmla="val 4641"/>
          </a:avLst>
        </a:prstGeom>
        <a:solidFill>
          <a:schemeClr val="accent2">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sp>
    <dsp:sp modelId="{1C1CB070-95DD-4E12-8F11-F1379BE85ED5}">
      <dsp:nvSpPr>
        <dsp:cNvPr id="0" name=""/>
        <dsp:cNvSpPr/>
      </dsp:nvSpPr>
      <dsp:spPr>
        <a:xfrm>
          <a:off x="1601453" y="1120263"/>
          <a:ext cx="1229223" cy="1229223"/>
        </a:xfrm>
        <a:prstGeom prst="ellipse">
          <a:avLst/>
        </a:prstGeom>
        <a:solidFill>
          <a:schemeClr val="accen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kern="1200" dirty="0">
              <a:latin typeface="微软雅黑" pitchFamily="34" charset="-122"/>
              <a:ea typeface="微软雅黑" pitchFamily="34" charset="-122"/>
            </a:rPr>
            <a:t>信息工作者</a:t>
          </a:r>
        </a:p>
      </dsp:txBody>
      <dsp:txXfrm>
        <a:off x="1781469" y="1300279"/>
        <a:ext cx="869191" cy="869191"/>
      </dsp:txXfrm>
    </dsp:sp>
    <dsp:sp modelId="{186B011F-2F5C-49BD-8D32-F519A2253C52}">
      <dsp:nvSpPr>
        <dsp:cNvPr id="0" name=""/>
        <dsp:cNvSpPr/>
      </dsp:nvSpPr>
      <dsp:spPr>
        <a:xfrm>
          <a:off x="1785836" y="754"/>
          <a:ext cx="860456" cy="860456"/>
        </a:xfrm>
        <a:prstGeom prst="ellipse">
          <a:avLst/>
        </a:prstGeom>
        <a:solidFill>
          <a:schemeClr val="accent2">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CN" altLang="en-US" sz="1900" kern="1200" dirty="0">
              <a:latin typeface="微软雅黑" pitchFamily="34" charset="-122"/>
              <a:ea typeface="微软雅黑" pitchFamily="34" charset="-122"/>
            </a:rPr>
            <a:t>沟通</a:t>
          </a:r>
        </a:p>
      </dsp:txBody>
      <dsp:txXfrm>
        <a:off x="1911847" y="126765"/>
        <a:ext cx="608434" cy="608434"/>
      </dsp:txXfrm>
    </dsp:sp>
    <dsp:sp modelId="{5CA8FFEE-4514-469C-A2D6-52DD2895F1F1}">
      <dsp:nvSpPr>
        <dsp:cNvPr id="0" name=""/>
        <dsp:cNvSpPr/>
      </dsp:nvSpPr>
      <dsp:spPr>
        <a:xfrm>
          <a:off x="3089729" y="1304647"/>
          <a:ext cx="860456" cy="860456"/>
        </a:xfrm>
        <a:prstGeom prst="ellipse">
          <a:avLst/>
        </a:prstGeom>
        <a:solidFill>
          <a:schemeClr val="accent3">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CN" altLang="en-US" sz="1900" kern="1200" dirty="0">
              <a:latin typeface="微软雅黑" pitchFamily="34" charset="-122"/>
              <a:ea typeface="微软雅黑" pitchFamily="34" charset="-122"/>
            </a:rPr>
            <a:t>交付</a:t>
          </a:r>
        </a:p>
      </dsp:txBody>
      <dsp:txXfrm>
        <a:off x="3215740" y="1430658"/>
        <a:ext cx="608434" cy="608434"/>
      </dsp:txXfrm>
    </dsp:sp>
    <dsp:sp modelId="{526E7413-9B59-496B-9918-ECD85ACD62BC}">
      <dsp:nvSpPr>
        <dsp:cNvPr id="0" name=""/>
        <dsp:cNvSpPr/>
      </dsp:nvSpPr>
      <dsp:spPr>
        <a:xfrm>
          <a:off x="1785836" y="2608540"/>
          <a:ext cx="860456" cy="860456"/>
        </a:xfrm>
        <a:prstGeom prst="ellipse">
          <a:avLst/>
        </a:prstGeom>
        <a:solidFill>
          <a:schemeClr val="accent4">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CN" altLang="en-US" sz="1900" kern="1200" dirty="0">
              <a:latin typeface="微软雅黑" pitchFamily="34" charset="-122"/>
              <a:ea typeface="微软雅黑" pitchFamily="34" charset="-122"/>
            </a:rPr>
            <a:t>报告</a:t>
          </a:r>
        </a:p>
      </dsp:txBody>
      <dsp:txXfrm>
        <a:off x="1911847" y="2734551"/>
        <a:ext cx="608434" cy="608434"/>
      </dsp:txXfrm>
    </dsp:sp>
    <dsp:sp modelId="{FB91B04E-6A1A-474A-B2AC-4F8CA3068F41}">
      <dsp:nvSpPr>
        <dsp:cNvPr id="0" name=""/>
        <dsp:cNvSpPr/>
      </dsp:nvSpPr>
      <dsp:spPr>
        <a:xfrm>
          <a:off x="481943" y="1304647"/>
          <a:ext cx="860456" cy="860456"/>
        </a:xfrm>
        <a:prstGeom prst="ellipse">
          <a:avLst/>
        </a:prstGeom>
        <a:solidFill>
          <a:schemeClr val="accent5">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CN" altLang="en-US" sz="1900" kern="1200" dirty="0">
              <a:latin typeface="微软雅黑" pitchFamily="34" charset="-122"/>
              <a:ea typeface="微软雅黑" pitchFamily="34" charset="-122"/>
            </a:rPr>
            <a:t>发现</a:t>
          </a:r>
        </a:p>
      </dsp:txBody>
      <dsp:txXfrm>
        <a:off x="607954" y="1430658"/>
        <a:ext cx="608434" cy="608434"/>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E219B1A-AE41-483B-A766-69B9363DDA6A}" type="datetimeFigureOut">
              <a:rPr lang="en-US" smtClean="0"/>
              <a:t>10/27/2021</a:t>
            </a:fld>
            <a:endParaRPr lang="en-US"/>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t>‹#›</a:t>
            </a:fld>
            <a:endParaRPr lang="en-US"/>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9" name="Slide Image Placeholder 8"/>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800"/>
            </a:lvl1pPr>
          </a:lstStyle>
          <a:p>
            <a:pPr defTabSz="914099" eaLnBrk="0" hangingPunct="0"/>
            <a:r>
              <a:rPr lang="en-US">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1B1278-D92B-4AF3-A9C1-71DD298190CE}" type="datetimeFigureOut">
              <a:rPr lang="en-US" smtClean="0"/>
              <a:t>10/27/2021</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vl1pPr>
          </a:lstStyle>
          <a:p>
            <a:fld id="{B4008EB6-D09E-4580-8CD6-DDB14511944F}" type="slidenum">
              <a:rPr lang="en-US" smtClean="0"/>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3" rtl="0" eaLnBrk="1" latinLnBrk="0" hangingPunct="1">
      <a:lnSpc>
        <a:spcPct val="90000"/>
      </a:lnSpc>
      <a:spcAft>
        <a:spcPts val="333"/>
      </a:spcAft>
      <a:defRPr sz="900" kern="1200">
        <a:solidFill>
          <a:schemeClr val="tx1"/>
        </a:solidFill>
        <a:latin typeface="Segoe UI Light"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kern="1200" dirty="0">
              <a:solidFill>
                <a:schemeClr val="tx1"/>
              </a:solidFill>
              <a:effectLst/>
              <a:latin typeface="Segoe UI Light" pitchFamily="34" charset="0"/>
              <a:ea typeface="+mn-ea"/>
              <a:cs typeface="+mn-cs"/>
            </a:endParaRPr>
          </a:p>
        </p:txBody>
      </p:sp>
      <p:sp>
        <p:nvSpPr>
          <p:cNvPr id="4" name="Slide Number Placeholder 3"/>
          <p:cNvSpPr>
            <a:spLocks noGrp="1"/>
          </p:cNvSpPr>
          <p:nvPr>
            <p:ph type="sldNum" sz="quarter" idx="10"/>
          </p:nvPr>
        </p:nvSpPr>
        <p:spPr/>
        <p:txBody>
          <a:bodyPr/>
          <a:lstStyle/>
          <a:p>
            <a:fld id="{F6F6F146-2F6B-42A1-8AC9-59FC5B984828}"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13821191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8144" y="382892"/>
            <a:ext cx="11422856" cy="914096"/>
          </a:xfrm>
        </p:spPr>
        <p:txBody>
          <a:bodyPr anchor="ctr" anchorCtr="0"/>
          <a:lstStyle>
            <a:lvl1pPr>
              <a:defRPr sz="6600" spc="-150" baseline="0"/>
            </a:lvl1pPr>
          </a:lstStyle>
          <a:p>
            <a:r>
              <a:rPr lang="en-US" dirty="0"/>
              <a:t>Click to edit title style</a:t>
            </a:r>
          </a:p>
        </p:txBody>
      </p:sp>
      <p:sp>
        <p:nvSpPr>
          <p:cNvPr id="5" name="Text Placeholder 4"/>
          <p:cNvSpPr>
            <a:spLocks noGrp="1"/>
          </p:cNvSpPr>
          <p:nvPr>
            <p:ph type="body" sz="quarter" idx="12" hasCustomPrompt="1"/>
          </p:nvPr>
        </p:nvSpPr>
        <p:spPr>
          <a:xfrm>
            <a:off x="4560095" y="1463675"/>
            <a:ext cx="7289006" cy="498598"/>
          </a:xfrm>
        </p:spPr>
        <p:txBody>
          <a:bodyPr>
            <a:spAutoFit/>
          </a:bodyPr>
          <a:lstStyle>
            <a:lvl1pPr marL="0" indent="0">
              <a:spcBef>
                <a:spcPts val="0"/>
              </a:spcBef>
              <a:buNone/>
              <a:defRPr spc="-70" baseline="0">
                <a:solidFill>
                  <a:schemeClr val="bg1"/>
                </a:solidFill>
                <a:latin typeface="+mj-lt"/>
              </a:defRPr>
            </a:lvl1pPr>
          </a:lstStyle>
          <a:p>
            <a:pPr lvl="0"/>
            <a:r>
              <a:rPr lang="en-US" dirty="0"/>
              <a:t>Speaker name  |  Title</a:t>
            </a:r>
          </a:p>
        </p:txBody>
      </p:sp>
      <p:sp>
        <p:nvSpPr>
          <p:cNvPr id="80" name="Trapezoid 79"/>
          <p:cNvSpPr/>
          <p:nvPr/>
        </p:nvSpPr>
        <p:spPr bwMode="auto">
          <a:xfrm rot="16200000">
            <a:off x="8161281" y="2485866"/>
            <a:ext cx="3548742" cy="3530012"/>
          </a:xfrm>
          <a:prstGeom prst="trapezoid">
            <a:avLst>
              <a:gd name="adj" fmla="val 14125"/>
            </a:avLst>
          </a:prstGeom>
          <a:solidFill>
            <a:schemeClr val="accent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81" name="TextBox 80"/>
          <p:cNvSpPr txBox="1"/>
          <p:nvPr/>
        </p:nvSpPr>
        <p:spPr bwMode="white">
          <a:xfrm>
            <a:off x="8318125" y="3798188"/>
            <a:ext cx="3287760" cy="923330"/>
          </a:xfrm>
          <a:prstGeom prst="rect">
            <a:avLst/>
          </a:prstGeom>
          <a:noFill/>
        </p:spPr>
        <p:txBody>
          <a:bodyPr wrap="none" lIns="0" tIns="0" rIns="0" bIns="0" rtlCol="0">
            <a:spAutoFit/>
          </a:bodyPr>
          <a:lstStyle/>
          <a:p>
            <a:r>
              <a:rPr lang="zh-CN" altLang="en-US" sz="6000" dirty="0">
                <a:latin typeface="+mj-lt"/>
              </a:rPr>
              <a:t>探究</a:t>
            </a:r>
            <a:r>
              <a:rPr lang="zh-CN" altLang="en-US" sz="6000" baseline="0" dirty="0">
                <a:latin typeface="+mj-lt"/>
              </a:rPr>
              <a:t> 体验</a:t>
            </a:r>
            <a:endParaRPr lang="en-US" sz="6000" dirty="0">
              <a:latin typeface="+mj-lt"/>
            </a:endParaRPr>
          </a:p>
        </p:txBody>
      </p:sp>
    </p:spTree>
    <p:extLst>
      <p:ext uri="{BB962C8B-B14F-4D97-AF65-F5344CB8AC3E}">
        <p14:creationId xmlns:p14="http://schemas.microsoft.com/office/powerpoint/2010/main" val="374606409"/>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2" y="1447799"/>
            <a:ext cx="11149013" cy="1975926"/>
          </a:xfrm>
          <a:prstGeom prst="rect">
            <a:avLst/>
          </a:prstGeom>
        </p:spPr>
        <p:txBody>
          <a:bodyPr/>
          <a:lstStyle>
            <a:lvl1pPr marL="0" indent="0">
              <a:spcBef>
                <a:spcPts val="2400"/>
              </a:spcBef>
              <a:buNone/>
              <a:defRPr sz="4000">
                <a:solidFill>
                  <a:schemeClr val="bg2">
                    <a:lumMod val="65000"/>
                    <a:lumOff val="35000"/>
                  </a:schemeClr>
                </a:solidFill>
                <a:latin typeface="+mj-lt"/>
              </a:defRPr>
            </a:lvl1pPr>
            <a:lvl2pPr marL="0" indent="0">
              <a:buNone/>
              <a:defRPr sz="2000">
                <a:solidFill>
                  <a:schemeClr val="bg2">
                    <a:lumMod val="65000"/>
                    <a:lumOff val="35000"/>
                  </a:schemeClr>
                </a:solidFill>
              </a:defRPr>
            </a:lvl2pPr>
            <a:lvl3pPr marL="231775" indent="0">
              <a:buNone/>
              <a:defRPr sz="2000">
                <a:solidFill>
                  <a:schemeClr val="bg2">
                    <a:lumMod val="65000"/>
                    <a:lumOff val="35000"/>
                  </a:schemeClr>
                </a:solidFill>
              </a:defRPr>
            </a:lvl3pPr>
            <a:lvl4pPr marL="457200" indent="0">
              <a:buNone/>
              <a:defRPr sz="2000">
                <a:solidFill>
                  <a:schemeClr val="bg2">
                    <a:lumMod val="65000"/>
                    <a:lumOff val="35000"/>
                  </a:schemeClr>
                </a:solidFill>
              </a:defRPr>
            </a:lvl4pPr>
            <a:lvl5pPr marL="693738" indent="0">
              <a:buNone/>
              <a:defRPr sz="2000">
                <a:solidFill>
                  <a:schemeClr val="bg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94319880"/>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520700" y="1447800"/>
            <a:ext cx="5394960" cy="2351413"/>
          </a:xfrm>
        </p:spPr>
        <p:txBody>
          <a:bodyPr>
            <a:spAutoFit/>
          </a:bodyPr>
          <a:lstStyle>
            <a:lvl1pPr marL="292100" indent="-292100">
              <a:spcBef>
                <a:spcPts val="1200"/>
              </a:spcBef>
              <a:buClr>
                <a:schemeClr val="tx1"/>
              </a:buClr>
              <a:buFont typeface="Wingdings" pitchFamily="2" charset="2"/>
              <a:buChar char=""/>
              <a:defRPr/>
            </a:lvl1pPr>
            <a:lvl2pPr marL="520700" indent="-228600">
              <a:defRPr sz="2000"/>
            </a:lvl2pPr>
            <a:lvl3pPr marL="685800" indent="-165100">
              <a:tabLst/>
              <a:defRPr sz="2000"/>
            </a:lvl3pPr>
            <a:lvl4pPr marL="863600" indent="-177800">
              <a:defRPr/>
            </a:lvl4pPr>
            <a:lvl5pPr marL="1028700" indent="-165100">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1"/>
          </p:nvPr>
        </p:nvSpPr>
        <p:spPr>
          <a:xfrm>
            <a:off x="6277928" y="1447800"/>
            <a:ext cx="5394960" cy="2351413"/>
          </a:xfrm>
        </p:spPr>
        <p:txBody>
          <a:bodyPr>
            <a:spAutoFit/>
          </a:bodyPr>
          <a:lstStyle>
            <a:lvl1pPr marL="339725" indent="-339725">
              <a:spcBef>
                <a:spcPts val="1200"/>
              </a:spcBef>
              <a:buFont typeface="Wingdings" pitchFamily="2" charset="2"/>
              <a:buChar char=""/>
              <a:defRPr lang="en-US" sz="3600" kern="1200" spc="-70" baseline="0" dirty="0" smtClean="0">
                <a:solidFill>
                  <a:schemeClr val="bg2">
                    <a:lumMod val="65000"/>
                    <a:lumOff val="35000"/>
                  </a:schemeClr>
                </a:solidFill>
                <a:latin typeface="+mj-lt"/>
                <a:ea typeface="+mn-ea"/>
                <a:cs typeface="+mn-cs"/>
              </a:defRPr>
            </a:lvl1pPr>
            <a:lvl2pPr marL="635000" indent="-342900">
              <a:defRPr lang="en-US" sz="2000" kern="1200" spc="0" baseline="0" dirty="0" smtClean="0">
                <a:solidFill>
                  <a:schemeClr val="bg2">
                    <a:lumMod val="65000"/>
                    <a:lumOff val="35000"/>
                  </a:schemeClr>
                </a:solidFill>
                <a:latin typeface="+mn-lt"/>
                <a:ea typeface="+mn-ea"/>
                <a:cs typeface="+mn-cs"/>
              </a:defRPr>
            </a:lvl2pPr>
            <a:lvl3pPr marL="863600" indent="-342900">
              <a:defRPr lang="en-US" sz="2000" kern="1200" spc="0" baseline="0" dirty="0" smtClean="0">
                <a:solidFill>
                  <a:schemeClr val="bg2">
                    <a:lumMod val="65000"/>
                    <a:lumOff val="35000"/>
                  </a:schemeClr>
                </a:solidFill>
                <a:latin typeface="+mn-lt"/>
                <a:ea typeface="+mn-ea"/>
                <a:cs typeface="+mn-cs"/>
              </a:defRPr>
            </a:lvl3pPr>
            <a:lvl4pPr marL="1028700" indent="-342900">
              <a:defRPr lang="en-US" sz="2000" kern="1200" spc="0" baseline="0" dirty="0" smtClean="0">
                <a:solidFill>
                  <a:schemeClr val="bg2">
                    <a:lumMod val="65000"/>
                    <a:lumOff val="35000"/>
                  </a:schemeClr>
                </a:solidFill>
                <a:latin typeface="+mn-lt"/>
                <a:ea typeface="+mn-ea"/>
                <a:cs typeface="+mn-cs"/>
              </a:defRPr>
            </a:lvl4pPr>
            <a:lvl5pPr marL="1206500" indent="-342900">
              <a:defRPr lang="en-US" sz="2000" kern="1200" spc="0" baseline="0" dirty="0">
                <a:solidFill>
                  <a:schemeClr val="bg2">
                    <a:lumMod val="65000"/>
                    <a:lumOff val="35000"/>
                  </a:schemeClr>
                </a:solidFill>
                <a:latin typeface="+mn-lt"/>
                <a:ea typeface="+mn-ea"/>
                <a:cs typeface="+mn-cs"/>
              </a:defRPr>
            </a:lvl5pPr>
          </a:lstStyle>
          <a:p>
            <a:pPr marL="292100" marR="0" lvl="0" indent="-292100" algn="l" defTabSz="914363" rtl="0" eaLnBrk="1" fontAlgn="auto" latinLnBrk="0" hangingPunct="1">
              <a:lnSpc>
                <a:spcPct val="90000"/>
              </a:lnSpc>
              <a:spcBef>
                <a:spcPct val="20000"/>
              </a:spcBef>
              <a:spcAft>
                <a:spcPts val="0"/>
              </a:spcAft>
              <a:buClr>
                <a:schemeClr val="tx1"/>
              </a:buClr>
              <a:buSzPct val="90000"/>
              <a:buFont typeface="Wingdings" pitchFamily="2" charset="2"/>
              <a:buChar char=""/>
              <a:tabLst/>
            </a:pPr>
            <a:r>
              <a:rPr lang="en-US" dirty="0"/>
              <a:t>Click to edit Master text styles</a:t>
            </a:r>
          </a:p>
          <a:p>
            <a:pPr marL="520700" marR="0" lvl="1" indent="-2286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a:t>Second level</a:t>
            </a:r>
          </a:p>
          <a:p>
            <a:pPr marL="685800" marR="0" lvl="2" indent="-1651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a:t>Third level</a:t>
            </a:r>
          </a:p>
          <a:p>
            <a:pPr marL="863600" marR="0" lvl="3" indent="-1778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a:t>Fourth level</a:t>
            </a:r>
          </a:p>
          <a:p>
            <a:pPr marL="1028700" marR="0" lvl="4" indent="-1651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a:t>Fifth level</a:t>
            </a:r>
          </a:p>
        </p:txBody>
      </p:sp>
    </p:spTree>
    <p:extLst>
      <p:ext uri="{BB962C8B-B14F-4D97-AF65-F5344CB8AC3E}">
        <p14:creationId xmlns:p14="http://schemas.microsoft.com/office/powerpoint/2010/main" val="1071215095"/>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520700" y="1447800"/>
            <a:ext cx="5394960" cy="2462213"/>
          </a:xfrm>
        </p:spPr>
        <p:txBody>
          <a:bodyPr/>
          <a:lstStyle>
            <a:lvl1pPr marL="0" indent="0">
              <a:spcBef>
                <a:spcPts val="1200"/>
              </a:spcBef>
              <a:buNone/>
              <a:defRPr sz="4000">
                <a:gradFill>
                  <a:gsLst>
                    <a:gs pos="100000">
                      <a:schemeClr val="tx2"/>
                    </a:gs>
                    <a:gs pos="0">
                      <a:schemeClr val="tx2"/>
                    </a:gs>
                  </a:gsLst>
                  <a:lin ang="5400000" scaled="0"/>
                </a:gradFill>
                <a:latin typeface="+mj-lt"/>
              </a:defRPr>
            </a:lvl1pPr>
            <a:lvl2pPr marL="0" indent="0">
              <a:buNone/>
              <a:defRPr sz="2000"/>
            </a:lvl2pPr>
            <a:lvl3pPr marL="233363" indent="0">
              <a:buNone/>
              <a:defRPr sz="2000"/>
            </a:lvl3pPr>
            <a:lvl4pPr marL="457200" indent="0">
              <a:buNone/>
              <a:defRPr sz="2000"/>
            </a:lvl4pPr>
            <a:lvl5pPr marL="693738" indent="0">
              <a:buNone/>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2"/>
          </p:nvPr>
        </p:nvSpPr>
        <p:spPr>
          <a:xfrm>
            <a:off x="6277928" y="1447800"/>
            <a:ext cx="5394960"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31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2pPr>
            <a:lvl3pPr marL="233363"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3pPr>
            <a:lvl4pPr marL="4603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4pPr>
            <a:lvl5pPr marL="687388"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a:solidFill>
                  <a:schemeClr val="bg2">
                    <a:lumMod val="65000"/>
                    <a:lumOff val="35000"/>
                  </a:schemeClr>
                </a:solidFill>
                <a:latin typeface="+mn-lt"/>
                <a:ea typeface="+mn-ea"/>
                <a:cs typeface="+mn-cs"/>
              </a:defRPr>
            </a:lvl5pPr>
          </a:lstStyle>
          <a:p>
            <a:pPr marL="0" marR="0" lvl="0"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dirty="0"/>
              <a:t>Click to edit Master text styles</a:t>
            </a:r>
          </a:p>
          <a:p>
            <a:pPr marL="0" marR="0" lvl="1"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a:t>Second level</a:t>
            </a:r>
          </a:p>
          <a:p>
            <a:pPr marL="233363" marR="0" lvl="2"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pPr>
            <a:r>
              <a:rPr lang="en-US" dirty="0"/>
              <a:t>Third level</a:t>
            </a:r>
          </a:p>
          <a:p>
            <a:pPr marL="457200" marR="0" lvl="3"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a:t>Fourth level</a:t>
            </a:r>
          </a:p>
          <a:p>
            <a:pPr marL="693738" marR="0" lvl="4"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pPr>
            <a:r>
              <a:rPr lang="en-US" dirty="0"/>
              <a:t>Fifth level</a:t>
            </a:r>
          </a:p>
        </p:txBody>
      </p:sp>
    </p:spTree>
    <p:extLst>
      <p:ext uri="{BB962C8B-B14F-4D97-AF65-F5344CB8AC3E}">
        <p14:creationId xmlns:p14="http://schemas.microsoft.com/office/powerpoint/2010/main" val="2343971732"/>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520700" y="1447800"/>
            <a:ext cx="5394960"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0" indent="0">
              <a:buNone/>
              <a:defRPr sz="2000">
                <a:solidFill>
                  <a:schemeClr val="bg2">
                    <a:lumMod val="65000"/>
                    <a:lumOff val="35000"/>
                  </a:schemeClr>
                </a:solidFill>
              </a:defRPr>
            </a:lvl2pPr>
            <a:lvl3pPr marL="233363" indent="0">
              <a:buNone/>
              <a:defRPr sz="2000">
                <a:solidFill>
                  <a:schemeClr val="bg2">
                    <a:lumMod val="65000"/>
                    <a:lumOff val="35000"/>
                  </a:schemeClr>
                </a:solidFill>
              </a:defRPr>
            </a:lvl3pPr>
            <a:lvl4pPr marL="457200" indent="0">
              <a:buNone/>
              <a:defRPr sz="2000">
                <a:solidFill>
                  <a:schemeClr val="bg2">
                    <a:lumMod val="65000"/>
                    <a:lumOff val="35000"/>
                  </a:schemeClr>
                </a:solidFill>
              </a:defRPr>
            </a:lvl4pPr>
            <a:lvl5pPr marL="693738" indent="0">
              <a:buNone/>
              <a:defRPr sz="2000">
                <a:solidFill>
                  <a:schemeClr val="bg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2"/>
          </p:nvPr>
        </p:nvSpPr>
        <p:spPr>
          <a:xfrm>
            <a:off x="6277928" y="1447800"/>
            <a:ext cx="5394960"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31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2pPr>
            <a:lvl3pPr marL="233363"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3pPr>
            <a:lvl4pPr marL="4603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4pPr>
            <a:lvl5pPr marL="687388"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a:solidFill>
                  <a:schemeClr val="bg2">
                    <a:lumMod val="65000"/>
                    <a:lumOff val="35000"/>
                  </a:schemeClr>
                </a:solidFill>
                <a:latin typeface="+mn-lt"/>
                <a:ea typeface="+mn-ea"/>
                <a:cs typeface="+mn-cs"/>
              </a:defRPr>
            </a:lvl5pPr>
          </a:lstStyle>
          <a:p>
            <a:pPr marL="0" marR="0" lvl="0"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dirty="0"/>
              <a:t>Click to edit Master text styles</a:t>
            </a:r>
          </a:p>
          <a:p>
            <a:pPr marL="0" marR="0" lvl="1"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a:t>Second level</a:t>
            </a:r>
          </a:p>
          <a:p>
            <a:pPr marL="233363" marR="0" lvl="2"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pPr>
            <a:r>
              <a:rPr lang="en-US" dirty="0"/>
              <a:t>Third level</a:t>
            </a:r>
          </a:p>
          <a:p>
            <a:pPr marL="457200" marR="0" lvl="3"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a:t>Fourth level</a:t>
            </a:r>
          </a:p>
          <a:p>
            <a:pPr marL="693738" marR="0" lvl="4"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pPr>
            <a:r>
              <a:rPr lang="en-US" dirty="0"/>
              <a:t>Fifth level</a:t>
            </a:r>
          </a:p>
        </p:txBody>
      </p:sp>
    </p:spTree>
    <p:extLst>
      <p:ext uri="{BB962C8B-B14F-4D97-AF65-F5344CB8AC3E}">
        <p14:creationId xmlns:p14="http://schemas.microsoft.com/office/powerpoint/2010/main" val="239248486"/>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148992370"/>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4391231"/>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Half red">
    <p:spTree>
      <p:nvGrpSpPr>
        <p:cNvPr id="1" name=""/>
        <p:cNvGrpSpPr/>
        <p:nvPr/>
      </p:nvGrpSpPr>
      <p:grpSpPr>
        <a:xfrm>
          <a:off x="0" y="0"/>
          <a:ext cx="0" cy="0"/>
          <a:chOff x="0" y="0"/>
          <a:chExt cx="0" cy="0"/>
        </a:xfrm>
      </p:grpSpPr>
      <p:sp>
        <p:nvSpPr>
          <p:cNvPr id="2" name="Rectangle 1"/>
          <p:cNvSpPr/>
          <p:nvPr userDrawn="1"/>
        </p:nvSpPr>
        <p:spPr bwMode="ltGray">
          <a:xfrm>
            <a:off x="0" y="0"/>
            <a:ext cx="6091237"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2070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a:t>Click to edit Master text styles</a:t>
            </a:r>
          </a:p>
        </p:txBody>
      </p:sp>
      <p:sp>
        <p:nvSpPr>
          <p:cNvPr id="3" name="Title 2"/>
          <p:cNvSpPr>
            <a:spLocks noGrp="1"/>
          </p:cNvSpPr>
          <p:nvPr>
            <p:ph type="title" hasCustomPrompt="1"/>
          </p:nvPr>
        </p:nvSpPr>
        <p:spPr>
          <a:xfrm>
            <a:off x="520700" y="1460812"/>
            <a:ext cx="5207868" cy="553998"/>
          </a:xfrm>
        </p:spPr>
        <p:txBody>
          <a:bodyPr/>
          <a:lstStyle>
            <a:lvl1pPr>
              <a:defRPr sz="4000">
                <a:solidFill>
                  <a:schemeClr val="tx1"/>
                </a:solidFill>
              </a:defRPr>
            </a:lvl1pPr>
          </a:lstStyle>
          <a:p>
            <a:r>
              <a:rPr lang="en-US" dirty="0"/>
              <a:t>Click to edit title style</a:t>
            </a:r>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2624551080"/>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 blue">
    <p:spTree>
      <p:nvGrpSpPr>
        <p:cNvPr id="1" name=""/>
        <p:cNvGrpSpPr/>
        <p:nvPr/>
      </p:nvGrpSpPr>
      <p:grpSpPr>
        <a:xfrm>
          <a:off x="0" y="0"/>
          <a:ext cx="0" cy="0"/>
          <a:chOff x="0" y="0"/>
          <a:chExt cx="0" cy="0"/>
        </a:xfrm>
      </p:grpSpPr>
      <p:sp>
        <p:nvSpPr>
          <p:cNvPr id="2" name="Rectangle 1"/>
          <p:cNvSpPr/>
          <p:nvPr userDrawn="1"/>
        </p:nvSpPr>
        <p:spPr bwMode="ltGray">
          <a:xfrm>
            <a:off x="0" y="0"/>
            <a:ext cx="6091237"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2070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a:t>Click to edit Master text styles</a:t>
            </a:r>
          </a:p>
        </p:txBody>
      </p:sp>
      <p:sp>
        <p:nvSpPr>
          <p:cNvPr id="3" name="Title 2"/>
          <p:cNvSpPr>
            <a:spLocks noGrp="1"/>
          </p:cNvSpPr>
          <p:nvPr>
            <p:ph type="title" hasCustomPrompt="1"/>
          </p:nvPr>
        </p:nvSpPr>
        <p:spPr>
          <a:xfrm>
            <a:off x="520700" y="1460812"/>
            <a:ext cx="5207868" cy="553998"/>
          </a:xfrm>
        </p:spPr>
        <p:txBody>
          <a:bodyPr/>
          <a:lstStyle>
            <a:lvl1pPr>
              <a:defRPr sz="4000">
                <a:solidFill>
                  <a:schemeClr val="tx1"/>
                </a:solidFill>
              </a:defRPr>
            </a:lvl1pPr>
          </a:lstStyle>
          <a:p>
            <a:r>
              <a:rPr lang="en-US" dirty="0"/>
              <a:t>Click to edit title style</a:t>
            </a:r>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1578630741"/>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Half - green">
    <p:spTree>
      <p:nvGrpSpPr>
        <p:cNvPr id="1" name=""/>
        <p:cNvGrpSpPr/>
        <p:nvPr/>
      </p:nvGrpSpPr>
      <p:grpSpPr>
        <a:xfrm>
          <a:off x="0" y="0"/>
          <a:ext cx="0" cy="0"/>
          <a:chOff x="0" y="0"/>
          <a:chExt cx="0" cy="0"/>
        </a:xfrm>
      </p:grpSpPr>
      <p:sp>
        <p:nvSpPr>
          <p:cNvPr id="2" name="Rectangle 1"/>
          <p:cNvSpPr/>
          <p:nvPr userDrawn="1"/>
        </p:nvSpPr>
        <p:spPr bwMode="ltGray">
          <a:xfrm>
            <a:off x="0" y="0"/>
            <a:ext cx="6091237" cy="6858000"/>
          </a:xfrm>
          <a:prstGeom prst="rect">
            <a:avLst/>
          </a:prstGeom>
          <a:solidFill>
            <a:srgbClr val="94CE1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2070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a:t>Click to edit Master text styles</a:t>
            </a:r>
          </a:p>
        </p:txBody>
      </p:sp>
      <p:sp>
        <p:nvSpPr>
          <p:cNvPr id="3" name="Title 2"/>
          <p:cNvSpPr>
            <a:spLocks noGrp="1"/>
          </p:cNvSpPr>
          <p:nvPr>
            <p:ph type="title" hasCustomPrompt="1"/>
          </p:nvPr>
        </p:nvSpPr>
        <p:spPr>
          <a:xfrm>
            <a:off x="520700" y="1460812"/>
            <a:ext cx="5207868" cy="553998"/>
          </a:xfrm>
        </p:spPr>
        <p:txBody>
          <a:bodyPr/>
          <a:lstStyle>
            <a:lvl1pPr>
              <a:defRPr sz="4000">
                <a:solidFill>
                  <a:schemeClr val="tx1"/>
                </a:solidFill>
              </a:defRPr>
            </a:lvl1pPr>
          </a:lstStyle>
          <a:p>
            <a:r>
              <a:rPr lang="en-US" dirty="0"/>
              <a:t>Click to edit title style</a:t>
            </a:r>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172803161"/>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Half red">
    <p:spTree>
      <p:nvGrpSpPr>
        <p:cNvPr id="1" name=""/>
        <p:cNvGrpSpPr/>
        <p:nvPr/>
      </p:nvGrpSpPr>
      <p:grpSpPr>
        <a:xfrm>
          <a:off x="0" y="0"/>
          <a:ext cx="0" cy="0"/>
          <a:chOff x="0" y="0"/>
          <a:chExt cx="0" cy="0"/>
        </a:xfrm>
      </p:grpSpPr>
      <p:sp>
        <p:nvSpPr>
          <p:cNvPr id="2" name="Rectangle 1"/>
          <p:cNvSpPr/>
          <p:nvPr userDrawn="1"/>
        </p:nvSpPr>
        <p:spPr bwMode="ltGray">
          <a:xfrm>
            <a:off x="6091237" y="0"/>
            <a:ext cx="6091237"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640991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a:t>Click to edit Master text styles</a:t>
            </a:r>
          </a:p>
        </p:txBody>
      </p:sp>
      <p:sp>
        <p:nvSpPr>
          <p:cNvPr id="3" name="Title 2"/>
          <p:cNvSpPr>
            <a:spLocks noGrp="1"/>
          </p:cNvSpPr>
          <p:nvPr>
            <p:ph type="title" hasCustomPrompt="1"/>
          </p:nvPr>
        </p:nvSpPr>
        <p:spPr>
          <a:xfrm>
            <a:off x="6409910" y="1460812"/>
            <a:ext cx="5207868" cy="553998"/>
          </a:xfrm>
        </p:spPr>
        <p:txBody>
          <a:bodyPr/>
          <a:lstStyle>
            <a:lvl1pPr>
              <a:defRPr sz="4000">
                <a:solidFill>
                  <a:schemeClr val="tx1"/>
                </a:solidFill>
              </a:defRPr>
            </a:lvl1pPr>
          </a:lstStyle>
          <a:p>
            <a:r>
              <a:rPr lang="en-US" dirty="0"/>
              <a:t>Click to edit title style</a:t>
            </a:r>
          </a:p>
        </p:txBody>
      </p:sp>
      <p:sp>
        <p:nvSpPr>
          <p:cNvPr id="6" name="Picture Placeholder 5"/>
          <p:cNvSpPr>
            <a:spLocks noGrp="1"/>
          </p:cNvSpPr>
          <p:nvPr>
            <p:ph type="pic" sz="quarter" idx="11" hasCustomPrompt="1"/>
          </p:nvPr>
        </p:nvSpPr>
        <p:spPr>
          <a:xfrm>
            <a:off x="-6350"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3214891074"/>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Half photo">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3" y="2277138"/>
            <a:ext cx="5211838" cy="249299"/>
          </a:xfrm>
          <a:prstGeom prst="rect">
            <a:avLst/>
          </a:prstGeom>
        </p:spPr>
        <p:txBody>
          <a:bodyPr/>
          <a:lstStyle>
            <a:lvl1pPr marL="0" indent="0">
              <a:spcBef>
                <a:spcPts val="0"/>
              </a:spcBef>
              <a:spcAft>
                <a:spcPts val="1200"/>
              </a:spcAft>
              <a:buNone/>
              <a:defRPr sz="1800">
                <a:solidFill>
                  <a:schemeClr val="bg2">
                    <a:lumMod val="65000"/>
                    <a:lumOff val="35000"/>
                  </a:schemeClr>
                </a:solidFill>
                <a:latin typeface="+mn-lt"/>
              </a:defRPr>
            </a:lvl1pPr>
            <a:lvl2pPr marL="0" indent="0">
              <a:buNone/>
              <a:defRPr sz="2000">
                <a:solidFill>
                  <a:schemeClr val="bg2">
                    <a:lumMod val="65000"/>
                    <a:lumOff val="35000"/>
                  </a:schemeClr>
                </a:solidFill>
              </a:defRPr>
            </a:lvl2pPr>
            <a:lvl3pPr marL="231775" indent="0">
              <a:buNone/>
              <a:defRPr sz="2000">
                <a:solidFill>
                  <a:schemeClr val="bg2">
                    <a:lumMod val="65000"/>
                    <a:lumOff val="35000"/>
                  </a:schemeClr>
                </a:solidFill>
              </a:defRPr>
            </a:lvl3pPr>
            <a:lvl4pPr marL="457200" indent="0">
              <a:buNone/>
              <a:defRPr sz="2000">
                <a:solidFill>
                  <a:schemeClr val="bg2">
                    <a:lumMod val="65000"/>
                    <a:lumOff val="35000"/>
                  </a:schemeClr>
                </a:solidFill>
              </a:defRPr>
            </a:lvl4pPr>
            <a:lvl5pPr marL="693738" indent="0">
              <a:buNone/>
              <a:defRPr sz="2000">
                <a:solidFill>
                  <a:schemeClr val="bg2">
                    <a:lumMod val="65000"/>
                    <a:lumOff val="35000"/>
                  </a:schemeClr>
                </a:solidFill>
              </a:defRPr>
            </a:lvl5pPr>
          </a:lstStyle>
          <a:p>
            <a:pPr lvl="0"/>
            <a:r>
              <a:rPr lang="en-US" dirty="0"/>
              <a:t>Click to edit Master text styles</a:t>
            </a:r>
          </a:p>
        </p:txBody>
      </p:sp>
      <p:sp>
        <p:nvSpPr>
          <p:cNvPr id="3" name="Title 2"/>
          <p:cNvSpPr>
            <a:spLocks noGrp="1"/>
          </p:cNvSpPr>
          <p:nvPr>
            <p:ph type="title" hasCustomPrompt="1"/>
          </p:nvPr>
        </p:nvSpPr>
        <p:spPr>
          <a:xfrm>
            <a:off x="523083" y="1462272"/>
            <a:ext cx="5207868" cy="553998"/>
          </a:xfrm>
        </p:spPr>
        <p:txBody>
          <a:bodyPr/>
          <a:lstStyle>
            <a:lvl1pPr>
              <a:defRPr sz="4000"/>
            </a:lvl1pPr>
          </a:lstStyle>
          <a:p>
            <a:r>
              <a:rPr lang="en-US" dirty="0"/>
              <a:t>Click to edit title style</a:t>
            </a:r>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3927546333"/>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Blank - dark grey">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136281"/>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700" y="228600"/>
            <a:ext cx="11152188" cy="664797"/>
          </a:xfrm>
        </p:spPr>
        <p:txBody>
          <a:bodyPr/>
          <a:lstStyle>
            <a:lvl1pPr>
              <a:defRPr sz="4800"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hasCustomPrompt="1"/>
          </p:nvPr>
        </p:nvSpPr>
        <p:spPr bwMode="white">
          <a:xfrm>
            <a:off x="519112" y="1447799"/>
            <a:ext cx="11149013" cy="2043636"/>
          </a:xfrm>
          <a:prstGeom prst="rect">
            <a:avLst/>
          </a:prstGeom>
        </p:spPr>
        <p:txBody>
          <a:bodyPr/>
          <a:lstStyle>
            <a:lvl1pPr marL="342900" indent="-3429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8650" indent="-28575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4400" indent="-28575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3000" indent="-2286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71600" indent="-2286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6"/>
            <a:ext cx="12188826" cy="619125"/>
          </a:xfrm>
          <a:prstGeom prst="rect">
            <a:avLst/>
          </a:prstGeom>
          <a:solidFill>
            <a:srgbClr val="FFFF99"/>
          </a:solidFill>
        </p:spPr>
        <p:txBody>
          <a:bodyPr wrap="square" lIns="152394" tIns="76197" rIns="152394" bIns="76197" anchor="b" anchorCtr="0">
            <a:noAutofit/>
          </a:bodyPr>
          <a:lstStyle>
            <a:lvl1pPr algn="r">
              <a:buFont typeface="Arial" pitchFamily="34" charset="0"/>
              <a:buNone/>
              <a:defRPr sz="3600"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375409495"/>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lank - whit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962639"/>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6" name="Text Placeholder 5"/>
          <p:cNvSpPr>
            <a:spLocks noGrp="1"/>
          </p:cNvSpPr>
          <p:nvPr>
            <p:ph type="body" sz="quarter" idx="13" hasCustomPrompt="1"/>
          </p:nvPr>
        </p:nvSpPr>
        <p:spPr>
          <a:xfrm>
            <a:off x="1" y="573606"/>
            <a:ext cx="12188825" cy="373063"/>
          </a:xfrm>
          <a:prstGeom prst="rect">
            <a:avLst/>
          </a:prstGeom>
        </p:spPr>
        <p:txBody>
          <a:bodyPr lIns="380893" tIns="53325" rIns="53325" bIns="53325">
            <a:noAutofit/>
          </a:bodyPr>
          <a:lstStyle>
            <a:lvl1pPr marL="0" indent="0">
              <a:buNone/>
              <a:defRPr sz="2799">
                <a:latin typeface="Segoe UI Light" pitchFamily="34" charset="0"/>
              </a:defRPr>
            </a:lvl1pPr>
            <a:lvl2pPr marL="281589" indent="0">
              <a:buNone/>
              <a:defRPr/>
            </a:lvl2pPr>
            <a:lvl3pPr marL="588299" indent="0">
              <a:buNone/>
              <a:defRPr/>
            </a:lvl3pPr>
            <a:lvl4pPr marL="869889" indent="0">
              <a:buNone/>
              <a:defRPr/>
            </a:lvl4pPr>
            <a:lvl5pPr marL="1105208" indent="0">
              <a:buNone/>
              <a:defRPr/>
            </a:lvl5pPr>
          </a:lstStyle>
          <a:p>
            <a:pPr lvl="0"/>
            <a:r>
              <a:rPr lang="en-US" dirty="0"/>
              <a:t>Click to add subtitle</a:t>
            </a:r>
          </a:p>
        </p:txBody>
      </p:sp>
      <p:sp>
        <p:nvSpPr>
          <p:cNvPr id="16" name="Text Placeholder 15"/>
          <p:cNvSpPr>
            <a:spLocks noGrp="1"/>
          </p:cNvSpPr>
          <p:nvPr>
            <p:ph type="body" sz="quarter" idx="14"/>
          </p:nvPr>
        </p:nvSpPr>
        <p:spPr>
          <a:xfrm>
            <a:off x="761802" y="1524000"/>
            <a:ext cx="10665222" cy="198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0307423"/>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4" name="Footer Placeholder 3"/>
          <p:cNvSpPr>
            <a:spLocks noGrp="1"/>
          </p:cNvSpPr>
          <p:nvPr>
            <p:ph type="ftr" sz="quarter" idx="11"/>
          </p:nvPr>
        </p:nvSpPr>
        <p:spPr>
          <a:xfrm>
            <a:off x="3047206" y="6477873"/>
            <a:ext cx="8379817" cy="380127"/>
          </a:xfrm>
          <a:prstGeom prst="rect">
            <a:avLst/>
          </a:prstGeom>
        </p:spPr>
        <p:txBody>
          <a:bodyPr/>
          <a:lstStyle/>
          <a:p>
            <a:endParaRPr lang="en-US" dirty="0">
              <a:solidFill>
                <a:srgbClr val="505050"/>
              </a:solidFill>
            </a:endParaRPr>
          </a:p>
        </p:txBody>
      </p:sp>
      <p:sp>
        <p:nvSpPr>
          <p:cNvPr id="5" name="Slide Number Placeholder 4"/>
          <p:cNvSpPr>
            <a:spLocks noGrp="1"/>
          </p:cNvSpPr>
          <p:nvPr>
            <p:ph type="sldNum" sz="quarter" idx="12"/>
          </p:nvPr>
        </p:nvSpPr>
        <p:spPr>
          <a:xfrm>
            <a:off x="11427024" y="6478587"/>
            <a:ext cx="761800" cy="379413"/>
          </a:xfrm>
          <a:prstGeom prst="rect">
            <a:avLst/>
          </a:prstGeom>
        </p:spPr>
        <p:txBody>
          <a:bodyPr/>
          <a:lstStyle/>
          <a:p>
            <a:fld id="{6A4C1A4A-E5E6-4CC1-B72C-A20A4EB3E2D2}" type="slidenum">
              <a:rPr lang="en-US" smtClean="0">
                <a:solidFill>
                  <a:srgbClr val="505050"/>
                </a:solidFill>
              </a:rPr>
              <a:pPr/>
              <a:t>‹#›</a:t>
            </a:fld>
            <a:endParaRPr lang="en-US" dirty="0">
              <a:solidFill>
                <a:srgbClr val="505050"/>
              </a:solidFill>
            </a:endParaRPr>
          </a:p>
        </p:txBody>
      </p:sp>
      <p:sp>
        <p:nvSpPr>
          <p:cNvPr id="6" name="Text Placeholder 5"/>
          <p:cNvSpPr>
            <a:spLocks noGrp="1"/>
          </p:cNvSpPr>
          <p:nvPr>
            <p:ph type="body" sz="quarter" idx="13" hasCustomPrompt="1"/>
          </p:nvPr>
        </p:nvSpPr>
        <p:spPr>
          <a:xfrm>
            <a:off x="0" y="573604"/>
            <a:ext cx="12188825" cy="373063"/>
          </a:xfrm>
          <a:prstGeom prst="rect">
            <a:avLst/>
          </a:prstGeom>
        </p:spPr>
        <p:txBody>
          <a:bodyPr lIns="380893" tIns="53325" rIns="53325" bIns="53325">
            <a:noAutofit/>
          </a:bodyPr>
          <a:lstStyle>
            <a:lvl1pPr marL="0" indent="0">
              <a:buNone/>
              <a:defRPr sz="2800">
                <a:latin typeface="Segoe UI Light" pitchFamily="34" charset="0"/>
              </a:defRPr>
            </a:lvl1pPr>
            <a:lvl2pPr marL="281674" indent="0">
              <a:buNone/>
              <a:defRPr/>
            </a:lvl2pPr>
            <a:lvl3pPr marL="588476" indent="0">
              <a:buNone/>
              <a:defRPr/>
            </a:lvl3pPr>
            <a:lvl4pPr marL="870150" indent="0">
              <a:buNone/>
              <a:defRPr/>
            </a:lvl4pPr>
            <a:lvl5pPr marL="1105540" indent="0">
              <a:buNone/>
              <a:defRPr/>
            </a:lvl5pPr>
          </a:lstStyle>
          <a:p>
            <a:pPr lvl="0"/>
            <a:r>
              <a:rPr lang="en-US" dirty="0"/>
              <a:t>Click to add subtitle</a:t>
            </a:r>
          </a:p>
        </p:txBody>
      </p:sp>
    </p:spTree>
    <p:extLst>
      <p:ext uri="{BB962C8B-B14F-4D97-AF65-F5344CB8AC3E}">
        <p14:creationId xmlns:p14="http://schemas.microsoft.com/office/powerpoint/2010/main" val="540472012"/>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1_Title Only">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977822"/>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3081" y="228838"/>
            <a:ext cx="11149013" cy="747897"/>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p:ph type="body" idx="1"/>
          </p:nvPr>
        </p:nvSpPr>
        <p:spPr>
          <a:xfrm>
            <a:off x="521494" y="1454150"/>
            <a:ext cx="11152188" cy="2055947"/>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31422611"/>
      </p:ext>
    </p:extLst>
  </p:cSld>
  <p:clrMap bg1="dk1" tx1="lt1" bg2="dk2" tx2="lt2" accent1="accent1" accent2="accent2" accent3="accent3" accent4="accent4" accent5="accent5" accent6="accent6" hlink="hlink" folHlink="folHlink"/>
  <p:sldLayoutIdLst>
    <p:sldLayoutId id="2147484109" r:id="rId1"/>
    <p:sldLayoutId id="2147484095" r:id="rId2"/>
    <p:sldLayoutId id="2147484096" r:id="rId3"/>
    <p:sldLayoutId id="2147484097" r:id="rId4"/>
    <p:sldLayoutId id="2147484098" r:id="rId5"/>
    <p:sldLayoutId id="2147484099" r:id="rId6"/>
    <p:sldLayoutId id="2147484100" r:id="rId7"/>
    <p:sldLayoutId id="2147484122" r:id="rId8"/>
    <p:sldLayoutId id="2147484123" r:id="rId9"/>
    <p:sldLayoutId id="2147484124" r:id="rId10"/>
    <p:sldLayoutId id="2147484126" r:id="rId11"/>
    <p:sldLayoutId id="2147484125" r:id="rId12"/>
    <p:sldLayoutId id="2147484112" r:id="rId13"/>
    <p:sldLayoutId id="2147484104" r:id="rId14"/>
    <p:sldLayoutId id="2147484118" r:id="rId15"/>
    <p:sldLayoutId id="2147484176" r:id="rId16"/>
    <p:sldLayoutId id="2147485150" r:id="rId17"/>
    <p:sldLayoutId id="2147485151" r:id="rId18"/>
  </p:sldLayoutIdLst>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txStyles>
    <p:titleStyle>
      <a:lvl1pPr algn="l" defTabSz="914363" rtl="0" eaLnBrk="1" latinLnBrk="0" hangingPunct="1">
        <a:lnSpc>
          <a:spcPct val="90000"/>
        </a:lnSpc>
        <a:spcBef>
          <a:spcPct val="0"/>
        </a:spcBef>
        <a:buNone/>
        <a:defRPr lang="en-US" sz="5400" b="0" kern="1200" cap="none" spc="-100" baseline="0" dirty="0" smtClean="0">
          <a:ln w="3175">
            <a:noFill/>
          </a:ln>
          <a:gradFill>
            <a:gsLst>
              <a:gs pos="100000">
                <a:schemeClr val="accent1"/>
              </a:gs>
              <a:gs pos="0">
                <a:schemeClr val="accent1"/>
              </a:gs>
            </a:gsLst>
            <a:lin ang="5400000" scaled="0"/>
          </a:gradFill>
          <a:effectLst/>
          <a:latin typeface="+mj-lt"/>
          <a:ea typeface="+mn-ea"/>
          <a:cs typeface="Arial" charset="0"/>
        </a:defRPr>
      </a:lvl1pPr>
    </p:titleStyle>
    <p:bodyStyle>
      <a:lvl1pPr marL="339725" marR="0" indent="-339725" algn="l" defTabSz="914363" rtl="0" eaLnBrk="1" fontAlgn="auto" latinLnBrk="0" hangingPunct="1">
        <a:lnSpc>
          <a:spcPct val="90000"/>
        </a:lnSpc>
        <a:spcBef>
          <a:spcPct val="20000"/>
        </a:spcBef>
        <a:spcAft>
          <a:spcPts val="0"/>
        </a:spcAft>
        <a:buClrTx/>
        <a:buSzPct val="90000"/>
        <a:buFont typeface="Arial" pitchFamily="34" charset="0"/>
        <a:buChar char="•"/>
        <a:tabLst/>
        <a:defRPr sz="3600" kern="1200" spc="-70" baseline="0">
          <a:solidFill>
            <a:schemeClr val="bg2">
              <a:lumMod val="65000"/>
              <a:lumOff val="35000"/>
            </a:schemeClr>
          </a:solidFill>
          <a:latin typeface="+mj-lt"/>
          <a:ea typeface="+mn-ea"/>
          <a:cs typeface="+mn-cs"/>
        </a:defRPr>
      </a:lvl1pPr>
      <a:lvl2pPr marL="573088" marR="0" indent="-233363" algn="l" defTabSz="914363"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solidFill>
            <a:schemeClr val="bg2">
              <a:lumMod val="65000"/>
              <a:lumOff val="35000"/>
            </a:schemeClr>
          </a:solidFill>
          <a:latin typeface="+mn-lt"/>
          <a:ea typeface="+mn-ea"/>
          <a:cs typeface="+mn-cs"/>
        </a:defRPr>
      </a:lvl2pPr>
      <a:lvl3pPr marL="7985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798513" algn="l"/>
        </a:tabLst>
        <a:defRPr sz="2400" kern="1200" spc="0" baseline="0">
          <a:solidFill>
            <a:schemeClr val="bg2">
              <a:lumMod val="65000"/>
              <a:lumOff val="35000"/>
            </a:schemeClr>
          </a:solidFill>
          <a:latin typeface="+mn-lt"/>
          <a:ea typeface="+mn-ea"/>
          <a:cs typeface="+mn-cs"/>
        </a:defRPr>
      </a:lvl3pPr>
      <a:lvl4pPr marL="1030288" marR="0" indent="-231775" algn="l" defTabSz="914363"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solidFill>
            <a:schemeClr val="bg2">
              <a:lumMod val="65000"/>
              <a:lumOff val="35000"/>
            </a:schemeClr>
          </a:solidFill>
          <a:latin typeface="+mn-lt"/>
          <a:ea typeface="+mn-ea"/>
          <a:cs typeface="+mn-cs"/>
        </a:defRPr>
      </a:lvl4pPr>
      <a:lvl5pPr marL="12557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1255713" algn="l"/>
        </a:tabLst>
        <a:defRPr sz="2000" kern="1200" spc="0" baseline="0">
          <a:solidFill>
            <a:schemeClr val="bg2">
              <a:lumMod val="65000"/>
              <a:lumOff val="35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1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8889865"/>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p:nvSpPr>
        <p:spPr>
          <a:xfrm>
            <a:off x="-1" y="4483509"/>
            <a:ext cx="12188825" cy="1231106"/>
          </a:xfrm>
          <a:prstGeom prst="rect">
            <a:avLst/>
          </a:prstGeom>
          <a:solidFill>
            <a:srgbClr val="0070C0"/>
          </a:solidFill>
        </p:spPr>
        <p:txBody>
          <a:bodyPr wrap="square" lIns="0" tIns="0" rIns="0" bIns="0" rtlCol="0">
            <a:spAutoFit/>
          </a:bodyPr>
          <a:lstStyle/>
          <a:p>
            <a:r>
              <a:rPr lang="zh-CN" altLang="en-US" sz="8000" dirty="0">
                <a:latin typeface="微软雅黑" panose="020B0503020204020204" pitchFamily="34" charset="-122"/>
                <a:ea typeface="微软雅黑" panose="020B0503020204020204" pitchFamily="34" charset="-122"/>
              </a:rPr>
              <a:t>信息工作者的每一天</a:t>
            </a:r>
          </a:p>
        </p:txBody>
      </p:sp>
      <p:graphicFrame>
        <p:nvGraphicFramePr>
          <p:cNvPr id="4" name="图示 3"/>
          <p:cNvGraphicFramePr/>
          <p:nvPr>
            <p:extLst>
              <p:ext uri="{D42A27DB-BD31-4B8C-83A1-F6EECF244321}">
                <p14:modId xmlns:p14="http://schemas.microsoft.com/office/powerpoint/2010/main" val="2162576321"/>
              </p:ext>
            </p:extLst>
          </p:nvPr>
        </p:nvGraphicFramePr>
        <p:xfrm>
          <a:off x="7004526" y="232095"/>
          <a:ext cx="4432130" cy="3469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0200290"/>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4">
                                            <p:graphicEl>
                                              <a:dgm id="{1C1CB070-95DD-4E12-8F11-F1379BE85ED5}"/>
                                            </p:graphicEl>
                                          </p:spTgt>
                                        </p:tgtEl>
                                        <p:attrNameLst>
                                          <p:attrName>style.visibility</p:attrName>
                                        </p:attrNameLst>
                                      </p:cBhvr>
                                      <p:to>
                                        <p:strVal val="visible"/>
                                      </p:to>
                                    </p:set>
                                    <p:anim calcmode="lin" valueType="num">
                                      <p:cBhvr>
                                        <p:cTn id="7" dur="500" fill="hold"/>
                                        <p:tgtEl>
                                          <p:spTgt spid="4">
                                            <p:graphicEl>
                                              <a:dgm id="{1C1CB070-95DD-4E12-8F11-F1379BE85ED5}"/>
                                            </p:graphicEl>
                                          </p:spTgt>
                                        </p:tgtEl>
                                        <p:attrNameLst>
                                          <p:attrName>ppt_w</p:attrName>
                                        </p:attrNameLst>
                                      </p:cBhvr>
                                      <p:tavLst>
                                        <p:tav tm="0">
                                          <p:val>
                                            <p:fltVal val="0"/>
                                          </p:val>
                                        </p:tav>
                                        <p:tav tm="100000">
                                          <p:val>
                                            <p:strVal val="#ppt_w"/>
                                          </p:val>
                                        </p:tav>
                                      </p:tavLst>
                                    </p:anim>
                                    <p:anim calcmode="lin" valueType="num">
                                      <p:cBhvr>
                                        <p:cTn id="8" dur="500" fill="hold"/>
                                        <p:tgtEl>
                                          <p:spTgt spid="4">
                                            <p:graphicEl>
                                              <a:dgm id="{1C1CB070-95DD-4E12-8F11-F1379BE85ED5}"/>
                                            </p:graphicEl>
                                          </p:spTgt>
                                        </p:tgtEl>
                                        <p:attrNameLst>
                                          <p:attrName>ppt_h</p:attrName>
                                        </p:attrNameLst>
                                      </p:cBhvr>
                                      <p:tavLst>
                                        <p:tav tm="0">
                                          <p:val>
                                            <p:fltVal val="0"/>
                                          </p:val>
                                        </p:tav>
                                        <p:tav tm="100000">
                                          <p:val>
                                            <p:strVal val="#ppt_h"/>
                                          </p:val>
                                        </p:tav>
                                      </p:tavLst>
                                    </p:anim>
                                    <p:animEffect transition="in" filter="fade">
                                      <p:cBhvr>
                                        <p:cTn id="9" dur="500"/>
                                        <p:tgtEl>
                                          <p:spTgt spid="4">
                                            <p:graphicEl>
                                              <a:dgm id="{1C1CB070-95DD-4E12-8F11-F1379BE85ED5}"/>
                                            </p:graphicEl>
                                          </p:spTgt>
                                        </p:tgtEl>
                                      </p:cBhvr>
                                    </p:animEffect>
                                    <p:anim calcmode="lin" valueType="num">
                                      <p:cBhvr>
                                        <p:cTn id="10" dur="500" fill="hold"/>
                                        <p:tgtEl>
                                          <p:spTgt spid="4">
                                            <p:graphicEl>
                                              <a:dgm id="{1C1CB070-95DD-4E12-8F11-F1379BE85ED5}"/>
                                            </p:graphicEl>
                                          </p:spTgt>
                                        </p:tgtEl>
                                        <p:attrNameLst>
                                          <p:attrName>ppt_x</p:attrName>
                                        </p:attrNameLst>
                                      </p:cBhvr>
                                      <p:tavLst>
                                        <p:tav tm="0">
                                          <p:val>
                                            <p:fltVal val="0.5"/>
                                          </p:val>
                                        </p:tav>
                                        <p:tav tm="100000">
                                          <p:val>
                                            <p:strVal val="#ppt_x"/>
                                          </p:val>
                                        </p:tav>
                                      </p:tavLst>
                                    </p:anim>
                                    <p:anim calcmode="lin" valueType="num">
                                      <p:cBhvr>
                                        <p:cTn id="11" dur="500" fill="hold"/>
                                        <p:tgtEl>
                                          <p:spTgt spid="4">
                                            <p:graphicEl>
                                              <a:dgm id="{1C1CB070-95DD-4E12-8F11-F1379BE85ED5}"/>
                                            </p:graphicEl>
                                          </p:spTgt>
                                        </p:tgtEl>
                                        <p:attrNameLst>
                                          <p:attrName>ppt_y</p:attrName>
                                        </p:attrNameLst>
                                      </p:cBhvr>
                                      <p:tavLst>
                                        <p:tav tm="0">
                                          <p:val>
                                            <p:fltVal val="0.5"/>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53" presetClass="entr" presetSubtype="528" fill="hold" grpId="0" nodeType="clickEffect">
                                  <p:stCondLst>
                                    <p:cond delay="0"/>
                                  </p:stCondLst>
                                  <p:childTnLst>
                                    <p:set>
                                      <p:cBhvr>
                                        <p:cTn id="15" dur="1" fill="hold">
                                          <p:stCondLst>
                                            <p:cond delay="0"/>
                                          </p:stCondLst>
                                        </p:cTn>
                                        <p:tgtEl>
                                          <p:spTgt spid="4">
                                            <p:graphicEl>
                                              <a:dgm id="{186B011F-2F5C-49BD-8D32-F519A2253C52}"/>
                                            </p:graphicEl>
                                          </p:spTgt>
                                        </p:tgtEl>
                                        <p:attrNameLst>
                                          <p:attrName>style.visibility</p:attrName>
                                        </p:attrNameLst>
                                      </p:cBhvr>
                                      <p:to>
                                        <p:strVal val="visible"/>
                                      </p:to>
                                    </p:set>
                                    <p:anim calcmode="lin" valueType="num">
                                      <p:cBhvr>
                                        <p:cTn id="16" dur="500" fill="hold"/>
                                        <p:tgtEl>
                                          <p:spTgt spid="4">
                                            <p:graphicEl>
                                              <a:dgm id="{186B011F-2F5C-49BD-8D32-F519A2253C52}"/>
                                            </p:graphicEl>
                                          </p:spTgt>
                                        </p:tgtEl>
                                        <p:attrNameLst>
                                          <p:attrName>ppt_w</p:attrName>
                                        </p:attrNameLst>
                                      </p:cBhvr>
                                      <p:tavLst>
                                        <p:tav tm="0">
                                          <p:val>
                                            <p:fltVal val="0"/>
                                          </p:val>
                                        </p:tav>
                                        <p:tav tm="100000">
                                          <p:val>
                                            <p:strVal val="#ppt_w"/>
                                          </p:val>
                                        </p:tav>
                                      </p:tavLst>
                                    </p:anim>
                                    <p:anim calcmode="lin" valueType="num">
                                      <p:cBhvr>
                                        <p:cTn id="17" dur="500" fill="hold"/>
                                        <p:tgtEl>
                                          <p:spTgt spid="4">
                                            <p:graphicEl>
                                              <a:dgm id="{186B011F-2F5C-49BD-8D32-F519A2253C52}"/>
                                            </p:graphicEl>
                                          </p:spTgt>
                                        </p:tgtEl>
                                        <p:attrNameLst>
                                          <p:attrName>ppt_h</p:attrName>
                                        </p:attrNameLst>
                                      </p:cBhvr>
                                      <p:tavLst>
                                        <p:tav tm="0">
                                          <p:val>
                                            <p:fltVal val="0"/>
                                          </p:val>
                                        </p:tav>
                                        <p:tav tm="100000">
                                          <p:val>
                                            <p:strVal val="#ppt_h"/>
                                          </p:val>
                                        </p:tav>
                                      </p:tavLst>
                                    </p:anim>
                                    <p:animEffect transition="in" filter="fade">
                                      <p:cBhvr>
                                        <p:cTn id="18" dur="500"/>
                                        <p:tgtEl>
                                          <p:spTgt spid="4">
                                            <p:graphicEl>
                                              <a:dgm id="{186B011F-2F5C-49BD-8D32-F519A2253C52}"/>
                                            </p:graphicEl>
                                          </p:spTgt>
                                        </p:tgtEl>
                                      </p:cBhvr>
                                    </p:animEffect>
                                    <p:anim calcmode="lin" valueType="num">
                                      <p:cBhvr>
                                        <p:cTn id="19" dur="500" fill="hold"/>
                                        <p:tgtEl>
                                          <p:spTgt spid="4">
                                            <p:graphicEl>
                                              <a:dgm id="{186B011F-2F5C-49BD-8D32-F519A2253C52}"/>
                                            </p:graphicEl>
                                          </p:spTgt>
                                        </p:tgtEl>
                                        <p:attrNameLst>
                                          <p:attrName>ppt_x</p:attrName>
                                        </p:attrNameLst>
                                      </p:cBhvr>
                                      <p:tavLst>
                                        <p:tav tm="0">
                                          <p:val>
                                            <p:fltVal val="0.5"/>
                                          </p:val>
                                        </p:tav>
                                        <p:tav tm="100000">
                                          <p:val>
                                            <p:strVal val="#ppt_x"/>
                                          </p:val>
                                        </p:tav>
                                      </p:tavLst>
                                    </p:anim>
                                    <p:anim calcmode="lin" valueType="num">
                                      <p:cBhvr>
                                        <p:cTn id="20" dur="500" fill="hold"/>
                                        <p:tgtEl>
                                          <p:spTgt spid="4">
                                            <p:graphicEl>
                                              <a:dgm id="{186B011F-2F5C-49BD-8D32-F519A2253C52}"/>
                                            </p:graphicEl>
                                          </p:spTgt>
                                        </p:tgtEl>
                                        <p:attrNameLst>
                                          <p:attrName>ppt_y</p:attrName>
                                        </p:attrNameLst>
                                      </p:cBhvr>
                                      <p:tavLst>
                                        <p:tav tm="0">
                                          <p:val>
                                            <p:fltVal val="0.5"/>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528" fill="hold" grpId="0" nodeType="clickEffect">
                                  <p:stCondLst>
                                    <p:cond delay="0"/>
                                  </p:stCondLst>
                                  <p:childTnLst>
                                    <p:set>
                                      <p:cBhvr>
                                        <p:cTn id="24" dur="1" fill="hold">
                                          <p:stCondLst>
                                            <p:cond delay="0"/>
                                          </p:stCondLst>
                                        </p:cTn>
                                        <p:tgtEl>
                                          <p:spTgt spid="4">
                                            <p:graphicEl>
                                              <a:dgm id="{E51C975F-093D-4597-9A77-F3EA151F7CB5}"/>
                                            </p:graphicEl>
                                          </p:spTgt>
                                        </p:tgtEl>
                                        <p:attrNameLst>
                                          <p:attrName>style.visibility</p:attrName>
                                        </p:attrNameLst>
                                      </p:cBhvr>
                                      <p:to>
                                        <p:strVal val="visible"/>
                                      </p:to>
                                    </p:set>
                                    <p:anim calcmode="lin" valueType="num">
                                      <p:cBhvr>
                                        <p:cTn id="25" dur="500" fill="hold"/>
                                        <p:tgtEl>
                                          <p:spTgt spid="4">
                                            <p:graphicEl>
                                              <a:dgm id="{E51C975F-093D-4597-9A77-F3EA151F7CB5}"/>
                                            </p:graphicEl>
                                          </p:spTgt>
                                        </p:tgtEl>
                                        <p:attrNameLst>
                                          <p:attrName>ppt_w</p:attrName>
                                        </p:attrNameLst>
                                      </p:cBhvr>
                                      <p:tavLst>
                                        <p:tav tm="0">
                                          <p:val>
                                            <p:fltVal val="0"/>
                                          </p:val>
                                        </p:tav>
                                        <p:tav tm="100000">
                                          <p:val>
                                            <p:strVal val="#ppt_w"/>
                                          </p:val>
                                        </p:tav>
                                      </p:tavLst>
                                    </p:anim>
                                    <p:anim calcmode="lin" valueType="num">
                                      <p:cBhvr>
                                        <p:cTn id="26" dur="500" fill="hold"/>
                                        <p:tgtEl>
                                          <p:spTgt spid="4">
                                            <p:graphicEl>
                                              <a:dgm id="{E51C975F-093D-4597-9A77-F3EA151F7CB5}"/>
                                            </p:graphicEl>
                                          </p:spTgt>
                                        </p:tgtEl>
                                        <p:attrNameLst>
                                          <p:attrName>ppt_h</p:attrName>
                                        </p:attrNameLst>
                                      </p:cBhvr>
                                      <p:tavLst>
                                        <p:tav tm="0">
                                          <p:val>
                                            <p:fltVal val="0"/>
                                          </p:val>
                                        </p:tav>
                                        <p:tav tm="100000">
                                          <p:val>
                                            <p:strVal val="#ppt_h"/>
                                          </p:val>
                                        </p:tav>
                                      </p:tavLst>
                                    </p:anim>
                                    <p:animEffect transition="in" filter="fade">
                                      <p:cBhvr>
                                        <p:cTn id="27" dur="500"/>
                                        <p:tgtEl>
                                          <p:spTgt spid="4">
                                            <p:graphicEl>
                                              <a:dgm id="{E51C975F-093D-4597-9A77-F3EA151F7CB5}"/>
                                            </p:graphicEl>
                                          </p:spTgt>
                                        </p:tgtEl>
                                      </p:cBhvr>
                                    </p:animEffect>
                                    <p:anim calcmode="lin" valueType="num">
                                      <p:cBhvr>
                                        <p:cTn id="28" dur="500" fill="hold"/>
                                        <p:tgtEl>
                                          <p:spTgt spid="4">
                                            <p:graphicEl>
                                              <a:dgm id="{E51C975F-093D-4597-9A77-F3EA151F7CB5}"/>
                                            </p:graphicEl>
                                          </p:spTgt>
                                        </p:tgtEl>
                                        <p:attrNameLst>
                                          <p:attrName>ppt_x</p:attrName>
                                        </p:attrNameLst>
                                      </p:cBhvr>
                                      <p:tavLst>
                                        <p:tav tm="0">
                                          <p:val>
                                            <p:fltVal val="0.5"/>
                                          </p:val>
                                        </p:tav>
                                        <p:tav tm="100000">
                                          <p:val>
                                            <p:strVal val="#ppt_x"/>
                                          </p:val>
                                        </p:tav>
                                      </p:tavLst>
                                    </p:anim>
                                    <p:anim calcmode="lin" valueType="num">
                                      <p:cBhvr>
                                        <p:cTn id="29" dur="500" fill="hold"/>
                                        <p:tgtEl>
                                          <p:spTgt spid="4">
                                            <p:graphicEl>
                                              <a:dgm id="{E51C975F-093D-4597-9A77-F3EA151F7CB5}"/>
                                            </p:graphicEl>
                                          </p:spTgt>
                                        </p:tgtEl>
                                        <p:attrNameLst>
                                          <p:attrName>ppt_y</p:attrName>
                                        </p:attrNameLst>
                                      </p:cBhvr>
                                      <p:tavLst>
                                        <p:tav tm="0">
                                          <p:val>
                                            <p:fltVal val="0.5"/>
                                          </p:val>
                                        </p:tav>
                                        <p:tav tm="100000">
                                          <p:val>
                                            <p:strVal val="#ppt_y"/>
                                          </p:val>
                                        </p:tav>
                                      </p:tavLst>
                                    </p:anim>
                                  </p:childTnLst>
                                </p:cTn>
                              </p:par>
                              <p:par>
                                <p:cTn id="30" presetID="53" presetClass="entr" presetSubtype="528" fill="hold" grpId="0" nodeType="withEffect">
                                  <p:stCondLst>
                                    <p:cond delay="0"/>
                                  </p:stCondLst>
                                  <p:childTnLst>
                                    <p:set>
                                      <p:cBhvr>
                                        <p:cTn id="31" dur="1" fill="hold">
                                          <p:stCondLst>
                                            <p:cond delay="0"/>
                                          </p:stCondLst>
                                        </p:cTn>
                                        <p:tgtEl>
                                          <p:spTgt spid="4">
                                            <p:graphicEl>
                                              <a:dgm id="{5CA8FFEE-4514-469C-A2D6-52DD2895F1F1}"/>
                                            </p:graphicEl>
                                          </p:spTgt>
                                        </p:tgtEl>
                                        <p:attrNameLst>
                                          <p:attrName>style.visibility</p:attrName>
                                        </p:attrNameLst>
                                      </p:cBhvr>
                                      <p:to>
                                        <p:strVal val="visible"/>
                                      </p:to>
                                    </p:set>
                                    <p:anim calcmode="lin" valueType="num">
                                      <p:cBhvr>
                                        <p:cTn id="32" dur="500" fill="hold"/>
                                        <p:tgtEl>
                                          <p:spTgt spid="4">
                                            <p:graphicEl>
                                              <a:dgm id="{5CA8FFEE-4514-469C-A2D6-52DD2895F1F1}"/>
                                            </p:graphicEl>
                                          </p:spTgt>
                                        </p:tgtEl>
                                        <p:attrNameLst>
                                          <p:attrName>ppt_w</p:attrName>
                                        </p:attrNameLst>
                                      </p:cBhvr>
                                      <p:tavLst>
                                        <p:tav tm="0">
                                          <p:val>
                                            <p:fltVal val="0"/>
                                          </p:val>
                                        </p:tav>
                                        <p:tav tm="100000">
                                          <p:val>
                                            <p:strVal val="#ppt_w"/>
                                          </p:val>
                                        </p:tav>
                                      </p:tavLst>
                                    </p:anim>
                                    <p:anim calcmode="lin" valueType="num">
                                      <p:cBhvr>
                                        <p:cTn id="33" dur="500" fill="hold"/>
                                        <p:tgtEl>
                                          <p:spTgt spid="4">
                                            <p:graphicEl>
                                              <a:dgm id="{5CA8FFEE-4514-469C-A2D6-52DD2895F1F1}"/>
                                            </p:graphicEl>
                                          </p:spTgt>
                                        </p:tgtEl>
                                        <p:attrNameLst>
                                          <p:attrName>ppt_h</p:attrName>
                                        </p:attrNameLst>
                                      </p:cBhvr>
                                      <p:tavLst>
                                        <p:tav tm="0">
                                          <p:val>
                                            <p:fltVal val="0"/>
                                          </p:val>
                                        </p:tav>
                                        <p:tav tm="100000">
                                          <p:val>
                                            <p:strVal val="#ppt_h"/>
                                          </p:val>
                                        </p:tav>
                                      </p:tavLst>
                                    </p:anim>
                                    <p:animEffect transition="in" filter="fade">
                                      <p:cBhvr>
                                        <p:cTn id="34" dur="500"/>
                                        <p:tgtEl>
                                          <p:spTgt spid="4">
                                            <p:graphicEl>
                                              <a:dgm id="{5CA8FFEE-4514-469C-A2D6-52DD2895F1F1}"/>
                                            </p:graphicEl>
                                          </p:spTgt>
                                        </p:tgtEl>
                                      </p:cBhvr>
                                    </p:animEffect>
                                    <p:anim calcmode="lin" valueType="num">
                                      <p:cBhvr>
                                        <p:cTn id="35" dur="500" fill="hold"/>
                                        <p:tgtEl>
                                          <p:spTgt spid="4">
                                            <p:graphicEl>
                                              <a:dgm id="{5CA8FFEE-4514-469C-A2D6-52DD2895F1F1}"/>
                                            </p:graphicEl>
                                          </p:spTgt>
                                        </p:tgtEl>
                                        <p:attrNameLst>
                                          <p:attrName>ppt_x</p:attrName>
                                        </p:attrNameLst>
                                      </p:cBhvr>
                                      <p:tavLst>
                                        <p:tav tm="0">
                                          <p:val>
                                            <p:fltVal val="0.5"/>
                                          </p:val>
                                        </p:tav>
                                        <p:tav tm="100000">
                                          <p:val>
                                            <p:strVal val="#ppt_x"/>
                                          </p:val>
                                        </p:tav>
                                      </p:tavLst>
                                    </p:anim>
                                    <p:anim calcmode="lin" valueType="num">
                                      <p:cBhvr>
                                        <p:cTn id="36" dur="500" fill="hold"/>
                                        <p:tgtEl>
                                          <p:spTgt spid="4">
                                            <p:graphicEl>
                                              <a:dgm id="{5CA8FFEE-4514-469C-A2D6-52DD2895F1F1}"/>
                                            </p:graphicEl>
                                          </p:spTgt>
                                        </p:tgtEl>
                                        <p:attrNameLst>
                                          <p:attrName>ppt_y</p:attrName>
                                        </p:attrNameLst>
                                      </p:cBhvr>
                                      <p:tavLst>
                                        <p:tav tm="0">
                                          <p:val>
                                            <p:fltVal val="0.5"/>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53" presetClass="entr" presetSubtype="528" fill="hold" grpId="0" nodeType="clickEffect">
                                  <p:stCondLst>
                                    <p:cond delay="0"/>
                                  </p:stCondLst>
                                  <p:childTnLst>
                                    <p:set>
                                      <p:cBhvr>
                                        <p:cTn id="40" dur="1" fill="hold">
                                          <p:stCondLst>
                                            <p:cond delay="0"/>
                                          </p:stCondLst>
                                        </p:cTn>
                                        <p:tgtEl>
                                          <p:spTgt spid="4">
                                            <p:graphicEl>
                                              <a:dgm id="{AAC4869F-4A54-4015-9420-EC605F0962DB}"/>
                                            </p:graphicEl>
                                          </p:spTgt>
                                        </p:tgtEl>
                                        <p:attrNameLst>
                                          <p:attrName>style.visibility</p:attrName>
                                        </p:attrNameLst>
                                      </p:cBhvr>
                                      <p:to>
                                        <p:strVal val="visible"/>
                                      </p:to>
                                    </p:set>
                                    <p:anim calcmode="lin" valueType="num">
                                      <p:cBhvr>
                                        <p:cTn id="41" dur="500" fill="hold"/>
                                        <p:tgtEl>
                                          <p:spTgt spid="4">
                                            <p:graphicEl>
                                              <a:dgm id="{AAC4869F-4A54-4015-9420-EC605F0962DB}"/>
                                            </p:graphicEl>
                                          </p:spTgt>
                                        </p:tgtEl>
                                        <p:attrNameLst>
                                          <p:attrName>ppt_w</p:attrName>
                                        </p:attrNameLst>
                                      </p:cBhvr>
                                      <p:tavLst>
                                        <p:tav tm="0">
                                          <p:val>
                                            <p:fltVal val="0"/>
                                          </p:val>
                                        </p:tav>
                                        <p:tav tm="100000">
                                          <p:val>
                                            <p:strVal val="#ppt_w"/>
                                          </p:val>
                                        </p:tav>
                                      </p:tavLst>
                                    </p:anim>
                                    <p:anim calcmode="lin" valueType="num">
                                      <p:cBhvr>
                                        <p:cTn id="42" dur="500" fill="hold"/>
                                        <p:tgtEl>
                                          <p:spTgt spid="4">
                                            <p:graphicEl>
                                              <a:dgm id="{AAC4869F-4A54-4015-9420-EC605F0962DB}"/>
                                            </p:graphicEl>
                                          </p:spTgt>
                                        </p:tgtEl>
                                        <p:attrNameLst>
                                          <p:attrName>ppt_h</p:attrName>
                                        </p:attrNameLst>
                                      </p:cBhvr>
                                      <p:tavLst>
                                        <p:tav tm="0">
                                          <p:val>
                                            <p:fltVal val="0"/>
                                          </p:val>
                                        </p:tav>
                                        <p:tav tm="100000">
                                          <p:val>
                                            <p:strVal val="#ppt_h"/>
                                          </p:val>
                                        </p:tav>
                                      </p:tavLst>
                                    </p:anim>
                                    <p:animEffect transition="in" filter="fade">
                                      <p:cBhvr>
                                        <p:cTn id="43" dur="500"/>
                                        <p:tgtEl>
                                          <p:spTgt spid="4">
                                            <p:graphicEl>
                                              <a:dgm id="{AAC4869F-4A54-4015-9420-EC605F0962DB}"/>
                                            </p:graphicEl>
                                          </p:spTgt>
                                        </p:tgtEl>
                                      </p:cBhvr>
                                    </p:animEffect>
                                    <p:anim calcmode="lin" valueType="num">
                                      <p:cBhvr>
                                        <p:cTn id="44" dur="500" fill="hold"/>
                                        <p:tgtEl>
                                          <p:spTgt spid="4">
                                            <p:graphicEl>
                                              <a:dgm id="{AAC4869F-4A54-4015-9420-EC605F0962DB}"/>
                                            </p:graphicEl>
                                          </p:spTgt>
                                        </p:tgtEl>
                                        <p:attrNameLst>
                                          <p:attrName>ppt_x</p:attrName>
                                        </p:attrNameLst>
                                      </p:cBhvr>
                                      <p:tavLst>
                                        <p:tav tm="0">
                                          <p:val>
                                            <p:fltVal val="0.5"/>
                                          </p:val>
                                        </p:tav>
                                        <p:tav tm="100000">
                                          <p:val>
                                            <p:strVal val="#ppt_x"/>
                                          </p:val>
                                        </p:tav>
                                      </p:tavLst>
                                    </p:anim>
                                    <p:anim calcmode="lin" valueType="num">
                                      <p:cBhvr>
                                        <p:cTn id="45" dur="500" fill="hold"/>
                                        <p:tgtEl>
                                          <p:spTgt spid="4">
                                            <p:graphicEl>
                                              <a:dgm id="{AAC4869F-4A54-4015-9420-EC605F0962DB}"/>
                                            </p:graphicEl>
                                          </p:spTgt>
                                        </p:tgtEl>
                                        <p:attrNameLst>
                                          <p:attrName>ppt_y</p:attrName>
                                        </p:attrNameLst>
                                      </p:cBhvr>
                                      <p:tavLst>
                                        <p:tav tm="0">
                                          <p:val>
                                            <p:fltVal val="0.5"/>
                                          </p:val>
                                        </p:tav>
                                        <p:tav tm="100000">
                                          <p:val>
                                            <p:strVal val="#ppt_y"/>
                                          </p:val>
                                        </p:tav>
                                      </p:tavLst>
                                    </p:anim>
                                  </p:childTnLst>
                                </p:cTn>
                              </p:par>
                              <p:par>
                                <p:cTn id="46" presetID="53" presetClass="entr" presetSubtype="528" fill="hold" grpId="0" nodeType="withEffect">
                                  <p:stCondLst>
                                    <p:cond delay="0"/>
                                  </p:stCondLst>
                                  <p:childTnLst>
                                    <p:set>
                                      <p:cBhvr>
                                        <p:cTn id="47" dur="1" fill="hold">
                                          <p:stCondLst>
                                            <p:cond delay="0"/>
                                          </p:stCondLst>
                                        </p:cTn>
                                        <p:tgtEl>
                                          <p:spTgt spid="4">
                                            <p:graphicEl>
                                              <a:dgm id="{526E7413-9B59-496B-9918-ECD85ACD62BC}"/>
                                            </p:graphicEl>
                                          </p:spTgt>
                                        </p:tgtEl>
                                        <p:attrNameLst>
                                          <p:attrName>style.visibility</p:attrName>
                                        </p:attrNameLst>
                                      </p:cBhvr>
                                      <p:to>
                                        <p:strVal val="visible"/>
                                      </p:to>
                                    </p:set>
                                    <p:anim calcmode="lin" valueType="num">
                                      <p:cBhvr>
                                        <p:cTn id="48" dur="500" fill="hold"/>
                                        <p:tgtEl>
                                          <p:spTgt spid="4">
                                            <p:graphicEl>
                                              <a:dgm id="{526E7413-9B59-496B-9918-ECD85ACD62BC}"/>
                                            </p:graphicEl>
                                          </p:spTgt>
                                        </p:tgtEl>
                                        <p:attrNameLst>
                                          <p:attrName>ppt_w</p:attrName>
                                        </p:attrNameLst>
                                      </p:cBhvr>
                                      <p:tavLst>
                                        <p:tav tm="0">
                                          <p:val>
                                            <p:fltVal val="0"/>
                                          </p:val>
                                        </p:tav>
                                        <p:tav tm="100000">
                                          <p:val>
                                            <p:strVal val="#ppt_w"/>
                                          </p:val>
                                        </p:tav>
                                      </p:tavLst>
                                    </p:anim>
                                    <p:anim calcmode="lin" valueType="num">
                                      <p:cBhvr>
                                        <p:cTn id="49" dur="500" fill="hold"/>
                                        <p:tgtEl>
                                          <p:spTgt spid="4">
                                            <p:graphicEl>
                                              <a:dgm id="{526E7413-9B59-496B-9918-ECD85ACD62BC}"/>
                                            </p:graphicEl>
                                          </p:spTgt>
                                        </p:tgtEl>
                                        <p:attrNameLst>
                                          <p:attrName>ppt_h</p:attrName>
                                        </p:attrNameLst>
                                      </p:cBhvr>
                                      <p:tavLst>
                                        <p:tav tm="0">
                                          <p:val>
                                            <p:fltVal val="0"/>
                                          </p:val>
                                        </p:tav>
                                        <p:tav tm="100000">
                                          <p:val>
                                            <p:strVal val="#ppt_h"/>
                                          </p:val>
                                        </p:tav>
                                      </p:tavLst>
                                    </p:anim>
                                    <p:animEffect transition="in" filter="fade">
                                      <p:cBhvr>
                                        <p:cTn id="50" dur="500"/>
                                        <p:tgtEl>
                                          <p:spTgt spid="4">
                                            <p:graphicEl>
                                              <a:dgm id="{526E7413-9B59-496B-9918-ECD85ACD62BC}"/>
                                            </p:graphicEl>
                                          </p:spTgt>
                                        </p:tgtEl>
                                      </p:cBhvr>
                                    </p:animEffect>
                                    <p:anim calcmode="lin" valueType="num">
                                      <p:cBhvr>
                                        <p:cTn id="51" dur="500" fill="hold"/>
                                        <p:tgtEl>
                                          <p:spTgt spid="4">
                                            <p:graphicEl>
                                              <a:dgm id="{526E7413-9B59-496B-9918-ECD85ACD62BC}"/>
                                            </p:graphicEl>
                                          </p:spTgt>
                                        </p:tgtEl>
                                        <p:attrNameLst>
                                          <p:attrName>ppt_x</p:attrName>
                                        </p:attrNameLst>
                                      </p:cBhvr>
                                      <p:tavLst>
                                        <p:tav tm="0">
                                          <p:val>
                                            <p:fltVal val="0.5"/>
                                          </p:val>
                                        </p:tav>
                                        <p:tav tm="100000">
                                          <p:val>
                                            <p:strVal val="#ppt_x"/>
                                          </p:val>
                                        </p:tav>
                                      </p:tavLst>
                                    </p:anim>
                                    <p:anim calcmode="lin" valueType="num">
                                      <p:cBhvr>
                                        <p:cTn id="52" dur="500" fill="hold"/>
                                        <p:tgtEl>
                                          <p:spTgt spid="4">
                                            <p:graphicEl>
                                              <a:dgm id="{526E7413-9B59-496B-9918-ECD85ACD62BC}"/>
                                            </p:graphicEl>
                                          </p:spTgt>
                                        </p:tgtEl>
                                        <p:attrNameLst>
                                          <p:attrName>ppt_y</p:attrName>
                                        </p:attrNameLst>
                                      </p:cBhvr>
                                      <p:tavLst>
                                        <p:tav tm="0">
                                          <p:val>
                                            <p:fltVal val="0.5"/>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53" presetClass="entr" presetSubtype="528" fill="hold" grpId="0" nodeType="clickEffect">
                                  <p:stCondLst>
                                    <p:cond delay="0"/>
                                  </p:stCondLst>
                                  <p:childTnLst>
                                    <p:set>
                                      <p:cBhvr>
                                        <p:cTn id="56" dur="1" fill="hold">
                                          <p:stCondLst>
                                            <p:cond delay="0"/>
                                          </p:stCondLst>
                                        </p:cTn>
                                        <p:tgtEl>
                                          <p:spTgt spid="4">
                                            <p:graphicEl>
                                              <a:dgm id="{E448038E-0C42-40E1-BFC8-640E4C46E215}"/>
                                            </p:graphicEl>
                                          </p:spTgt>
                                        </p:tgtEl>
                                        <p:attrNameLst>
                                          <p:attrName>style.visibility</p:attrName>
                                        </p:attrNameLst>
                                      </p:cBhvr>
                                      <p:to>
                                        <p:strVal val="visible"/>
                                      </p:to>
                                    </p:set>
                                    <p:anim calcmode="lin" valueType="num">
                                      <p:cBhvr>
                                        <p:cTn id="57" dur="500" fill="hold"/>
                                        <p:tgtEl>
                                          <p:spTgt spid="4">
                                            <p:graphicEl>
                                              <a:dgm id="{E448038E-0C42-40E1-BFC8-640E4C46E215}"/>
                                            </p:graphicEl>
                                          </p:spTgt>
                                        </p:tgtEl>
                                        <p:attrNameLst>
                                          <p:attrName>ppt_w</p:attrName>
                                        </p:attrNameLst>
                                      </p:cBhvr>
                                      <p:tavLst>
                                        <p:tav tm="0">
                                          <p:val>
                                            <p:fltVal val="0"/>
                                          </p:val>
                                        </p:tav>
                                        <p:tav tm="100000">
                                          <p:val>
                                            <p:strVal val="#ppt_w"/>
                                          </p:val>
                                        </p:tav>
                                      </p:tavLst>
                                    </p:anim>
                                    <p:anim calcmode="lin" valueType="num">
                                      <p:cBhvr>
                                        <p:cTn id="58" dur="500" fill="hold"/>
                                        <p:tgtEl>
                                          <p:spTgt spid="4">
                                            <p:graphicEl>
                                              <a:dgm id="{E448038E-0C42-40E1-BFC8-640E4C46E215}"/>
                                            </p:graphicEl>
                                          </p:spTgt>
                                        </p:tgtEl>
                                        <p:attrNameLst>
                                          <p:attrName>ppt_h</p:attrName>
                                        </p:attrNameLst>
                                      </p:cBhvr>
                                      <p:tavLst>
                                        <p:tav tm="0">
                                          <p:val>
                                            <p:fltVal val="0"/>
                                          </p:val>
                                        </p:tav>
                                        <p:tav tm="100000">
                                          <p:val>
                                            <p:strVal val="#ppt_h"/>
                                          </p:val>
                                        </p:tav>
                                      </p:tavLst>
                                    </p:anim>
                                    <p:animEffect transition="in" filter="fade">
                                      <p:cBhvr>
                                        <p:cTn id="59" dur="500"/>
                                        <p:tgtEl>
                                          <p:spTgt spid="4">
                                            <p:graphicEl>
                                              <a:dgm id="{E448038E-0C42-40E1-BFC8-640E4C46E215}"/>
                                            </p:graphicEl>
                                          </p:spTgt>
                                        </p:tgtEl>
                                      </p:cBhvr>
                                    </p:animEffect>
                                    <p:anim calcmode="lin" valueType="num">
                                      <p:cBhvr>
                                        <p:cTn id="60" dur="500" fill="hold"/>
                                        <p:tgtEl>
                                          <p:spTgt spid="4">
                                            <p:graphicEl>
                                              <a:dgm id="{E448038E-0C42-40E1-BFC8-640E4C46E215}"/>
                                            </p:graphicEl>
                                          </p:spTgt>
                                        </p:tgtEl>
                                        <p:attrNameLst>
                                          <p:attrName>ppt_x</p:attrName>
                                        </p:attrNameLst>
                                      </p:cBhvr>
                                      <p:tavLst>
                                        <p:tav tm="0">
                                          <p:val>
                                            <p:fltVal val="0.5"/>
                                          </p:val>
                                        </p:tav>
                                        <p:tav tm="100000">
                                          <p:val>
                                            <p:strVal val="#ppt_x"/>
                                          </p:val>
                                        </p:tav>
                                      </p:tavLst>
                                    </p:anim>
                                    <p:anim calcmode="lin" valueType="num">
                                      <p:cBhvr>
                                        <p:cTn id="61" dur="500" fill="hold"/>
                                        <p:tgtEl>
                                          <p:spTgt spid="4">
                                            <p:graphicEl>
                                              <a:dgm id="{E448038E-0C42-40E1-BFC8-640E4C46E215}"/>
                                            </p:graphicEl>
                                          </p:spTgt>
                                        </p:tgtEl>
                                        <p:attrNameLst>
                                          <p:attrName>ppt_y</p:attrName>
                                        </p:attrNameLst>
                                      </p:cBhvr>
                                      <p:tavLst>
                                        <p:tav tm="0">
                                          <p:val>
                                            <p:fltVal val="0.5"/>
                                          </p:val>
                                        </p:tav>
                                        <p:tav tm="100000">
                                          <p:val>
                                            <p:strVal val="#ppt_y"/>
                                          </p:val>
                                        </p:tav>
                                      </p:tavLst>
                                    </p:anim>
                                  </p:childTnLst>
                                </p:cTn>
                              </p:par>
                              <p:par>
                                <p:cTn id="62" presetID="53" presetClass="entr" presetSubtype="528" fill="hold" grpId="0" nodeType="withEffect">
                                  <p:stCondLst>
                                    <p:cond delay="0"/>
                                  </p:stCondLst>
                                  <p:childTnLst>
                                    <p:set>
                                      <p:cBhvr>
                                        <p:cTn id="63" dur="1" fill="hold">
                                          <p:stCondLst>
                                            <p:cond delay="0"/>
                                          </p:stCondLst>
                                        </p:cTn>
                                        <p:tgtEl>
                                          <p:spTgt spid="4">
                                            <p:graphicEl>
                                              <a:dgm id="{FB91B04E-6A1A-474A-B2AC-4F8CA3068F41}"/>
                                            </p:graphicEl>
                                          </p:spTgt>
                                        </p:tgtEl>
                                        <p:attrNameLst>
                                          <p:attrName>style.visibility</p:attrName>
                                        </p:attrNameLst>
                                      </p:cBhvr>
                                      <p:to>
                                        <p:strVal val="visible"/>
                                      </p:to>
                                    </p:set>
                                    <p:anim calcmode="lin" valueType="num">
                                      <p:cBhvr>
                                        <p:cTn id="64" dur="500" fill="hold"/>
                                        <p:tgtEl>
                                          <p:spTgt spid="4">
                                            <p:graphicEl>
                                              <a:dgm id="{FB91B04E-6A1A-474A-B2AC-4F8CA3068F41}"/>
                                            </p:graphicEl>
                                          </p:spTgt>
                                        </p:tgtEl>
                                        <p:attrNameLst>
                                          <p:attrName>ppt_w</p:attrName>
                                        </p:attrNameLst>
                                      </p:cBhvr>
                                      <p:tavLst>
                                        <p:tav tm="0">
                                          <p:val>
                                            <p:fltVal val="0"/>
                                          </p:val>
                                        </p:tav>
                                        <p:tav tm="100000">
                                          <p:val>
                                            <p:strVal val="#ppt_w"/>
                                          </p:val>
                                        </p:tav>
                                      </p:tavLst>
                                    </p:anim>
                                    <p:anim calcmode="lin" valueType="num">
                                      <p:cBhvr>
                                        <p:cTn id="65" dur="500" fill="hold"/>
                                        <p:tgtEl>
                                          <p:spTgt spid="4">
                                            <p:graphicEl>
                                              <a:dgm id="{FB91B04E-6A1A-474A-B2AC-4F8CA3068F41}"/>
                                            </p:graphicEl>
                                          </p:spTgt>
                                        </p:tgtEl>
                                        <p:attrNameLst>
                                          <p:attrName>ppt_h</p:attrName>
                                        </p:attrNameLst>
                                      </p:cBhvr>
                                      <p:tavLst>
                                        <p:tav tm="0">
                                          <p:val>
                                            <p:fltVal val="0"/>
                                          </p:val>
                                        </p:tav>
                                        <p:tav tm="100000">
                                          <p:val>
                                            <p:strVal val="#ppt_h"/>
                                          </p:val>
                                        </p:tav>
                                      </p:tavLst>
                                    </p:anim>
                                    <p:animEffect transition="in" filter="fade">
                                      <p:cBhvr>
                                        <p:cTn id="66" dur="500"/>
                                        <p:tgtEl>
                                          <p:spTgt spid="4">
                                            <p:graphicEl>
                                              <a:dgm id="{FB91B04E-6A1A-474A-B2AC-4F8CA3068F41}"/>
                                            </p:graphicEl>
                                          </p:spTgt>
                                        </p:tgtEl>
                                      </p:cBhvr>
                                    </p:animEffect>
                                    <p:anim calcmode="lin" valueType="num">
                                      <p:cBhvr>
                                        <p:cTn id="67" dur="500" fill="hold"/>
                                        <p:tgtEl>
                                          <p:spTgt spid="4">
                                            <p:graphicEl>
                                              <a:dgm id="{FB91B04E-6A1A-474A-B2AC-4F8CA3068F41}"/>
                                            </p:graphicEl>
                                          </p:spTgt>
                                        </p:tgtEl>
                                        <p:attrNameLst>
                                          <p:attrName>ppt_x</p:attrName>
                                        </p:attrNameLst>
                                      </p:cBhvr>
                                      <p:tavLst>
                                        <p:tav tm="0">
                                          <p:val>
                                            <p:fltVal val="0.5"/>
                                          </p:val>
                                        </p:tav>
                                        <p:tav tm="100000">
                                          <p:val>
                                            <p:strVal val="#ppt_x"/>
                                          </p:val>
                                        </p:tav>
                                      </p:tavLst>
                                    </p:anim>
                                    <p:anim calcmode="lin" valueType="num">
                                      <p:cBhvr>
                                        <p:cTn id="68" dur="500" fill="hold"/>
                                        <p:tgtEl>
                                          <p:spTgt spid="4">
                                            <p:graphicEl>
                                              <a:dgm id="{FB91B04E-6A1A-474A-B2AC-4F8CA3068F41}"/>
                                            </p:graphicEl>
                                          </p:spTgt>
                                        </p:tgtEl>
                                        <p:attrNameLst>
                                          <p:attrName>ppt_y</p:attrName>
                                        </p:attrNameLst>
                                      </p:cBhvr>
                                      <p:tavLst>
                                        <p:tav tm="0">
                                          <p:val>
                                            <p:fltVal val="0.5"/>
                                          </p:val>
                                        </p:tav>
                                        <p:tav tm="100000">
                                          <p:val>
                                            <p:strVal val="#ppt_y"/>
                                          </p:val>
                                        </p:tav>
                                      </p:tavLst>
                                    </p:anim>
                                  </p:childTnLst>
                                </p:cTn>
                              </p:par>
                              <p:par>
                                <p:cTn id="69" presetID="53" presetClass="entr" presetSubtype="528" fill="hold" grpId="0" nodeType="withEffect">
                                  <p:stCondLst>
                                    <p:cond delay="0"/>
                                  </p:stCondLst>
                                  <p:childTnLst>
                                    <p:set>
                                      <p:cBhvr>
                                        <p:cTn id="70" dur="1" fill="hold">
                                          <p:stCondLst>
                                            <p:cond delay="0"/>
                                          </p:stCondLst>
                                        </p:cTn>
                                        <p:tgtEl>
                                          <p:spTgt spid="4">
                                            <p:graphicEl>
                                              <a:dgm id="{2DD88D34-504E-476B-8E07-818730DA9C11}"/>
                                            </p:graphicEl>
                                          </p:spTgt>
                                        </p:tgtEl>
                                        <p:attrNameLst>
                                          <p:attrName>style.visibility</p:attrName>
                                        </p:attrNameLst>
                                      </p:cBhvr>
                                      <p:to>
                                        <p:strVal val="visible"/>
                                      </p:to>
                                    </p:set>
                                    <p:anim calcmode="lin" valueType="num">
                                      <p:cBhvr>
                                        <p:cTn id="71" dur="500" fill="hold"/>
                                        <p:tgtEl>
                                          <p:spTgt spid="4">
                                            <p:graphicEl>
                                              <a:dgm id="{2DD88D34-504E-476B-8E07-818730DA9C11}"/>
                                            </p:graphicEl>
                                          </p:spTgt>
                                        </p:tgtEl>
                                        <p:attrNameLst>
                                          <p:attrName>ppt_w</p:attrName>
                                        </p:attrNameLst>
                                      </p:cBhvr>
                                      <p:tavLst>
                                        <p:tav tm="0">
                                          <p:val>
                                            <p:fltVal val="0"/>
                                          </p:val>
                                        </p:tav>
                                        <p:tav tm="100000">
                                          <p:val>
                                            <p:strVal val="#ppt_w"/>
                                          </p:val>
                                        </p:tav>
                                      </p:tavLst>
                                    </p:anim>
                                    <p:anim calcmode="lin" valueType="num">
                                      <p:cBhvr>
                                        <p:cTn id="72" dur="500" fill="hold"/>
                                        <p:tgtEl>
                                          <p:spTgt spid="4">
                                            <p:graphicEl>
                                              <a:dgm id="{2DD88D34-504E-476B-8E07-818730DA9C11}"/>
                                            </p:graphicEl>
                                          </p:spTgt>
                                        </p:tgtEl>
                                        <p:attrNameLst>
                                          <p:attrName>ppt_h</p:attrName>
                                        </p:attrNameLst>
                                      </p:cBhvr>
                                      <p:tavLst>
                                        <p:tav tm="0">
                                          <p:val>
                                            <p:fltVal val="0"/>
                                          </p:val>
                                        </p:tav>
                                        <p:tav tm="100000">
                                          <p:val>
                                            <p:strVal val="#ppt_h"/>
                                          </p:val>
                                        </p:tav>
                                      </p:tavLst>
                                    </p:anim>
                                    <p:animEffect transition="in" filter="fade">
                                      <p:cBhvr>
                                        <p:cTn id="73" dur="500"/>
                                        <p:tgtEl>
                                          <p:spTgt spid="4">
                                            <p:graphicEl>
                                              <a:dgm id="{2DD88D34-504E-476B-8E07-818730DA9C11}"/>
                                            </p:graphicEl>
                                          </p:spTgt>
                                        </p:tgtEl>
                                      </p:cBhvr>
                                    </p:animEffect>
                                    <p:anim calcmode="lin" valueType="num">
                                      <p:cBhvr>
                                        <p:cTn id="74" dur="500" fill="hold"/>
                                        <p:tgtEl>
                                          <p:spTgt spid="4">
                                            <p:graphicEl>
                                              <a:dgm id="{2DD88D34-504E-476B-8E07-818730DA9C11}"/>
                                            </p:graphicEl>
                                          </p:spTgt>
                                        </p:tgtEl>
                                        <p:attrNameLst>
                                          <p:attrName>ppt_x</p:attrName>
                                        </p:attrNameLst>
                                      </p:cBhvr>
                                      <p:tavLst>
                                        <p:tav tm="0">
                                          <p:val>
                                            <p:fltVal val="0.5"/>
                                          </p:val>
                                        </p:tav>
                                        <p:tav tm="100000">
                                          <p:val>
                                            <p:strVal val="#ppt_x"/>
                                          </p:val>
                                        </p:tav>
                                      </p:tavLst>
                                    </p:anim>
                                    <p:anim calcmode="lin" valueType="num">
                                      <p:cBhvr>
                                        <p:cTn id="75" dur="500" fill="hold"/>
                                        <p:tgtEl>
                                          <p:spTgt spid="4">
                                            <p:graphicEl>
                                              <a:dgm id="{2DD88D34-504E-476B-8E07-818730DA9C11}"/>
                                            </p:graphicEl>
                                          </p:spTgt>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179" name="Group 178"/>
          <p:cNvGrpSpPr/>
          <p:nvPr/>
        </p:nvGrpSpPr>
        <p:grpSpPr>
          <a:xfrm>
            <a:off x="2453" y="4498236"/>
            <a:ext cx="5293769" cy="854844"/>
            <a:chOff x="1" y="3302547"/>
            <a:chExt cx="5295899" cy="855188"/>
          </a:xfrm>
        </p:grpSpPr>
        <p:sp>
          <p:nvSpPr>
            <p:cNvPr id="180"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p:txBody>
        </p:sp>
        <p:sp>
          <p:nvSpPr>
            <p:cNvPr id="181" name="TextBox 180"/>
            <p:cNvSpPr txBox="1"/>
            <p:nvPr/>
          </p:nvSpPr>
          <p:spPr>
            <a:xfrm>
              <a:off x="358237" y="3683815"/>
              <a:ext cx="3885960" cy="369353"/>
            </a:xfrm>
            <a:prstGeom prst="rect">
              <a:avLst/>
            </a:prstGeom>
            <a:noFill/>
          </p:spPr>
          <p:txBody>
            <a:bodyPr wrap="none" lIns="0" tIns="0" rIns="0" bIns="0" rtlCol="0">
              <a:spAutoFit/>
            </a:bodyPr>
            <a:lstStyle/>
            <a:p>
              <a:pPr defTabSz="1218504">
                <a:defRPr/>
              </a:pPr>
              <a:r>
                <a:rPr lang="zh-CN" altLang="en-US" sz="2399" spc="-70" dirty="0">
                  <a:solidFill>
                    <a:srgbClr val="FFFFFF"/>
                  </a:solidFill>
                  <a:latin typeface="微软雅黑" pitchFamily="34" charset="-122"/>
                  <a:ea typeface="微软雅黑" pitchFamily="34" charset="-122"/>
                </a:rPr>
                <a:t>每天的工作，从发现开始</a:t>
              </a:r>
              <a:r>
                <a:rPr lang="en-US" altLang="zh-CN" sz="2399" spc="-70" dirty="0">
                  <a:solidFill>
                    <a:srgbClr val="FFFFFF"/>
                  </a:solidFill>
                  <a:latin typeface="微软雅黑" pitchFamily="34" charset="-122"/>
                  <a:ea typeface="微软雅黑" pitchFamily="34" charset="-122"/>
                </a:rPr>
                <a:t>……</a:t>
              </a:r>
              <a:endParaRPr lang="en-US" sz="2399" spc="-70" dirty="0">
                <a:solidFill>
                  <a:srgbClr val="FFFFFF"/>
                </a:solidFill>
                <a:latin typeface="微软雅黑" pitchFamily="34" charset="-122"/>
                <a:ea typeface="微软雅黑" pitchFamily="34" charset="-122"/>
              </a:endParaRPr>
            </a:p>
          </p:txBody>
        </p:sp>
        <p:sp>
          <p:nvSpPr>
            <p:cNvPr id="182"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a:solidFill>
                    <a:srgbClr val="FFFFFF"/>
                  </a:solidFill>
                  <a:latin typeface="微软雅黑" pitchFamily="34" charset="-122"/>
                  <a:ea typeface="微软雅黑" pitchFamily="34" charset="-122"/>
                </a:rPr>
                <a:t>信息工作者的一天</a:t>
              </a:r>
              <a:endParaRPr lang="en-US" sz="1799" spc="-70" dirty="0">
                <a:solidFill>
                  <a:srgbClr val="FFFFFF"/>
                </a:solidFill>
                <a:latin typeface="微软雅黑" pitchFamily="34" charset="-122"/>
                <a:ea typeface="微软雅黑" pitchFamily="34" charset="-122"/>
              </a:endParaRPr>
            </a:p>
          </p:txBody>
        </p:sp>
      </p:grpSp>
      <p:grpSp>
        <p:nvGrpSpPr>
          <p:cNvPr id="6" name="Group 5"/>
          <p:cNvGrpSpPr/>
          <p:nvPr/>
        </p:nvGrpSpPr>
        <p:grpSpPr>
          <a:xfrm>
            <a:off x="8335107" y="1907125"/>
            <a:ext cx="3048944" cy="833270"/>
            <a:chOff x="9267581" y="3657671"/>
            <a:chExt cx="2479296" cy="850200"/>
          </a:xfrm>
        </p:grpSpPr>
        <p:sp>
          <p:nvSpPr>
            <p:cNvPr id="177"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44" name="Group 43"/>
            <p:cNvGrpSpPr/>
            <p:nvPr/>
          </p:nvGrpSpPr>
          <p:grpSpPr>
            <a:xfrm>
              <a:off x="9406816" y="3802549"/>
              <a:ext cx="59675" cy="59111"/>
              <a:chOff x="5521643" y="5171145"/>
              <a:chExt cx="235475" cy="233252"/>
            </a:xfrm>
          </p:grpSpPr>
          <p:sp>
            <p:nvSpPr>
              <p:cNvPr id="45"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46"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2" name="Rectangle 1"/>
            <p:cNvSpPr/>
            <p:nvPr/>
          </p:nvSpPr>
          <p:spPr>
            <a:xfrm>
              <a:off x="9430246" y="3861660"/>
              <a:ext cx="2093953"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发现邮件信息提醒</a:t>
              </a:r>
              <a:endParaRPr lang="en-US" sz="2400" spc="-70" dirty="0">
                <a:solidFill>
                  <a:srgbClr val="FFFFFF"/>
                </a:solidFill>
                <a:latin typeface="微软雅黑" pitchFamily="34" charset="-122"/>
                <a:ea typeface="微软雅黑" pitchFamily="34" charset="-122"/>
              </a:endParaRPr>
            </a:p>
          </p:txBody>
        </p:sp>
      </p:grpSp>
      <p:grpSp>
        <p:nvGrpSpPr>
          <p:cNvPr id="50" name="Group 5"/>
          <p:cNvGrpSpPr/>
          <p:nvPr/>
        </p:nvGrpSpPr>
        <p:grpSpPr>
          <a:xfrm>
            <a:off x="8335107" y="2942268"/>
            <a:ext cx="3048944" cy="833270"/>
            <a:chOff x="9267581" y="3657671"/>
            <a:chExt cx="2479296" cy="850200"/>
          </a:xfrm>
        </p:grpSpPr>
        <p:sp>
          <p:nvSpPr>
            <p:cNvPr id="51"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52" name="Group 43"/>
            <p:cNvGrpSpPr/>
            <p:nvPr/>
          </p:nvGrpSpPr>
          <p:grpSpPr>
            <a:xfrm>
              <a:off x="9406816" y="3802549"/>
              <a:ext cx="59675" cy="59111"/>
              <a:chOff x="5521643" y="5171145"/>
              <a:chExt cx="235475" cy="233252"/>
            </a:xfrm>
          </p:grpSpPr>
          <p:sp>
            <p:nvSpPr>
              <p:cNvPr id="54"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55"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53" name="Rectangle 1"/>
            <p:cNvSpPr/>
            <p:nvPr/>
          </p:nvSpPr>
          <p:spPr>
            <a:xfrm>
              <a:off x="9430246" y="3861660"/>
              <a:ext cx="2093954"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发现项目任务安排</a:t>
              </a:r>
              <a:endParaRPr lang="en-US" sz="2400" spc="-70" dirty="0">
                <a:solidFill>
                  <a:srgbClr val="FFFFFF"/>
                </a:solidFill>
                <a:latin typeface="微软雅黑" pitchFamily="34" charset="-122"/>
                <a:ea typeface="微软雅黑" pitchFamily="34" charset="-122"/>
              </a:endParaRPr>
            </a:p>
          </p:txBody>
        </p:sp>
      </p:grpSp>
      <p:grpSp>
        <p:nvGrpSpPr>
          <p:cNvPr id="56" name="Group 5"/>
          <p:cNvGrpSpPr/>
          <p:nvPr/>
        </p:nvGrpSpPr>
        <p:grpSpPr>
          <a:xfrm>
            <a:off x="8335107" y="3977411"/>
            <a:ext cx="3048944" cy="833270"/>
            <a:chOff x="9267581" y="3657671"/>
            <a:chExt cx="2479296" cy="850200"/>
          </a:xfrm>
        </p:grpSpPr>
        <p:sp>
          <p:nvSpPr>
            <p:cNvPr id="57"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58" name="Group 43"/>
            <p:cNvGrpSpPr/>
            <p:nvPr/>
          </p:nvGrpSpPr>
          <p:grpSpPr>
            <a:xfrm>
              <a:off x="9406816" y="3802549"/>
              <a:ext cx="59675" cy="59111"/>
              <a:chOff x="5521643" y="5171145"/>
              <a:chExt cx="235475" cy="233252"/>
            </a:xfrm>
          </p:grpSpPr>
          <p:sp>
            <p:nvSpPr>
              <p:cNvPr id="60"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61"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59" name="Rectangle 1"/>
            <p:cNvSpPr/>
            <p:nvPr/>
          </p:nvSpPr>
          <p:spPr>
            <a:xfrm>
              <a:off x="9430245" y="3861660"/>
              <a:ext cx="2093954"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发现团队信息变化</a:t>
              </a:r>
              <a:endParaRPr lang="en-US" sz="2400" spc="-70" dirty="0">
                <a:solidFill>
                  <a:srgbClr val="FFFFFF"/>
                </a:solidFill>
                <a:latin typeface="微软雅黑" pitchFamily="34" charset="-122"/>
                <a:ea typeface="微软雅黑" pitchFamily="34" charset="-122"/>
              </a:endParaRPr>
            </a:p>
          </p:txBody>
        </p:sp>
      </p:grpSp>
      <p:grpSp>
        <p:nvGrpSpPr>
          <p:cNvPr id="62" name="Group 5"/>
          <p:cNvGrpSpPr/>
          <p:nvPr/>
        </p:nvGrpSpPr>
        <p:grpSpPr>
          <a:xfrm>
            <a:off x="8335107" y="5012555"/>
            <a:ext cx="3048944" cy="833270"/>
            <a:chOff x="9267581" y="3657671"/>
            <a:chExt cx="2479296" cy="850200"/>
          </a:xfrm>
        </p:grpSpPr>
        <p:sp>
          <p:nvSpPr>
            <p:cNvPr id="63"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64" name="Group 43"/>
            <p:cNvGrpSpPr/>
            <p:nvPr/>
          </p:nvGrpSpPr>
          <p:grpSpPr>
            <a:xfrm>
              <a:off x="9406816" y="3802549"/>
              <a:ext cx="59675" cy="59111"/>
              <a:chOff x="5521643" y="5171145"/>
              <a:chExt cx="235475" cy="233252"/>
            </a:xfrm>
          </p:grpSpPr>
          <p:sp>
            <p:nvSpPr>
              <p:cNvPr id="66"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73"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65" name="Rectangle 1"/>
            <p:cNvSpPr/>
            <p:nvPr/>
          </p:nvSpPr>
          <p:spPr>
            <a:xfrm>
              <a:off x="9430247" y="3861660"/>
              <a:ext cx="2093954"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记录并且分享信息</a:t>
              </a:r>
              <a:endParaRPr lang="en-US" sz="2400" spc="-70" dirty="0">
                <a:solidFill>
                  <a:srgbClr val="FFFF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679179263"/>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9"/>
                                        </p:tgtEl>
                                        <p:attrNameLst>
                                          <p:attrName>style.visibility</p:attrName>
                                        </p:attrNameLst>
                                      </p:cBhvr>
                                      <p:to>
                                        <p:strVal val="visible"/>
                                      </p:to>
                                    </p:set>
                                    <p:anim calcmode="lin" valueType="num">
                                      <p:cBhvr additive="base">
                                        <p:cTn id="7" dur="500" fill="hold"/>
                                        <p:tgtEl>
                                          <p:spTgt spid="179"/>
                                        </p:tgtEl>
                                        <p:attrNameLst>
                                          <p:attrName>ppt_x</p:attrName>
                                        </p:attrNameLst>
                                      </p:cBhvr>
                                      <p:tavLst>
                                        <p:tav tm="0">
                                          <p:val>
                                            <p:strVal val="0-#ppt_w/2"/>
                                          </p:val>
                                        </p:tav>
                                        <p:tav tm="100000">
                                          <p:val>
                                            <p:strVal val="#ppt_x"/>
                                          </p:val>
                                        </p:tav>
                                      </p:tavLst>
                                    </p:anim>
                                    <p:anim calcmode="lin" valueType="num">
                                      <p:cBhvr additive="base">
                                        <p:cTn id="8" dur="500" fill="hold"/>
                                        <p:tgtEl>
                                          <p:spTgt spid="1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5" name="Group 178"/>
          <p:cNvGrpSpPr/>
          <p:nvPr/>
        </p:nvGrpSpPr>
        <p:grpSpPr>
          <a:xfrm>
            <a:off x="2453" y="4498236"/>
            <a:ext cx="5293769" cy="854844"/>
            <a:chOff x="1" y="3302547"/>
            <a:chExt cx="5295899" cy="855188"/>
          </a:xfrm>
        </p:grpSpPr>
        <p:sp>
          <p:nvSpPr>
            <p:cNvPr id="6"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p:txBody>
        </p:sp>
        <p:sp>
          <p:nvSpPr>
            <p:cNvPr id="7" name="TextBox 180"/>
            <p:cNvSpPr txBox="1"/>
            <p:nvPr/>
          </p:nvSpPr>
          <p:spPr>
            <a:xfrm>
              <a:off x="358237" y="3683815"/>
              <a:ext cx="4483799" cy="369353"/>
            </a:xfrm>
            <a:prstGeom prst="rect">
              <a:avLst/>
            </a:prstGeom>
            <a:noFill/>
          </p:spPr>
          <p:txBody>
            <a:bodyPr wrap="none" lIns="0" tIns="0" rIns="0" bIns="0" rtlCol="0">
              <a:spAutoFit/>
            </a:bodyPr>
            <a:lstStyle/>
            <a:p>
              <a:pPr defTabSz="1218504">
                <a:defRPr/>
              </a:pPr>
              <a:r>
                <a:rPr lang="zh-CN" altLang="en-US" sz="2399" spc="-70" dirty="0">
                  <a:solidFill>
                    <a:srgbClr val="FFFFFF"/>
                  </a:solidFill>
                  <a:latin typeface="微软雅黑" pitchFamily="34" charset="-122"/>
                  <a:ea typeface="微软雅黑" pitchFamily="34" charset="-122"/>
                </a:rPr>
                <a:t>沟通为您解决问题并激发创意</a:t>
              </a:r>
              <a:r>
                <a:rPr lang="en-US" altLang="zh-CN" sz="2399" spc="-70" dirty="0">
                  <a:solidFill>
                    <a:srgbClr val="FFFFFF"/>
                  </a:solidFill>
                  <a:latin typeface="微软雅黑" pitchFamily="34" charset="-122"/>
                  <a:ea typeface="微软雅黑" pitchFamily="34" charset="-122"/>
                </a:rPr>
                <a:t>……</a:t>
              </a:r>
              <a:endParaRPr lang="en-US" sz="2399" spc="-70" dirty="0">
                <a:solidFill>
                  <a:srgbClr val="FFFFFF"/>
                </a:solidFill>
                <a:latin typeface="微软雅黑" pitchFamily="34" charset="-122"/>
                <a:ea typeface="微软雅黑" pitchFamily="34" charset="-122"/>
              </a:endParaRPr>
            </a:p>
          </p:txBody>
        </p:sp>
        <p:sp>
          <p:nvSpPr>
            <p:cNvPr id="8"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a:solidFill>
                    <a:srgbClr val="FFFFFF"/>
                  </a:solidFill>
                  <a:latin typeface="微软雅黑" pitchFamily="34" charset="-122"/>
                  <a:ea typeface="微软雅黑" pitchFamily="34" charset="-122"/>
                </a:rPr>
                <a:t>信息工作者的一天</a:t>
              </a:r>
              <a:endParaRPr lang="en-US" sz="1799" spc="-70" dirty="0">
                <a:solidFill>
                  <a:srgbClr val="FFFFFF"/>
                </a:solidFill>
                <a:latin typeface="微软雅黑" pitchFamily="34" charset="-122"/>
                <a:ea typeface="微软雅黑" pitchFamily="34" charset="-122"/>
              </a:endParaRPr>
            </a:p>
          </p:txBody>
        </p:sp>
      </p:grpSp>
      <p:grpSp>
        <p:nvGrpSpPr>
          <p:cNvPr id="9" name="Group 5"/>
          <p:cNvGrpSpPr/>
          <p:nvPr/>
        </p:nvGrpSpPr>
        <p:grpSpPr>
          <a:xfrm>
            <a:off x="8335107" y="1907125"/>
            <a:ext cx="3048944" cy="833270"/>
            <a:chOff x="9267581" y="3657671"/>
            <a:chExt cx="2479296" cy="850200"/>
          </a:xfrm>
        </p:grpSpPr>
        <p:sp>
          <p:nvSpPr>
            <p:cNvPr id="10"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11" name="Group 43"/>
            <p:cNvGrpSpPr/>
            <p:nvPr/>
          </p:nvGrpSpPr>
          <p:grpSpPr>
            <a:xfrm>
              <a:off x="9406816" y="3802549"/>
              <a:ext cx="59675" cy="59111"/>
              <a:chOff x="5521643" y="5171145"/>
              <a:chExt cx="235475" cy="233252"/>
            </a:xfrm>
          </p:grpSpPr>
          <p:sp>
            <p:nvSpPr>
              <p:cNvPr id="13"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14"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12"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消息沟通</a:t>
              </a:r>
              <a:endParaRPr lang="en-US" sz="2400" spc="-70" dirty="0">
                <a:solidFill>
                  <a:srgbClr val="FFFFFF"/>
                </a:solidFill>
                <a:latin typeface="微软雅黑" pitchFamily="34" charset="-122"/>
                <a:ea typeface="微软雅黑" pitchFamily="34" charset="-122"/>
              </a:endParaRPr>
            </a:p>
          </p:txBody>
        </p:sp>
      </p:grpSp>
      <p:grpSp>
        <p:nvGrpSpPr>
          <p:cNvPr id="15" name="Group 5"/>
          <p:cNvGrpSpPr/>
          <p:nvPr/>
        </p:nvGrpSpPr>
        <p:grpSpPr>
          <a:xfrm>
            <a:off x="8335107" y="2942268"/>
            <a:ext cx="3048944" cy="833270"/>
            <a:chOff x="9267581" y="3657671"/>
            <a:chExt cx="2479296" cy="850200"/>
          </a:xfrm>
        </p:grpSpPr>
        <p:sp>
          <p:nvSpPr>
            <p:cNvPr id="16"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17" name="Group 43"/>
            <p:cNvGrpSpPr/>
            <p:nvPr/>
          </p:nvGrpSpPr>
          <p:grpSpPr>
            <a:xfrm>
              <a:off x="9406816" y="3802549"/>
              <a:ext cx="59675" cy="59111"/>
              <a:chOff x="5521643" y="5171145"/>
              <a:chExt cx="235475" cy="233252"/>
            </a:xfrm>
          </p:grpSpPr>
          <p:sp>
            <p:nvSpPr>
              <p:cNvPr id="19"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20"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18"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会议沟通</a:t>
              </a:r>
              <a:endParaRPr lang="en-US" sz="2400" spc="-70" dirty="0">
                <a:solidFill>
                  <a:srgbClr val="FFFFFF"/>
                </a:solidFill>
                <a:latin typeface="微软雅黑" pitchFamily="34" charset="-122"/>
                <a:ea typeface="微软雅黑" pitchFamily="34" charset="-122"/>
              </a:endParaRPr>
            </a:p>
          </p:txBody>
        </p:sp>
      </p:grpSp>
      <p:grpSp>
        <p:nvGrpSpPr>
          <p:cNvPr id="21" name="Group 5"/>
          <p:cNvGrpSpPr/>
          <p:nvPr/>
        </p:nvGrpSpPr>
        <p:grpSpPr>
          <a:xfrm>
            <a:off x="8335107" y="3977411"/>
            <a:ext cx="3048944" cy="833270"/>
            <a:chOff x="9267581" y="3657671"/>
            <a:chExt cx="2479296" cy="850200"/>
          </a:xfrm>
        </p:grpSpPr>
        <p:sp>
          <p:nvSpPr>
            <p:cNvPr id="22"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23" name="Group 43"/>
            <p:cNvGrpSpPr/>
            <p:nvPr/>
          </p:nvGrpSpPr>
          <p:grpSpPr>
            <a:xfrm>
              <a:off x="9406816" y="3802549"/>
              <a:ext cx="59675" cy="59111"/>
              <a:chOff x="5521643" y="5171145"/>
              <a:chExt cx="235475" cy="233252"/>
            </a:xfrm>
          </p:grpSpPr>
          <p:sp>
            <p:nvSpPr>
              <p:cNvPr id="25"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26"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24"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语音沟通</a:t>
              </a:r>
              <a:endParaRPr lang="en-US" sz="2400" spc="-70" dirty="0">
                <a:solidFill>
                  <a:srgbClr val="FFFFFF"/>
                </a:solidFill>
                <a:latin typeface="微软雅黑" pitchFamily="34" charset="-122"/>
                <a:ea typeface="微软雅黑" pitchFamily="34" charset="-122"/>
              </a:endParaRPr>
            </a:p>
          </p:txBody>
        </p:sp>
      </p:grpSp>
      <p:grpSp>
        <p:nvGrpSpPr>
          <p:cNvPr id="27" name="Group 5"/>
          <p:cNvGrpSpPr/>
          <p:nvPr/>
        </p:nvGrpSpPr>
        <p:grpSpPr>
          <a:xfrm>
            <a:off x="8335107" y="5012555"/>
            <a:ext cx="3048944" cy="833270"/>
            <a:chOff x="9267581" y="3657671"/>
            <a:chExt cx="2479296" cy="850200"/>
          </a:xfrm>
        </p:grpSpPr>
        <p:sp>
          <p:nvSpPr>
            <p:cNvPr id="28"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29" name="Group 43"/>
            <p:cNvGrpSpPr/>
            <p:nvPr/>
          </p:nvGrpSpPr>
          <p:grpSpPr>
            <a:xfrm>
              <a:off x="9406816" y="3802549"/>
              <a:ext cx="59675" cy="59111"/>
              <a:chOff x="5521643" y="5171145"/>
              <a:chExt cx="235475" cy="233252"/>
            </a:xfrm>
          </p:grpSpPr>
          <p:sp>
            <p:nvSpPr>
              <p:cNvPr id="31"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32"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30"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企业社交</a:t>
              </a:r>
              <a:endParaRPr lang="en-US" sz="2400" spc="-70" dirty="0">
                <a:solidFill>
                  <a:srgbClr val="FFFF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096672137"/>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Group 178"/>
          <p:cNvGrpSpPr/>
          <p:nvPr/>
        </p:nvGrpSpPr>
        <p:grpSpPr>
          <a:xfrm>
            <a:off x="2453" y="4498236"/>
            <a:ext cx="5293769" cy="854844"/>
            <a:chOff x="1" y="3302547"/>
            <a:chExt cx="5295899" cy="855188"/>
          </a:xfrm>
        </p:grpSpPr>
        <p:sp>
          <p:nvSpPr>
            <p:cNvPr id="7"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p:txBody>
        </p:sp>
        <p:sp>
          <p:nvSpPr>
            <p:cNvPr id="8" name="TextBox 180"/>
            <p:cNvSpPr txBox="1"/>
            <p:nvPr/>
          </p:nvSpPr>
          <p:spPr>
            <a:xfrm>
              <a:off x="358237" y="3683815"/>
              <a:ext cx="4184879" cy="369353"/>
            </a:xfrm>
            <a:prstGeom prst="rect">
              <a:avLst/>
            </a:prstGeom>
            <a:noFill/>
          </p:spPr>
          <p:txBody>
            <a:bodyPr wrap="none" lIns="0" tIns="0" rIns="0" bIns="0" rtlCol="0">
              <a:spAutoFit/>
            </a:bodyPr>
            <a:lstStyle/>
            <a:p>
              <a:pPr defTabSz="1218504">
                <a:defRPr/>
              </a:pPr>
              <a:r>
                <a:rPr lang="zh-CN" altLang="en-US" sz="2399" spc="-70" dirty="0">
                  <a:solidFill>
                    <a:srgbClr val="FFFFFF"/>
                  </a:solidFill>
                  <a:latin typeface="微软雅黑" pitchFamily="34" charset="-122"/>
                  <a:ea typeface="微软雅黑" pitchFamily="34" charset="-122"/>
                </a:rPr>
                <a:t>效率与协作，是交付的关键</a:t>
              </a:r>
              <a:r>
                <a:rPr lang="en-US" altLang="zh-CN" sz="2399" spc="-70" dirty="0">
                  <a:solidFill>
                    <a:srgbClr val="FFFFFF"/>
                  </a:solidFill>
                  <a:latin typeface="微软雅黑" pitchFamily="34" charset="-122"/>
                  <a:ea typeface="微软雅黑" pitchFamily="34" charset="-122"/>
                </a:rPr>
                <a:t>……</a:t>
              </a:r>
              <a:endParaRPr lang="en-US" sz="2399" spc="-70" dirty="0">
                <a:solidFill>
                  <a:srgbClr val="FFFFFF"/>
                </a:solidFill>
                <a:latin typeface="微软雅黑" pitchFamily="34" charset="-122"/>
                <a:ea typeface="微软雅黑" pitchFamily="34" charset="-122"/>
              </a:endParaRPr>
            </a:p>
          </p:txBody>
        </p:sp>
        <p:sp>
          <p:nvSpPr>
            <p:cNvPr id="9"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a:solidFill>
                    <a:srgbClr val="FFFFFF"/>
                  </a:solidFill>
                  <a:latin typeface="微软雅黑" pitchFamily="34" charset="-122"/>
                  <a:ea typeface="微软雅黑" pitchFamily="34" charset="-122"/>
                </a:rPr>
                <a:t>信息工作者的一天</a:t>
              </a:r>
              <a:endParaRPr lang="en-US" sz="1799" spc="-70" dirty="0">
                <a:solidFill>
                  <a:srgbClr val="FFFFFF"/>
                </a:solidFill>
                <a:latin typeface="微软雅黑" pitchFamily="34" charset="-122"/>
                <a:ea typeface="微软雅黑" pitchFamily="34" charset="-122"/>
              </a:endParaRPr>
            </a:p>
          </p:txBody>
        </p:sp>
      </p:grpSp>
      <p:grpSp>
        <p:nvGrpSpPr>
          <p:cNvPr id="10" name="Group 5"/>
          <p:cNvGrpSpPr/>
          <p:nvPr/>
        </p:nvGrpSpPr>
        <p:grpSpPr>
          <a:xfrm>
            <a:off x="8335107" y="1907125"/>
            <a:ext cx="3048944" cy="833270"/>
            <a:chOff x="9267581" y="3657671"/>
            <a:chExt cx="2479296" cy="850200"/>
          </a:xfrm>
        </p:grpSpPr>
        <p:sp>
          <p:nvSpPr>
            <p:cNvPr id="11"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12" name="Group 43"/>
            <p:cNvGrpSpPr/>
            <p:nvPr/>
          </p:nvGrpSpPr>
          <p:grpSpPr>
            <a:xfrm>
              <a:off x="9406816" y="3802549"/>
              <a:ext cx="59675" cy="59111"/>
              <a:chOff x="5521643" y="5171145"/>
              <a:chExt cx="235475" cy="233252"/>
            </a:xfrm>
          </p:grpSpPr>
          <p:sp>
            <p:nvSpPr>
              <p:cNvPr id="14"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15"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13" name="Rectangle 1"/>
            <p:cNvSpPr/>
            <p:nvPr/>
          </p:nvSpPr>
          <p:spPr>
            <a:xfrm>
              <a:off x="9551734" y="3861660"/>
              <a:ext cx="1850980"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安全的信息共享</a:t>
              </a:r>
              <a:endParaRPr lang="en-US" sz="2400" spc="-70" dirty="0">
                <a:solidFill>
                  <a:srgbClr val="FFFFFF"/>
                </a:solidFill>
                <a:latin typeface="微软雅黑" pitchFamily="34" charset="-122"/>
                <a:ea typeface="微软雅黑" pitchFamily="34" charset="-122"/>
              </a:endParaRPr>
            </a:p>
          </p:txBody>
        </p:sp>
      </p:grpSp>
      <p:grpSp>
        <p:nvGrpSpPr>
          <p:cNvPr id="16" name="Group 5"/>
          <p:cNvGrpSpPr/>
          <p:nvPr/>
        </p:nvGrpSpPr>
        <p:grpSpPr>
          <a:xfrm>
            <a:off x="8335107" y="2942268"/>
            <a:ext cx="3048944" cy="833270"/>
            <a:chOff x="9267581" y="3657671"/>
            <a:chExt cx="2479296" cy="850200"/>
          </a:xfrm>
        </p:grpSpPr>
        <p:sp>
          <p:nvSpPr>
            <p:cNvPr id="17"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18" name="Group 43"/>
            <p:cNvGrpSpPr/>
            <p:nvPr/>
          </p:nvGrpSpPr>
          <p:grpSpPr>
            <a:xfrm>
              <a:off x="9406816" y="3802549"/>
              <a:ext cx="59675" cy="59111"/>
              <a:chOff x="5521643" y="5171145"/>
              <a:chExt cx="235475" cy="233252"/>
            </a:xfrm>
          </p:grpSpPr>
          <p:sp>
            <p:nvSpPr>
              <p:cNvPr id="20"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21"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19" name="Rectangle 1"/>
            <p:cNvSpPr/>
            <p:nvPr/>
          </p:nvSpPr>
          <p:spPr>
            <a:xfrm>
              <a:off x="9551733" y="3861660"/>
              <a:ext cx="1850980"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并发的文档协作</a:t>
              </a:r>
              <a:endParaRPr lang="en-US" sz="2400" spc="-70" dirty="0">
                <a:solidFill>
                  <a:srgbClr val="FFFFFF"/>
                </a:solidFill>
                <a:latin typeface="微软雅黑" pitchFamily="34" charset="-122"/>
                <a:ea typeface="微软雅黑" pitchFamily="34" charset="-122"/>
              </a:endParaRPr>
            </a:p>
          </p:txBody>
        </p:sp>
      </p:grpSp>
      <p:grpSp>
        <p:nvGrpSpPr>
          <p:cNvPr id="22" name="Group 5"/>
          <p:cNvGrpSpPr/>
          <p:nvPr/>
        </p:nvGrpSpPr>
        <p:grpSpPr>
          <a:xfrm>
            <a:off x="8335107" y="3977411"/>
            <a:ext cx="3048944" cy="833270"/>
            <a:chOff x="9267581" y="3657671"/>
            <a:chExt cx="2479296" cy="850200"/>
          </a:xfrm>
        </p:grpSpPr>
        <p:sp>
          <p:nvSpPr>
            <p:cNvPr id="23"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24" name="Group 43"/>
            <p:cNvGrpSpPr/>
            <p:nvPr/>
          </p:nvGrpSpPr>
          <p:grpSpPr>
            <a:xfrm>
              <a:off x="9406816" y="3802549"/>
              <a:ext cx="59675" cy="59111"/>
              <a:chOff x="5521643" y="5171145"/>
              <a:chExt cx="235475" cy="233252"/>
            </a:xfrm>
          </p:grpSpPr>
          <p:sp>
            <p:nvSpPr>
              <p:cNvPr id="26"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27"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25" name="Rectangle 1"/>
            <p:cNvSpPr/>
            <p:nvPr/>
          </p:nvSpPr>
          <p:spPr>
            <a:xfrm>
              <a:off x="9551735" y="3861660"/>
              <a:ext cx="1850980"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可视的业务流程</a:t>
              </a:r>
              <a:endParaRPr lang="en-US" sz="2400" spc="-70" dirty="0">
                <a:solidFill>
                  <a:srgbClr val="FFFFFF"/>
                </a:solidFill>
                <a:latin typeface="微软雅黑" pitchFamily="34" charset="-122"/>
                <a:ea typeface="微软雅黑" pitchFamily="34" charset="-122"/>
              </a:endParaRPr>
            </a:p>
          </p:txBody>
        </p:sp>
      </p:grpSp>
      <p:grpSp>
        <p:nvGrpSpPr>
          <p:cNvPr id="28" name="Group 5"/>
          <p:cNvGrpSpPr/>
          <p:nvPr/>
        </p:nvGrpSpPr>
        <p:grpSpPr>
          <a:xfrm>
            <a:off x="8335107" y="5012555"/>
            <a:ext cx="3048944" cy="833270"/>
            <a:chOff x="9267581" y="3657671"/>
            <a:chExt cx="2479296" cy="850200"/>
          </a:xfrm>
        </p:grpSpPr>
        <p:sp>
          <p:nvSpPr>
            <p:cNvPr id="29"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30" name="Group 43"/>
            <p:cNvGrpSpPr/>
            <p:nvPr/>
          </p:nvGrpSpPr>
          <p:grpSpPr>
            <a:xfrm>
              <a:off x="9406816" y="3802549"/>
              <a:ext cx="59675" cy="59111"/>
              <a:chOff x="5521643" y="5171145"/>
              <a:chExt cx="235475" cy="233252"/>
            </a:xfrm>
          </p:grpSpPr>
          <p:sp>
            <p:nvSpPr>
              <p:cNvPr id="32"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33"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31" name="Rectangle 1"/>
            <p:cNvSpPr/>
            <p:nvPr/>
          </p:nvSpPr>
          <p:spPr>
            <a:xfrm>
              <a:off x="9551734" y="3861660"/>
              <a:ext cx="1850980"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重构的信息利用</a:t>
              </a:r>
              <a:endParaRPr lang="en-US" sz="2400" spc="-70" dirty="0">
                <a:solidFill>
                  <a:srgbClr val="FFFF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4164583772"/>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3" name="Group 178"/>
          <p:cNvGrpSpPr/>
          <p:nvPr/>
        </p:nvGrpSpPr>
        <p:grpSpPr>
          <a:xfrm>
            <a:off x="2453" y="4498236"/>
            <a:ext cx="5293769" cy="854844"/>
            <a:chOff x="1" y="3302547"/>
            <a:chExt cx="5295899" cy="855188"/>
          </a:xfrm>
        </p:grpSpPr>
        <p:sp>
          <p:nvSpPr>
            <p:cNvPr id="4"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p:txBody>
        </p:sp>
        <p:sp>
          <p:nvSpPr>
            <p:cNvPr id="5" name="TextBox 180"/>
            <p:cNvSpPr txBox="1"/>
            <p:nvPr/>
          </p:nvSpPr>
          <p:spPr>
            <a:xfrm>
              <a:off x="358237" y="3683815"/>
              <a:ext cx="4483799" cy="369353"/>
            </a:xfrm>
            <a:prstGeom prst="rect">
              <a:avLst/>
            </a:prstGeom>
            <a:noFill/>
          </p:spPr>
          <p:txBody>
            <a:bodyPr wrap="none" lIns="0" tIns="0" rIns="0" bIns="0" rtlCol="0">
              <a:spAutoFit/>
            </a:bodyPr>
            <a:lstStyle/>
            <a:p>
              <a:pPr defTabSz="1218504">
                <a:defRPr/>
              </a:pPr>
              <a:r>
                <a:rPr lang="zh-CN" altLang="en-US" sz="2399" spc="-70" dirty="0">
                  <a:solidFill>
                    <a:srgbClr val="FFFFFF"/>
                  </a:solidFill>
                  <a:latin typeface="微软雅黑" pitchFamily="34" charset="-122"/>
                  <a:ea typeface="微软雅黑" pitchFamily="34" charset="-122"/>
                </a:rPr>
                <a:t>精准分析与深入洞察业务信息</a:t>
              </a:r>
              <a:r>
                <a:rPr lang="en-US" altLang="zh-CN" sz="2399" spc="-70" dirty="0">
                  <a:solidFill>
                    <a:srgbClr val="FFFFFF"/>
                  </a:solidFill>
                  <a:latin typeface="微软雅黑" pitchFamily="34" charset="-122"/>
                  <a:ea typeface="微软雅黑" pitchFamily="34" charset="-122"/>
                </a:rPr>
                <a:t>……</a:t>
              </a:r>
              <a:endParaRPr lang="en-US" sz="2399" spc="-70" dirty="0">
                <a:solidFill>
                  <a:srgbClr val="FFFFFF"/>
                </a:solidFill>
                <a:latin typeface="微软雅黑" pitchFamily="34" charset="-122"/>
                <a:ea typeface="微软雅黑" pitchFamily="34" charset="-122"/>
              </a:endParaRPr>
            </a:p>
          </p:txBody>
        </p:sp>
        <p:sp>
          <p:nvSpPr>
            <p:cNvPr id="6"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a:solidFill>
                    <a:srgbClr val="FFFFFF"/>
                  </a:solidFill>
                  <a:latin typeface="微软雅黑" pitchFamily="34" charset="-122"/>
                  <a:ea typeface="微软雅黑" pitchFamily="34" charset="-122"/>
                </a:rPr>
                <a:t>信息工作者的一天</a:t>
              </a:r>
              <a:endParaRPr lang="en-US" sz="1799" spc="-70" dirty="0">
                <a:solidFill>
                  <a:srgbClr val="FFFFFF"/>
                </a:solidFill>
                <a:latin typeface="微软雅黑" pitchFamily="34" charset="-122"/>
                <a:ea typeface="微软雅黑" pitchFamily="34" charset="-122"/>
              </a:endParaRPr>
            </a:p>
          </p:txBody>
        </p:sp>
      </p:grpSp>
      <p:grpSp>
        <p:nvGrpSpPr>
          <p:cNvPr id="7" name="Group 5"/>
          <p:cNvGrpSpPr/>
          <p:nvPr/>
        </p:nvGrpSpPr>
        <p:grpSpPr>
          <a:xfrm>
            <a:off x="8335107" y="1907125"/>
            <a:ext cx="3048944" cy="833270"/>
            <a:chOff x="9267581" y="3657671"/>
            <a:chExt cx="2479296" cy="850200"/>
          </a:xfrm>
        </p:grpSpPr>
        <p:sp>
          <p:nvSpPr>
            <p:cNvPr id="8"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9" name="Group 43"/>
            <p:cNvGrpSpPr/>
            <p:nvPr/>
          </p:nvGrpSpPr>
          <p:grpSpPr>
            <a:xfrm>
              <a:off x="9406816" y="3802549"/>
              <a:ext cx="59675" cy="59111"/>
              <a:chOff x="5521643" y="5171145"/>
              <a:chExt cx="235475" cy="233252"/>
            </a:xfrm>
          </p:grpSpPr>
          <p:sp>
            <p:nvSpPr>
              <p:cNvPr id="11"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12"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10" name="Rectangle 1"/>
            <p:cNvSpPr/>
            <p:nvPr/>
          </p:nvSpPr>
          <p:spPr>
            <a:xfrm>
              <a:off x="9308761" y="3861660"/>
              <a:ext cx="2336928"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快捷的业务分析工具</a:t>
              </a:r>
              <a:endParaRPr lang="en-US" sz="2400" spc="-70" dirty="0">
                <a:solidFill>
                  <a:srgbClr val="FFFFFF"/>
                </a:solidFill>
                <a:latin typeface="微软雅黑" pitchFamily="34" charset="-122"/>
                <a:ea typeface="微软雅黑" pitchFamily="34" charset="-122"/>
              </a:endParaRPr>
            </a:p>
          </p:txBody>
        </p:sp>
      </p:grpSp>
      <p:grpSp>
        <p:nvGrpSpPr>
          <p:cNvPr id="13" name="Group 5"/>
          <p:cNvGrpSpPr/>
          <p:nvPr/>
        </p:nvGrpSpPr>
        <p:grpSpPr>
          <a:xfrm>
            <a:off x="8335107" y="2942268"/>
            <a:ext cx="3048944" cy="833270"/>
            <a:chOff x="9267581" y="3657671"/>
            <a:chExt cx="2479296" cy="850200"/>
          </a:xfrm>
        </p:grpSpPr>
        <p:sp>
          <p:nvSpPr>
            <p:cNvPr id="14"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15" name="Group 43"/>
            <p:cNvGrpSpPr/>
            <p:nvPr/>
          </p:nvGrpSpPr>
          <p:grpSpPr>
            <a:xfrm>
              <a:off x="9406816" y="3802549"/>
              <a:ext cx="59675" cy="59111"/>
              <a:chOff x="5521643" y="5171145"/>
              <a:chExt cx="235475" cy="233252"/>
            </a:xfrm>
          </p:grpSpPr>
          <p:sp>
            <p:nvSpPr>
              <p:cNvPr id="17"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18"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16" name="Rectangle 1"/>
            <p:cNvSpPr/>
            <p:nvPr/>
          </p:nvSpPr>
          <p:spPr>
            <a:xfrm>
              <a:off x="9308761" y="3861660"/>
              <a:ext cx="2336928"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共享的数据报表中心</a:t>
              </a:r>
              <a:endParaRPr lang="en-US" sz="2400" spc="-70" dirty="0">
                <a:solidFill>
                  <a:srgbClr val="FFFFFF"/>
                </a:solidFill>
                <a:latin typeface="微软雅黑" pitchFamily="34" charset="-122"/>
                <a:ea typeface="微软雅黑" pitchFamily="34" charset="-122"/>
              </a:endParaRPr>
            </a:p>
          </p:txBody>
        </p:sp>
      </p:grpSp>
      <p:grpSp>
        <p:nvGrpSpPr>
          <p:cNvPr id="19" name="Group 5"/>
          <p:cNvGrpSpPr/>
          <p:nvPr/>
        </p:nvGrpSpPr>
        <p:grpSpPr>
          <a:xfrm>
            <a:off x="8335107" y="3977411"/>
            <a:ext cx="3048944" cy="833270"/>
            <a:chOff x="9267581" y="3657671"/>
            <a:chExt cx="2479296" cy="850200"/>
          </a:xfrm>
        </p:grpSpPr>
        <p:sp>
          <p:nvSpPr>
            <p:cNvPr id="20"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21" name="Group 43"/>
            <p:cNvGrpSpPr/>
            <p:nvPr/>
          </p:nvGrpSpPr>
          <p:grpSpPr>
            <a:xfrm>
              <a:off x="9406816" y="3802549"/>
              <a:ext cx="59675" cy="59111"/>
              <a:chOff x="5521643" y="5171145"/>
              <a:chExt cx="235475" cy="233252"/>
            </a:xfrm>
          </p:grpSpPr>
          <p:sp>
            <p:nvSpPr>
              <p:cNvPr id="23"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24"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22" name="Rectangle 1"/>
            <p:cNvSpPr/>
            <p:nvPr/>
          </p:nvSpPr>
          <p:spPr>
            <a:xfrm>
              <a:off x="9308762" y="3861660"/>
              <a:ext cx="2336928"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直观的业务数据展现</a:t>
              </a:r>
              <a:endParaRPr lang="en-US" sz="2400" spc="-70" dirty="0">
                <a:solidFill>
                  <a:srgbClr val="FFFFFF"/>
                </a:solidFill>
                <a:latin typeface="微软雅黑" pitchFamily="34" charset="-122"/>
                <a:ea typeface="微软雅黑" pitchFamily="34" charset="-122"/>
              </a:endParaRPr>
            </a:p>
          </p:txBody>
        </p:sp>
      </p:grpSp>
      <p:grpSp>
        <p:nvGrpSpPr>
          <p:cNvPr id="25" name="Group 5"/>
          <p:cNvGrpSpPr/>
          <p:nvPr/>
        </p:nvGrpSpPr>
        <p:grpSpPr>
          <a:xfrm>
            <a:off x="8335107" y="5012555"/>
            <a:ext cx="3048944" cy="833270"/>
            <a:chOff x="9267581" y="3657671"/>
            <a:chExt cx="2479296" cy="850200"/>
          </a:xfrm>
        </p:grpSpPr>
        <p:sp>
          <p:nvSpPr>
            <p:cNvPr id="26"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27" name="Group 43"/>
            <p:cNvGrpSpPr/>
            <p:nvPr/>
          </p:nvGrpSpPr>
          <p:grpSpPr>
            <a:xfrm>
              <a:off x="9406816" y="3802549"/>
              <a:ext cx="59675" cy="59111"/>
              <a:chOff x="5521643" y="5171145"/>
              <a:chExt cx="235475" cy="233252"/>
            </a:xfrm>
          </p:grpSpPr>
          <p:sp>
            <p:nvSpPr>
              <p:cNvPr id="29"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30"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28" name="Rectangle 1"/>
            <p:cNvSpPr/>
            <p:nvPr/>
          </p:nvSpPr>
          <p:spPr>
            <a:xfrm>
              <a:off x="9308761" y="3861660"/>
              <a:ext cx="2336928"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交互的自助业务洞察</a:t>
              </a:r>
              <a:endParaRPr lang="en-US" sz="2400" spc="-70" dirty="0">
                <a:solidFill>
                  <a:srgbClr val="FFFF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210285528"/>
      </p:ext>
    </p:extLst>
  </p:cSld>
  <p:clrMapOvr>
    <a:masterClrMapping/>
  </p:clrMapOvr>
  <mc:AlternateContent xmlns:mc="http://schemas.openxmlformats.org/markup-compatibility/2006">
    <mc:Choice xmlns:p14="http://schemas.microsoft.com/office/powerpoint/2010/main" Requires="p14">
      <p:transition spd="slow" p14:dur="1400" advTm="10000">
        <p14:ripple/>
      </p:transition>
    </mc:Choice>
    <mc:Fallback>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PPTMESSAGE" val="{&quot;State&quot;:1,&quot;KejianId&quot;:null,&quot;KejianName&quot;:null,&quot;PeriodId&quot;:null}"/>
</p:tagLst>
</file>

<file path=ppt/theme/theme1.xml><?xml version="1.0" encoding="utf-8"?>
<a:theme xmlns:a="http://schemas.openxmlformats.org/drawingml/2006/main" name="Productivity Days_Template_16x9">
  <a:themeElements>
    <a:clrScheme name="Productivity Days">
      <a:dk1>
        <a:srgbClr val="2D2D2D"/>
      </a:dk1>
      <a:lt1>
        <a:srgbClr val="FFFFFF"/>
      </a:lt1>
      <a:dk2>
        <a:srgbClr val="000000"/>
      </a:dk2>
      <a:lt2>
        <a:srgbClr val="00BCF2"/>
      </a:lt2>
      <a:accent1>
        <a:srgbClr val="EB3C00"/>
      </a:accent1>
      <a:accent2>
        <a:srgbClr val="00BCF2"/>
      </a:accent2>
      <a:accent3>
        <a:srgbClr val="BAE520"/>
      </a:accent3>
      <a:accent4>
        <a:srgbClr val="00188F"/>
      </a:accent4>
      <a:accent5>
        <a:srgbClr val="0072C6"/>
      </a:accent5>
      <a:accent6>
        <a:srgbClr val="6DC2E9"/>
      </a:accent6>
      <a:hlink>
        <a:srgbClr val="00BCF2"/>
      </a:hlink>
      <a:folHlink>
        <a:srgbClr val="EB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bg1">
              <a:lumMod val="50000"/>
              <a:lumOff val="50000"/>
            </a:schemeClr>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800" dirty="0" err="1" smtClean="0">
            <a:solidFill>
              <a:schemeClr val="bg2">
                <a:lumMod val="65000"/>
                <a:lumOff val="35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PRISMFY13_Template_16x9_Final</Template>
  <TotalTime>0</TotalTime>
  <Words>121</Words>
  <Application>Microsoft Office PowerPoint</Application>
  <PresentationFormat>自定义</PresentationFormat>
  <Paragraphs>31</Paragraphs>
  <Slides>6</Slides>
  <Notes>1</Notes>
  <HiddenSlides>0</HiddenSlides>
  <MMClips>0</MMClips>
  <ScaleCrop>false</ScaleCrop>
  <HeadingPairs>
    <vt:vector size="4" baseType="variant">
      <vt:variant>
        <vt:lpstr>主题</vt:lpstr>
      </vt:variant>
      <vt:variant>
        <vt:i4>1</vt:i4>
      </vt:variant>
      <vt:variant>
        <vt:lpstr>幻灯片标题</vt:lpstr>
      </vt:variant>
      <vt:variant>
        <vt:i4>6</vt:i4>
      </vt:variant>
    </vt:vector>
  </HeadingPairs>
  <TitlesOfParts>
    <vt:vector size="7" baseType="lpstr">
      <vt:lpstr>Productivity Days_Template_16x9</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2013-11-04T09:26:12Z</dcterms:created>
  <dcterms:modified xsi:type="dcterms:W3CDTF">2021-10-27T05:41:56Z</dcterms:modified>
</cp:coreProperties>
</file>