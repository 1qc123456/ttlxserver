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中国月球探测工程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800" dirty="0" smtClean="0">
                <a:latin typeface="黑体" panose="02010609060101010101" charset="-122"/>
                <a:ea typeface="黑体" panose="02010609060101010101" charset="-122"/>
              </a:rPr>
              <a:t>嫦娥一号</a:t>
            </a:r>
            <a:endParaRPr lang="zh-CN" altLang="en-US" sz="6800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中国第一颗月球卫星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r>
              <a:rPr lang="zh-CN" altLang="en-US"/>
              <a:t>中国月球探测工程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基本介绍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2004</a:t>
            </a:r>
            <a:r>
              <a:rPr lang="zh-CN" altLang="en-US" dirty="0"/>
              <a:t>年，中国正式开展月球探测工程，并命名为“嫦娥工程”。嫦娥工程分为“无人月球探测”“载人登月”和“建立月球基地”三个阶段。</a:t>
            </a:r>
            <a:r>
              <a:rPr lang="en-US" altLang="zh-CN" dirty="0"/>
              <a:t>2007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</a:t>
            </a:r>
            <a:r>
              <a:rPr lang="en-US" altLang="zh-CN" dirty="0"/>
              <a:t>18</a:t>
            </a:r>
            <a:r>
              <a:rPr lang="zh-CN" altLang="en-US" dirty="0"/>
              <a:t>时</a:t>
            </a:r>
            <a:r>
              <a:rPr lang="en-US" altLang="zh-CN" dirty="0"/>
              <a:t>05</a:t>
            </a:r>
            <a:r>
              <a:rPr lang="zh-CN" altLang="en-US" dirty="0"/>
              <a:t>分，“嫦娥一号”成功发射升空，在圆满完成各项使命后，于</a:t>
            </a:r>
            <a:r>
              <a:rPr lang="en-US" altLang="zh-CN" dirty="0"/>
              <a:t>2009</a:t>
            </a:r>
            <a:r>
              <a:rPr lang="zh-CN" altLang="en-US" dirty="0"/>
              <a:t>年按预定计划受控撞月。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</a:t>
            </a:r>
            <a:r>
              <a:rPr lang="en-US" altLang="zh-CN" dirty="0"/>
              <a:t>18</a:t>
            </a:r>
            <a:r>
              <a:rPr lang="zh-CN" altLang="en-US" dirty="0"/>
              <a:t>时</a:t>
            </a:r>
            <a:r>
              <a:rPr lang="en-US" altLang="zh-CN" dirty="0"/>
              <a:t>57</a:t>
            </a:r>
            <a:r>
              <a:rPr lang="zh-CN" altLang="en-US" dirty="0"/>
              <a:t>分</a:t>
            </a:r>
            <a:r>
              <a:rPr lang="en-US" altLang="zh-CN" dirty="0"/>
              <a:t>57</a:t>
            </a:r>
            <a:r>
              <a:rPr lang="zh-CN" altLang="en-US" dirty="0"/>
              <a:t>秒“嫦娥二号”顺利发射  ，也已圆满并超额完成各项既定任务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r>
              <a:rPr lang="en-US" altLang="zh-CN" dirty="0" smtClean="0"/>
              <a:t>2012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19</a:t>
            </a:r>
            <a:r>
              <a:rPr lang="zh-CN" altLang="en-US" dirty="0"/>
              <a:t>日，月球探测工程首席科学家欧阳自远表示，探月工程已经完成嫦娥三号卫星和玉兔号月球车的月面勘测任务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r>
              <a:rPr lang="zh-CN" altLang="en-US" dirty="0" smtClean="0"/>
              <a:t>嫦娥</a:t>
            </a:r>
            <a:r>
              <a:rPr lang="zh-CN" altLang="en-US" dirty="0"/>
              <a:t>四号是嫦娥三号的备份星。嫦娥五号主要科学目标包括对着陆区的现场调查和分析，以及月球样品返回地球以后的分析与研究。中国人的探月工程，为人类和平使用月球做出了新的贡献。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中国月球探测工程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WPS演示061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340" y="1916430"/>
            <a:ext cx="4476750" cy="333375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中国月球探测工程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KSO_WPP_MARK_KEY" val="1d4ae02a-0af5-498a-9b30-9a25782debed"/>
  <p:tag name="COMMONDATA" val="eyJoZGlkIjoiM2Q2NDY3ODBmZDEyZTZiNTFiOWYyZGE1YmNkNTA1NzM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全屏显示(4:3)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楷体</vt:lpstr>
      <vt:lpstr>黑体</vt:lpstr>
      <vt:lpstr>仿宋</vt:lpstr>
      <vt:lpstr>等线 Light</vt:lpstr>
      <vt:lpstr>微软雅黑 Light</vt:lpstr>
      <vt:lpstr>主题三</vt:lpstr>
      <vt:lpstr>嫦娥一号</vt:lpstr>
      <vt:lpstr>基本介绍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战狼</dc:title>
  <dc:creator>Administrator</dc:creator>
  <cp:lastModifiedBy>zy</cp:lastModifiedBy>
  <cp:revision>15</cp:revision>
  <dcterms:created xsi:type="dcterms:W3CDTF">2017-03-10T01:54:00Z</dcterms:created>
  <dcterms:modified xsi:type="dcterms:W3CDTF">2023-10-26T09:46:54Z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C88F697D36D241CBAED4BF2FE7C607E8_12</vt:lpwstr>
  </property>
  <property fmtid="{D5CDD505-2E9C-101B-9397-08002B2CF9AE}" pid="3" name="KSOProductBuildVer">
    <vt:lpwstr>2052-11.1.0.14227</vt:lpwstr>
  </property>
</Properties>
</file>