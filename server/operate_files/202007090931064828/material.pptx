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1" d="100"/>
          <a:sy n="71" d="100"/>
        </p:scale>
        <p:origin x="-660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第一期学员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一班</c:v>
                </c:pt>
                <c:pt idx="1">
                  <c:v>二班</c:v>
                </c:pt>
                <c:pt idx="2">
                  <c:v>三班</c:v>
                </c:pt>
                <c:pt idx="3">
                  <c:v>四班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0.8</c:v>
                </c:pt>
                <c:pt idx="1">
                  <c:v>0.75</c:v>
                </c:pt>
                <c:pt idx="2">
                  <c:v>0.86</c:v>
                </c:pt>
                <c:pt idx="3">
                  <c:v>0.83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第二期学员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一班</c:v>
                </c:pt>
                <c:pt idx="1">
                  <c:v>二班</c:v>
                </c:pt>
                <c:pt idx="2">
                  <c:v>三班</c:v>
                </c:pt>
                <c:pt idx="3">
                  <c:v>四班</c:v>
                </c:pt>
              </c:strCache>
            </c:strRef>
          </c:cat>
          <c:val>
            <c:numRef>
              <c:f>Sheet1!$C$2:$C$5</c:f>
              <c:numCache>
                <c:formatCode>0%</c:formatCode>
                <c:ptCount val="4"/>
                <c:pt idx="0">
                  <c:v>0.89</c:v>
                </c:pt>
                <c:pt idx="1">
                  <c:v>0.91</c:v>
                </c:pt>
                <c:pt idx="2">
                  <c:v>0.92</c:v>
                </c:pt>
                <c:pt idx="3">
                  <c:v>0.9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第三期学员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一班</c:v>
                </c:pt>
                <c:pt idx="1">
                  <c:v>二班</c:v>
                </c:pt>
                <c:pt idx="2">
                  <c:v>三班</c:v>
                </c:pt>
                <c:pt idx="3">
                  <c:v>四班</c:v>
                </c:pt>
              </c:strCache>
            </c:strRef>
          </c:cat>
          <c:val>
            <c:numRef>
              <c:f>Sheet1!$D$2:$D$5</c:f>
              <c:numCache>
                <c:formatCode>0%</c:formatCode>
                <c:ptCount val="4"/>
                <c:pt idx="0">
                  <c:v>0.92</c:v>
                </c:pt>
                <c:pt idx="1">
                  <c:v>0.93</c:v>
                </c:pt>
                <c:pt idx="2">
                  <c:v>0.92</c:v>
                </c:pt>
                <c:pt idx="3">
                  <c:v>0.94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第四期学员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一班</c:v>
                </c:pt>
                <c:pt idx="1">
                  <c:v>二班</c:v>
                </c:pt>
                <c:pt idx="2">
                  <c:v>三班</c:v>
                </c:pt>
                <c:pt idx="3">
                  <c:v>四班</c:v>
                </c:pt>
              </c:strCache>
            </c:strRef>
          </c:cat>
          <c:val>
            <c:numRef>
              <c:f>Sheet1!$E$2:$E$5</c:f>
              <c:numCache>
                <c:formatCode>0%</c:formatCode>
                <c:ptCount val="4"/>
                <c:pt idx="0">
                  <c:v>0.95</c:v>
                </c:pt>
                <c:pt idx="1">
                  <c:v>0.96</c:v>
                </c:pt>
                <c:pt idx="2">
                  <c:v>0.98</c:v>
                </c:pt>
                <c:pt idx="3">
                  <c:v>0.98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76046336"/>
        <c:axId val="76048640"/>
        <c:axId val="0"/>
      </c:bar3DChart>
      <c:catAx>
        <c:axId val="76046336"/>
        <c:scaling>
          <c:orientation val="minMax"/>
        </c:scaling>
        <c:delete val="0"/>
        <c:axPos val="b"/>
        <c:majorTickMark val="out"/>
        <c:minorTickMark val="none"/>
        <c:tickLblPos val="nextTo"/>
        <c:crossAx val="76048640"/>
        <c:crosses val="autoZero"/>
        <c:auto val="1"/>
        <c:lblAlgn val="ctr"/>
        <c:lblOffset val="100"/>
        <c:noMultiLvlLbl val="0"/>
      </c:catAx>
      <c:valAx>
        <c:axId val="76048640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76046336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9C63BD4-ADE7-43C6-ACA7-ABFEE7B04007}" type="doc">
      <dgm:prSet loTypeId="urn:microsoft.com/office/officeart/2005/8/layout/orgChart1" loCatId="hierarchy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zh-CN" altLang="en-US"/>
        </a:p>
      </dgm:t>
    </dgm:pt>
    <dgm:pt modelId="{BEA682A3-3C5F-4C1A-AF5F-913F149A9D5B}">
      <dgm:prSet phldrT="[文本]"/>
      <dgm:spPr/>
      <dgm:t>
        <a:bodyPr/>
        <a:lstStyle/>
        <a:p>
          <a:r>
            <a:rPr lang="zh-CN" altLang="en-US" dirty="0" smtClean="0"/>
            <a:t>培训校长</a:t>
          </a:r>
          <a:endParaRPr lang="zh-CN" altLang="en-US" dirty="0"/>
        </a:p>
      </dgm:t>
    </dgm:pt>
    <dgm:pt modelId="{8C2493E1-6CDA-4B2C-89E9-01747FD2F5B0}" type="parTrans" cxnId="{5F40990B-11E2-4827-96A4-9A9C0AB91973}">
      <dgm:prSet/>
      <dgm:spPr/>
      <dgm:t>
        <a:bodyPr/>
        <a:lstStyle/>
        <a:p>
          <a:endParaRPr lang="zh-CN" altLang="en-US"/>
        </a:p>
      </dgm:t>
    </dgm:pt>
    <dgm:pt modelId="{0C236FE4-EB49-4489-A499-D9685B594C19}" type="sibTrans" cxnId="{5F40990B-11E2-4827-96A4-9A9C0AB91973}">
      <dgm:prSet/>
      <dgm:spPr/>
      <dgm:t>
        <a:bodyPr/>
        <a:lstStyle/>
        <a:p>
          <a:endParaRPr lang="zh-CN" altLang="en-US"/>
        </a:p>
      </dgm:t>
    </dgm:pt>
    <dgm:pt modelId="{75C53BCF-3A0E-4252-95F1-B9AC5B62128A}" type="asst">
      <dgm:prSet phldrT="[文本]"/>
      <dgm:spPr/>
      <dgm:t>
        <a:bodyPr/>
        <a:lstStyle/>
        <a:p>
          <a:r>
            <a:rPr lang="zh-CN" altLang="en-US" dirty="0" smtClean="0"/>
            <a:t>校长助理</a:t>
          </a:r>
          <a:endParaRPr lang="zh-CN" altLang="en-US" dirty="0"/>
        </a:p>
      </dgm:t>
    </dgm:pt>
    <dgm:pt modelId="{BD10DFD1-06AB-40CD-8E74-1EB82E8CD596}" type="parTrans" cxnId="{25282B27-346E-4F8B-B318-171DF1D37737}">
      <dgm:prSet/>
      <dgm:spPr/>
      <dgm:t>
        <a:bodyPr/>
        <a:lstStyle/>
        <a:p>
          <a:endParaRPr lang="zh-CN" altLang="en-US"/>
        </a:p>
      </dgm:t>
    </dgm:pt>
    <dgm:pt modelId="{BC5CFF3D-7277-4B7B-A9A9-7DCC6CFE54DE}" type="sibTrans" cxnId="{25282B27-346E-4F8B-B318-171DF1D37737}">
      <dgm:prSet/>
      <dgm:spPr/>
      <dgm:t>
        <a:bodyPr/>
        <a:lstStyle/>
        <a:p>
          <a:endParaRPr lang="zh-CN" altLang="en-US"/>
        </a:p>
      </dgm:t>
    </dgm:pt>
    <dgm:pt modelId="{46F528DF-27D9-4C92-8D8A-9C031929691C}">
      <dgm:prSet phldrT="[文本]"/>
      <dgm:spPr/>
      <dgm:t>
        <a:bodyPr/>
        <a:lstStyle/>
        <a:p>
          <a:r>
            <a:rPr lang="zh-CN" altLang="en-US" smtClean="0"/>
            <a:t>教务主任</a:t>
          </a:r>
          <a:endParaRPr lang="zh-CN" altLang="en-US" dirty="0"/>
        </a:p>
      </dgm:t>
    </dgm:pt>
    <dgm:pt modelId="{DE17B2A1-3624-4BDA-BC33-0057348B1B2F}" type="parTrans" cxnId="{70A7DA1F-149F-4F05-AD26-5603999E746A}">
      <dgm:prSet/>
      <dgm:spPr/>
      <dgm:t>
        <a:bodyPr/>
        <a:lstStyle/>
        <a:p>
          <a:endParaRPr lang="zh-CN" altLang="en-US"/>
        </a:p>
      </dgm:t>
    </dgm:pt>
    <dgm:pt modelId="{A281EEA5-7697-433C-9119-7CA745358ADB}" type="sibTrans" cxnId="{70A7DA1F-149F-4F05-AD26-5603999E746A}">
      <dgm:prSet/>
      <dgm:spPr/>
      <dgm:t>
        <a:bodyPr/>
        <a:lstStyle/>
        <a:p>
          <a:endParaRPr lang="zh-CN" altLang="en-US"/>
        </a:p>
      </dgm:t>
    </dgm:pt>
    <dgm:pt modelId="{CD5A2616-C388-4680-99CC-EC9303B4B565}">
      <dgm:prSet phldrT="[文本]"/>
      <dgm:spPr/>
      <dgm:t>
        <a:bodyPr/>
        <a:lstStyle/>
        <a:p>
          <a:r>
            <a:rPr lang="zh-CN" altLang="en-US" dirty="0" smtClean="0"/>
            <a:t>总务主任</a:t>
          </a:r>
          <a:endParaRPr lang="zh-CN" altLang="en-US" dirty="0"/>
        </a:p>
      </dgm:t>
    </dgm:pt>
    <dgm:pt modelId="{A5A3360C-091F-460D-94FE-D32283BDABA8}" type="parTrans" cxnId="{7EE06C43-3825-4451-A6E3-649455B19783}">
      <dgm:prSet/>
      <dgm:spPr/>
      <dgm:t>
        <a:bodyPr/>
        <a:lstStyle/>
        <a:p>
          <a:endParaRPr lang="zh-CN" altLang="en-US"/>
        </a:p>
      </dgm:t>
    </dgm:pt>
    <dgm:pt modelId="{D9E4A802-BF17-40BB-B9F6-3A258B1E3088}" type="sibTrans" cxnId="{7EE06C43-3825-4451-A6E3-649455B19783}">
      <dgm:prSet/>
      <dgm:spPr/>
      <dgm:t>
        <a:bodyPr/>
        <a:lstStyle/>
        <a:p>
          <a:endParaRPr lang="zh-CN" altLang="en-US"/>
        </a:p>
      </dgm:t>
    </dgm:pt>
    <dgm:pt modelId="{598A26B9-99FB-42E6-968A-5B949BCD2B19}">
      <dgm:prSet phldrT="[文本]"/>
      <dgm:spPr/>
      <dgm:t>
        <a:bodyPr/>
        <a:lstStyle/>
        <a:p>
          <a:r>
            <a:rPr lang="zh-CN" altLang="en-US" dirty="0" smtClean="0"/>
            <a:t>行政主任</a:t>
          </a:r>
          <a:endParaRPr lang="zh-CN" altLang="en-US" dirty="0"/>
        </a:p>
      </dgm:t>
    </dgm:pt>
    <dgm:pt modelId="{ACE97A34-6014-4212-8E3A-80EB41D722EC}" type="parTrans" cxnId="{FF266FBD-56D8-40E5-9BCE-4335335961F9}">
      <dgm:prSet/>
      <dgm:spPr/>
      <dgm:t>
        <a:bodyPr/>
        <a:lstStyle/>
        <a:p>
          <a:endParaRPr lang="zh-CN" altLang="en-US"/>
        </a:p>
      </dgm:t>
    </dgm:pt>
    <dgm:pt modelId="{52D6C96A-CBCE-4AFA-954C-508F85144929}" type="sibTrans" cxnId="{FF266FBD-56D8-40E5-9BCE-4335335961F9}">
      <dgm:prSet/>
      <dgm:spPr/>
      <dgm:t>
        <a:bodyPr/>
        <a:lstStyle/>
        <a:p>
          <a:endParaRPr lang="zh-CN" altLang="en-US"/>
        </a:p>
      </dgm:t>
    </dgm:pt>
    <dgm:pt modelId="{E35F037D-D19B-4DB9-9CC0-88094544049E}">
      <dgm:prSet/>
      <dgm:spPr/>
      <dgm:t>
        <a:bodyPr/>
        <a:lstStyle/>
        <a:p>
          <a:r>
            <a:rPr lang="zh-CN" altLang="en-US" dirty="0" smtClean="0"/>
            <a:t>软件教师</a:t>
          </a:r>
          <a:endParaRPr lang="zh-CN" altLang="en-US" dirty="0"/>
        </a:p>
      </dgm:t>
    </dgm:pt>
    <dgm:pt modelId="{BDDF91B1-CB4F-4F07-BEBB-2711FD05E5E8}" type="parTrans" cxnId="{89F14694-D8BE-4300-84BE-5B71858DD1C0}">
      <dgm:prSet/>
      <dgm:spPr/>
      <dgm:t>
        <a:bodyPr/>
        <a:lstStyle/>
        <a:p>
          <a:endParaRPr lang="zh-CN" altLang="en-US"/>
        </a:p>
      </dgm:t>
    </dgm:pt>
    <dgm:pt modelId="{97BE3DDD-86A5-4570-BE75-59DCC29701DD}" type="sibTrans" cxnId="{89F14694-D8BE-4300-84BE-5B71858DD1C0}">
      <dgm:prSet/>
      <dgm:spPr/>
      <dgm:t>
        <a:bodyPr/>
        <a:lstStyle/>
        <a:p>
          <a:endParaRPr lang="zh-CN" altLang="en-US"/>
        </a:p>
      </dgm:t>
    </dgm:pt>
    <dgm:pt modelId="{BBEEBC59-F7C9-48EC-81E7-95E0453EA33F}">
      <dgm:prSet/>
      <dgm:spPr/>
      <dgm:t>
        <a:bodyPr/>
        <a:lstStyle/>
        <a:p>
          <a:r>
            <a:rPr lang="zh-CN" altLang="en-US" dirty="0" smtClean="0"/>
            <a:t>办公教师</a:t>
          </a:r>
          <a:endParaRPr lang="zh-CN" altLang="en-US" dirty="0"/>
        </a:p>
      </dgm:t>
    </dgm:pt>
    <dgm:pt modelId="{C7D25BD8-1263-4593-BFC6-43635D693E4B}" type="parTrans" cxnId="{186DB052-2F1B-4F63-98F1-7C6DFBF2BE2E}">
      <dgm:prSet/>
      <dgm:spPr/>
      <dgm:t>
        <a:bodyPr/>
        <a:lstStyle/>
        <a:p>
          <a:endParaRPr lang="zh-CN" altLang="en-US"/>
        </a:p>
      </dgm:t>
    </dgm:pt>
    <dgm:pt modelId="{A16F551B-5179-4EFB-A72F-F1EC8D5B7629}" type="sibTrans" cxnId="{186DB052-2F1B-4F63-98F1-7C6DFBF2BE2E}">
      <dgm:prSet/>
      <dgm:spPr/>
      <dgm:t>
        <a:bodyPr/>
        <a:lstStyle/>
        <a:p>
          <a:endParaRPr lang="zh-CN" altLang="en-US"/>
        </a:p>
      </dgm:t>
    </dgm:pt>
    <dgm:pt modelId="{FA0667D7-EAB7-4926-9C22-E35C824D7E3A}" type="pres">
      <dgm:prSet presAssocID="{C9C63BD4-ADE7-43C6-ACA7-ABFEE7B0400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1D3A5C8-1D1F-4E2C-B73C-FC56AF979E93}" type="pres">
      <dgm:prSet presAssocID="{BEA682A3-3C5F-4C1A-AF5F-913F149A9D5B}" presName="hierRoot1" presStyleCnt="0">
        <dgm:presLayoutVars>
          <dgm:hierBranch val="init"/>
        </dgm:presLayoutVars>
      </dgm:prSet>
      <dgm:spPr/>
    </dgm:pt>
    <dgm:pt modelId="{456C5082-E594-4EB8-B4FD-FAA0D79A2E88}" type="pres">
      <dgm:prSet presAssocID="{BEA682A3-3C5F-4C1A-AF5F-913F149A9D5B}" presName="rootComposite1" presStyleCnt="0"/>
      <dgm:spPr/>
    </dgm:pt>
    <dgm:pt modelId="{2298D3CB-F7ED-4C3E-8243-094537CCF9BF}" type="pres">
      <dgm:prSet presAssocID="{BEA682A3-3C5F-4C1A-AF5F-913F149A9D5B}" presName="rootText1" presStyleLbl="node0" presStyleIdx="0" presStyleCnt="1">
        <dgm:presLayoutVars>
          <dgm:chPref val="3"/>
        </dgm:presLayoutVars>
      </dgm:prSet>
      <dgm:spPr/>
    </dgm:pt>
    <dgm:pt modelId="{58F0447D-8A5C-4536-8361-5B6EC680CA48}" type="pres">
      <dgm:prSet presAssocID="{BEA682A3-3C5F-4C1A-AF5F-913F149A9D5B}" presName="rootConnector1" presStyleLbl="node1" presStyleIdx="0" presStyleCnt="0"/>
      <dgm:spPr/>
    </dgm:pt>
    <dgm:pt modelId="{B790BCA4-F03C-4A94-B4A9-69CA8FA252D4}" type="pres">
      <dgm:prSet presAssocID="{BEA682A3-3C5F-4C1A-AF5F-913F149A9D5B}" presName="hierChild2" presStyleCnt="0"/>
      <dgm:spPr/>
    </dgm:pt>
    <dgm:pt modelId="{E8387F02-6573-48B9-A52B-277FD15E18C6}" type="pres">
      <dgm:prSet presAssocID="{DE17B2A1-3624-4BDA-BC33-0057348B1B2F}" presName="Name37" presStyleLbl="parChTrans1D2" presStyleIdx="0" presStyleCnt="4"/>
      <dgm:spPr/>
    </dgm:pt>
    <dgm:pt modelId="{9AD8F226-EA43-4E5D-BC85-49BB86A6FD50}" type="pres">
      <dgm:prSet presAssocID="{46F528DF-27D9-4C92-8D8A-9C031929691C}" presName="hierRoot2" presStyleCnt="0">
        <dgm:presLayoutVars>
          <dgm:hierBranch val="init"/>
        </dgm:presLayoutVars>
      </dgm:prSet>
      <dgm:spPr/>
    </dgm:pt>
    <dgm:pt modelId="{47B0B287-0D6A-4E5C-9ACE-836411844578}" type="pres">
      <dgm:prSet presAssocID="{46F528DF-27D9-4C92-8D8A-9C031929691C}" presName="rootComposite" presStyleCnt="0"/>
      <dgm:spPr/>
    </dgm:pt>
    <dgm:pt modelId="{EC2A8B42-7028-46CE-B17B-001B4DA86F03}" type="pres">
      <dgm:prSet presAssocID="{46F528DF-27D9-4C92-8D8A-9C031929691C}" presName="rootText" presStyleLbl="node2" presStyleIdx="0" presStyleCnt="3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60E54C55-2078-4058-AB39-E788AB48CF46}" type="pres">
      <dgm:prSet presAssocID="{46F528DF-27D9-4C92-8D8A-9C031929691C}" presName="rootConnector" presStyleLbl="node2" presStyleIdx="0" presStyleCnt="3"/>
      <dgm:spPr/>
    </dgm:pt>
    <dgm:pt modelId="{29019C29-D8E8-4CA8-8B02-6925291B3303}" type="pres">
      <dgm:prSet presAssocID="{46F528DF-27D9-4C92-8D8A-9C031929691C}" presName="hierChild4" presStyleCnt="0"/>
      <dgm:spPr/>
    </dgm:pt>
    <dgm:pt modelId="{924F8202-36F7-48DA-B5BE-3449AC81BD33}" type="pres">
      <dgm:prSet presAssocID="{BDDF91B1-CB4F-4F07-BEBB-2711FD05E5E8}" presName="Name37" presStyleLbl="parChTrans1D3" presStyleIdx="0" presStyleCnt="2"/>
      <dgm:spPr/>
    </dgm:pt>
    <dgm:pt modelId="{4C969523-B462-4B9B-B4A4-D6703ED0FABA}" type="pres">
      <dgm:prSet presAssocID="{E35F037D-D19B-4DB9-9CC0-88094544049E}" presName="hierRoot2" presStyleCnt="0">
        <dgm:presLayoutVars>
          <dgm:hierBranch/>
        </dgm:presLayoutVars>
      </dgm:prSet>
      <dgm:spPr/>
    </dgm:pt>
    <dgm:pt modelId="{00B033E1-78EF-4167-8F74-6CEC995ADBDD}" type="pres">
      <dgm:prSet presAssocID="{E35F037D-D19B-4DB9-9CC0-88094544049E}" presName="rootComposite" presStyleCnt="0"/>
      <dgm:spPr/>
    </dgm:pt>
    <dgm:pt modelId="{07B45AE3-9330-4542-839A-321F012C54F6}" type="pres">
      <dgm:prSet presAssocID="{E35F037D-D19B-4DB9-9CC0-88094544049E}" presName="rootText" presStyleLbl="node3" presStyleIdx="0" presStyleCnt="2" custLinFactNeighborX="24029" custLinFactNeighborY="-5137">
        <dgm:presLayoutVars>
          <dgm:chPref val="3"/>
        </dgm:presLayoutVars>
      </dgm:prSet>
      <dgm:spPr/>
    </dgm:pt>
    <dgm:pt modelId="{1EBF58E9-6D4C-404D-B10A-5DF40BA34F99}" type="pres">
      <dgm:prSet presAssocID="{E35F037D-D19B-4DB9-9CC0-88094544049E}" presName="rootConnector" presStyleLbl="node3" presStyleIdx="0" presStyleCnt="2"/>
      <dgm:spPr/>
    </dgm:pt>
    <dgm:pt modelId="{261C832F-B0E1-4105-A64E-C161B72348EB}" type="pres">
      <dgm:prSet presAssocID="{E35F037D-D19B-4DB9-9CC0-88094544049E}" presName="hierChild4" presStyleCnt="0"/>
      <dgm:spPr/>
    </dgm:pt>
    <dgm:pt modelId="{228F3CC2-C1B0-452D-83CD-0BEE34EC8CC4}" type="pres">
      <dgm:prSet presAssocID="{E35F037D-D19B-4DB9-9CC0-88094544049E}" presName="hierChild5" presStyleCnt="0"/>
      <dgm:spPr/>
    </dgm:pt>
    <dgm:pt modelId="{D40C7DB9-09F7-439A-A62A-8B377DFBB398}" type="pres">
      <dgm:prSet presAssocID="{C7D25BD8-1263-4593-BFC6-43635D693E4B}" presName="Name37" presStyleLbl="parChTrans1D3" presStyleIdx="1" presStyleCnt="2"/>
      <dgm:spPr/>
    </dgm:pt>
    <dgm:pt modelId="{7B4C7884-E4E2-4112-A38D-794D5BA27E4F}" type="pres">
      <dgm:prSet presAssocID="{BBEEBC59-F7C9-48EC-81E7-95E0453EA33F}" presName="hierRoot2" presStyleCnt="0">
        <dgm:presLayoutVars>
          <dgm:hierBranch val="init"/>
        </dgm:presLayoutVars>
      </dgm:prSet>
      <dgm:spPr/>
    </dgm:pt>
    <dgm:pt modelId="{3ABF24F0-7275-47C9-A60A-A432E0C5F283}" type="pres">
      <dgm:prSet presAssocID="{BBEEBC59-F7C9-48EC-81E7-95E0453EA33F}" presName="rootComposite" presStyleCnt="0"/>
      <dgm:spPr/>
    </dgm:pt>
    <dgm:pt modelId="{1F831609-6EC6-43E3-B849-383A28CB012B}" type="pres">
      <dgm:prSet presAssocID="{BBEEBC59-F7C9-48EC-81E7-95E0453EA33F}" presName="rootText" presStyleLbl="node3" presStyleIdx="1" presStyleCnt="2" custLinFactX="65786" custLinFactY="-44118" custLinFactNeighborX="100000" custLinFactNeighborY="-100000">
        <dgm:presLayoutVars>
          <dgm:chPref val="3"/>
        </dgm:presLayoutVars>
      </dgm:prSet>
      <dgm:spPr/>
    </dgm:pt>
    <dgm:pt modelId="{BCD877CF-2B3C-4352-89DD-786967941771}" type="pres">
      <dgm:prSet presAssocID="{BBEEBC59-F7C9-48EC-81E7-95E0453EA33F}" presName="rootConnector" presStyleLbl="node3" presStyleIdx="1" presStyleCnt="2"/>
      <dgm:spPr/>
    </dgm:pt>
    <dgm:pt modelId="{04C03889-5E34-48C8-B951-CF12D43C170E}" type="pres">
      <dgm:prSet presAssocID="{BBEEBC59-F7C9-48EC-81E7-95E0453EA33F}" presName="hierChild4" presStyleCnt="0"/>
      <dgm:spPr/>
    </dgm:pt>
    <dgm:pt modelId="{31CF8A94-7A57-4D56-8BCB-BAA4270B8555}" type="pres">
      <dgm:prSet presAssocID="{BBEEBC59-F7C9-48EC-81E7-95E0453EA33F}" presName="hierChild5" presStyleCnt="0"/>
      <dgm:spPr/>
    </dgm:pt>
    <dgm:pt modelId="{CF7D682C-632B-4EDC-9C45-353BC5960097}" type="pres">
      <dgm:prSet presAssocID="{46F528DF-27D9-4C92-8D8A-9C031929691C}" presName="hierChild5" presStyleCnt="0"/>
      <dgm:spPr/>
    </dgm:pt>
    <dgm:pt modelId="{2F0EA0BA-2375-4B4D-9EAB-7BC146637F04}" type="pres">
      <dgm:prSet presAssocID="{A5A3360C-091F-460D-94FE-D32283BDABA8}" presName="Name37" presStyleLbl="parChTrans1D2" presStyleIdx="1" presStyleCnt="4"/>
      <dgm:spPr/>
    </dgm:pt>
    <dgm:pt modelId="{4799E20E-3BD9-425C-9DE0-34073413A88F}" type="pres">
      <dgm:prSet presAssocID="{CD5A2616-C388-4680-99CC-EC9303B4B565}" presName="hierRoot2" presStyleCnt="0">
        <dgm:presLayoutVars>
          <dgm:hierBranch val="init"/>
        </dgm:presLayoutVars>
      </dgm:prSet>
      <dgm:spPr/>
    </dgm:pt>
    <dgm:pt modelId="{0195CC05-1627-47B9-A948-3CBCCD646324}" type="pres">
      <dgm:prSet presAssocID="{CD5A2616-C388-4680-99CC-EC9303B4B565}" presName="rootComposite" presStyleCnt="0"/>
      <dgm:spPr/>
    </dgm:pt>
    <dgm:pt modelId="{3D588FF2-5A31-4250-88A3-A30281514B3B}" type="pres">
      <dgm:prSet presAssocID="{CD5A2616-C388-4680-99CC-EC9303B4B565}" presName="rootText" presStyleLbl="node2" presStyleIdx="1" presStyleCnt="3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4A78E220-6AFC-42F2-B67E-9D0998A4EDE9}" type="pres">
      <dgm:prSet presAssocID="{CD5A2616-C388-4680-99CC-EC9303B4B565}" presName="rootConnector" presStyleLbl="node2" presStyleIdx="1" presStyleCnt="3"/>
      <dgm:spPr/>
    </dgm:pt>
    <dgm:pt modelId="{F4ACA9AD-78DD-46B4-A052-DD3E72A13E87}" type="pres">
      <dgm:prSet presAssocID="{CD5A2616-C388-4680-99CC-EC9303B4B565}" presName="hierChild4" presStyleCnt="0"/>
      <dgm:spPr/>
    </dgm:pt>
    <dgm:pt modelId="{0DFF6E8F-9FA4-4630-9FE7-161D7E31378D}" type="pres">
      <dgm:prSet presAssocID="{CD5A2616-C388-4680-99CC-EC9303B4B565}" presName="hierChild5" presStyleCnt="0"/>
      <dgm:spPr/>
    </dgm:pt>
    <dgm:pt modelId="{60CC65CC-6A86-4FCE-B826-8B4E64DB5638}" type="pres">
      <dgm:prSet presAssocID="{ACE97A34-6014-4212-8E3A-80EB41D722EC}" presName="Name37" presStyleLbl="parChTrans1D2" presStyleIdx="2" presStyleCnt="4"/>
      <dgm:spPr/>
    </dgm:pt>
    <dgm:pt modelId="{D364F653-B0CB-4EB1-A710-450816760615}" type="pres">
      <dgm:prSet presAssocID="{598A26B9-99FB-42E6-968A-5B949BCD2B19}" presName="hierRoot2" presStyleCnt="0">
        <dgm:presLayoutVars>
          <dgm:hierBranch val="init"/>
        </dgm:presLayoutVars>
      </dgm:prSet>
      <dgm:spPr/>
    </dgm:pt>
    <dgm:pt modelId="{F1B3DEE1-30E8-4BC2-9EF3-B5A9CDE58BF3}" type="pres">
      <dgm:prSet presAssocID="{598A26B9-99FB-42E6-968A-5B949BCD2B19}" presName="rootComposite" presStyleCnt="0"/>
      <dgm:spPr/>
    </dgm:pt>
    <dgm:pt modelId="{D2F3D948-3C4E-4AD4-94A7-A207B03BB862}" type="pres">
      <dgm:prSet presAssocID="{598A26B9-99FB-42E6-968A-5B949BCD2B19}" presName="rootText" presStyleLbl="node2" presStyleIdx="2" presStyleCnt="3">
        <dgm:presLayoutVars>
          <dgm:chPref val="3"/>
        </dgm:presLayoutVars>
      </dgm:prSet>
      <dgm:spPr/>
    </dgm:pt>
    <dgm:pt modelId="{0CB2ABB5-AC0E-40CB-88AF-CFBE246399AA}" type="pres">
      <dgm:prSet presAssocID="{598A26B9-99FB-42E6-968A-5B949BCD2B19}" presName="rootConnector" presStyleLbl="node2" presStyleIdx="2" presStyleCnt="3"/>
      <dgm:spPr/>
    </dgm:pt>
    <dgm:pt modelId="{592F341E-4E14-4FCF-B6C5-0C5ABEAA43F0}" type="pres">
      <dgm:prSet presAssocID="{598A26B9-99FB-42E6-968A-5B949BCD2B19}" presName="hierChild4" presStyleCnt="0"/>
      <dgm:spPr/>
    </dgm:pt>
    <dgm:pt modelId="{DFFB73FE-AC53-4F7A-8C85-0CACCCF07A5D}" type="pres">
      <dgm:prSet presAssocID="{598A26B9-99FB-42E6-968A-5B949BCD2B19}" presName="hierChild5" presStyleCnt="0"/>
      <dgm:spPr/>
    </dgm:pt>
    <dgm:pt modelId="{A803EF42-D2B2-4E11-8D1E-200CB9DDD108}" type="pres">
      <dgm:prSet presAssocID="{BEA682A3-3C5F-4C1A-AF5F-913F149A9D5B}" presName="hierChild3" presStyleCnt="0"/>
      <dgm:spPr/>
    </dgm:pt>
    <dgm:pt modelId="{16050B7F-D584-430A-AF2C-2DFD095655F3}" type="pres">
      <dgm:prSet presAssocID="{BD10DFD1-06AB-40CD-8E74-1EB82E8CD596}" presName="Name111" presStyleLbl="parChTrans1D2" presStyleIdx="3" presStyleCnt="4"/>
      <dgm:spPr/>
    </dgm:pt>
    <dgm:pt modelId="{60D3D664-AA15-44E8-B0EA-F48681AC4C7A}" type="pres">
      <dgm:prSet presAssocID="{75C53BCF-3A0E-4252-95F1-B9AC5B62128A}" presName="hierRoot3" presStyleCnt="0">
        <dgm:presLayoutVars>
          <dgm:hierBranch val="init"/>
        </dgm:presLayoutVars>
      </dgm:prSet>
      <dgm:spPr/>
    </dgm:pt>
    <dgm:pt modelId="{D709A501-9AB6-4AD1-B7EA-DD936E48AA16}" type="pres">
      <dgm:prSet presAssocID="{75C53BCF-3A0E-4252-95F1-B9AC5B62128A}" presName="rootComposite3" presStyleCnt="0"/>
      <dgm:spPr/>
    </dgm:pt>
    <dgm:pt modelId="{E3F9E359-7430-41E7-BCAF-9136D173F0B3}" type="pres">
      <dgm:prSet presAssocID="{75C53BCF-3A0E-4252-95F1-B9AC5B62128A}" presName="rootText3" presStyleLbl="asst1" presStyleIdx="0" presStyleCnt="1">
        <dgm:presLayoutVars>
          <dgm:chPref val="3"/>
        </dgm:presLayoutVars>
      </dgm:prSet>
      <dgm:spPr/>
    </dgm:pt>
    <dgm:pt modelId="{1DB760C9-DE39-4FA9-859E-95D50A7CDB29}" type="pres">
      <dgm:prSet presAssocID="{75C53BCF-3A0E-4252-95F1-B9AC5B62128A}" presName="rootConnector3" presStyleLbl="asst1" presStyleIdx="0" presStyleCnt="1"/>
      <dgm:spPr/>
    </dgm:pt>
    <dgm:pt modelId="{8BFF7518-D9D3-421D-9394-3418395BFAE8}" type="pres">
      <dgm:prSet presAssocID="{75C53BCF-3A0E-4252-95F1-B9AC5B62128A}" presName="hierChild6" presStyleCnt="0"/>
      <dgm:spPr/>
    </dgm:pt>
    <dgm:pt modelId="{451BEE52-90DF-4A81-9526-375E6E64870D}" type="pres">
      <dgm:prSet presAssocID="{75C53BCF-3A0E-4252-95F1-B9AC5B62128A}" presName="hierChild7" presStyleCnt="0"/>
      <dgm:spPr/>
    </dgm:pt>
  </dgm:ptLst>
  <dgm:cxnLst>
    <dgm:cxn modelId="{FF266FBD-56D8-40E5-9BCE-4335335961F9}" srcId="{BEA682A3-3C5F-4C1A-AF5F-913F149A9D5B}" destId="{598A26B9-99FB-42E6-968A-5B949BCD2B19}" srcOrd="3" destOrd="0" parTransId="{ACE97A34-6014-4212-8E3A-80EB41D722EC}" sibTransId="{52D6C96A-CBCE-4AFA-954C-508F85144929}"/>
    <dgm:cxn modelId="{9E5618A6-EE40-4405-BB49-D025C88B0AD7}" type="presOf" srcId="{BDDF91B1-CB4F-4F07-BEBB-2711FD05E5E8}" destId="{924F8202-36F7-48DA-B5BE-3449AC81BD33}" srcOrd="0" destOrd="0" presId="urn:microsoft.com/office/officeart/2005/8/layout/orgChart1"/>
    <dgm:cxn modelId="{25282B27-346E-4F8B-B318-171DF1D37737}" srcId="{BEA682A3-3C5F-4C1A-AF5F-913F149A9D5B}" destId="{75C53BCF-3A0E-4252-95F1-B9AC5B62128A}" srcOrd="0" destOrd="0" parTransId="{BD10DFD1-06AB-40CD-8E74-1EB82E8CD596}" sibTransId="{BC5CFF3D-7277-4B7B-A9A9-7DCC6CFE54DE}"/>
    <dgm:cxn modelId="{186DB052-2F1B-4F63-98F1-7C6DFBF2BE2E}" srcId="{46F528DF-27D9-4C92-8D8A-9C031929691C}" destId="{BBEEBC59-F7C9-48EC-81E7-95E0453EA33F}" srcOrd="1" destOrd="0" parTransId="{C7D25BD8-1263-4593-BFC6-43635D693E4B}" sibTransId="{A16F551B-5179-4EFB-A72F-F1EC8D5B7629}"/>
    <dgm:cxn modelId="{E85207AF-5F95-46DC-AE37-CE2EF33011AB}" type="presOf" srcId="{C7D25BD8-1263-4593-BFC6-43635D693E4B}" destId="{D40C7DB9-09F7-439A-A62A-8B377DFBB398}" srcOrd="0" destOrd="0" presId="urn:microsoft.com/office/officeart/2005/8/layout/orgChart1"/>
    <dgm:cxn modelId="{2D364BDD-AC44-4191-8ADF-39A0D3415838}" type="presOf" srcId="{BEA682A3-3C5F-4C1A-AF5F-913F149A9D5B}" destId="{2298D3CB-F7ED-4C3E-8243-094537CCF9BF}" srcOrd="0" destOrd="0" presId="urn:microsoft.com/office/officeart/2005/8/layout/orgChart1"/>
    <dgm:cxn modelId="{11923B55-5714-4319-9EAC-EA9B4CBD8759}" type="presOf" srcId="{DE17B2A1-3624-4BDA-BC33-0057348B1B2F}" destId="{E8387F02-6573-48B9-A52B-277FD15E18C6}" srcOrd="0" destOrd="0" presId="urn:microsoft.com/office/officeart/2005/8/layout/orgChart1"/>
    <dgm:cxn modelId="{002D2E46-5EAF-464E-B7E4-9A3BEF69B0EF}" type="presOf" srcId="{75C53BCF-3A0E-4252-95F1-B9AC5B62128A}" destId="{E3F9E359-7430-41E7-BCAF-9136D173F0B3}" srcOrd="0" destOrd="0" presId="urn:microsoft.com/office/officeart/2005/8/layout/orgChart1"/>
    <dgm:cxn modelId="{398FFAAB-B25D-433A-A8F7-2CDEA00EE574}" type="presOf" srcId="{BEA682A3-3C5F-4C1A-AF5F-913F149A9D5B}" destId="{58F0447D-8A5C-4536-8361-5B6EC680CA48}" srcOrd="1" destOrd="0" presId="urn:microsoft.com/office/officeart/2005/8/layout/orgChart1"/>
    <dgm:cxn modelId="{70A7DA1F-149F-4F05-AD26-5603999E746A}" srcId="{BEA682A3-3C5F-4C1A-AF5F-913F149A9D5B}" destId="{46F528DF-27D9-4C92-8D8A-9C031929691C}" srcOrd="1" destOrd="0" parTransId="{DE17B2A1-3624-4BDA-BC33-0057348B1B2F}" sibTransId="{A281EEA5-7697-433C-9119-7CA745358ADB}"/>
    <dgm:cxn modelId="{A2D0AD61-02B4-4E85-9920-A1EF5222C313}" type="presOf" srcId="{ACE97A34-6014-4212-8E3A-80EB41D722EC}" destId="{60CC65CC-6A86-4FCE-B826-8B4E64DB5638}" srcOrd="0" destOrd="0" presId="urn:microsoft.com/office/officeart/2005/8/layout/orgChart1"/>
    <dgm:cxn modelId="{1D8FDC61-D722-4B5E-98CF-3F45DCEB9334}" type="presOf" srcId="{75C53BCF-3A0E-4252-95F1-B9AC5B62128A}" destId="{1DB760C9-DE39-4FA9-859E-95D50A7CDB29}" srcOrd="1" destOrd="0" presId="urn:microsoft.com/office/officeart/2005/8/layout/orgChart1"/>
    <dgm:cxn modelId="{EEE0B6CC-8A4B-4F11-AC04-E637AC35018B}" type="presOf" srcId="{46F528DF-27D9-4C92-8D8A-9C031929691C}" destId="{60E54C55-2078-4058-AB39-E788AB48CF46}" srcOrd="1" destOrd="0" presId="urn:microsoft.com/office/officeart/2005/8/layout/orgChart1"/>
    <dgm:cxn modelId="{0F21988C-750E-46E7-A1DA-9F9FBE31F832}" type="presOf" srcId="{46F528DF-27D9-4C92-8D8A-9C031929691C}" destId="{EC2A8B42-7028-46CE-B17B-001B4DA86F03}" srcOrd="0" destOrd="0" presId="urn:microsoft.com/office/officeart/2005/8/layout/orgChart1"/>
    <dgm:cxn modelId="{7EE06C43-3825-4451-A6E3-649455B19783}" srcId="{BEA682A3-3C5F-4C1A-AF5F-913F149A9D5B}" destId="{CD5A2616-C388-4680-99CC-EC9303B4B565}" srcOrd="2" destOrd="0" parTransId="{A5A3360C-091F-460D-94FE-D32283BDABA8}" sibTransId="{D9E4A802-BF17-40BB-B9F6-3A258B1E3088}"/>
    <dgm:cxn modelId="{2FC6D01B-C5AA-45B2-A1CD-2F514541889B}" type="presOf" srcId="{E35F037D-D19B-4DB9-9CC0-88094544049E}" destId="{07B45AE3-9330-4542-839A-321F012C54F6}" srcOrd="0" destOrd="0" presId="urn:microsoft.com/office/officeart/2005/8/layout/orgChart1"/>
    <dgm:cxn modelId="{5F40990B-11E2-4827-96A4-9A9C0AB91973}" srcId="{C9C63BD4-ADE7-43C6-ACA7-ABFEE7B04007}" destId="{BEA682A3-3C5F-4C1A-AF5F-913F149A9D5B}" srcOrd="0" destOrd="0" parTransId="{8C2493E1-6CDA-4B2C-89E9-01747FD2F5B0}" sibTransId="{0C236FE4-EB49-4489-A499-D9685B594C19}"/>
    <dgm:cxn modelId="{97CF52AA-E813-4854-893A-82F8AEAADBAE}" type="presOf" srcId="{E35F037D-D19B-4DB9-9CC0-88094544049E}" destId="{1EBF58E9-6D4C-404D-B10A-5DF40BA34F99}" srcOrd="1" destOrd="0" presId="urn:microsoft.com/office/officeart/2005/8/layout/orgChart1"/>
    <dgm:cxn modelId="{B5BEFFD0-340F-40D4-9247-66CE89DA9DCB}" type="presOf" srcId="{598A26B9-99FB-42E6-968A-5B949BCD2B19}" destId="{D2F3D948-3C4E-4AD4-94A7-A207B03BB862}" srcOrd="0" destOrd="0" presId="urn:microsoft.com/office/officeart/2005/8/layout/orgChart1"/>
    <dgm:cxn modelId="{F5489245-F229-49B7-8883-EAFCB70D57FD}" type="presOf" srcId="{CD5A2616-C388-4680-99CC-EC9303B4B565}" destId="{4A78E220-6AFC-42F2-B67E-9D0998A4EDE9}" srcOrd="1" destOrd="0" presId="urn:microsoft.com/office/officeart/2005/8/layout/orgChart1"/>
    <dgm:cxn modelId="{A7A212DD-F156-43D8-9D0D-AA934D6FB247}" type="presOf" srcId="{BBEEBC59-F7C9-48EC-81E7-95E0453EA33F}" destId="{BCD877CF-2B3C-4352-89DD-786967941771}" srcOrd="1" destOrd="0" presId="urn:microsoft.com/office/officeart/2005/8/layout/orgChart1"/>
    <dgm:cxn modelId="{3FDC43C2-3CAE-4170-959D-E50DEC351B53}" type="presOf" srcId="{A5A3360C-091F-460D-94FE-D32283BDABA8}" destId="{2F0EA0BA-2375-4B4D-9EAB-7BC146637F04}" srcOrd="0" destOrd="0" presId="urn:microsoft.com/office/officeart/2005/8/layout/orgChart1"/>
    <dgm:cxn modelId="{41FC5BBA-1D1B-4460-BB42-197F7992E2F0}" type="presOf" srcId="{BD10DFD1-06AB-40CD-8E74-1EB82E8CD596}" destId="{16050B7F-D584-430A-AF2C-2DFD095655F3}" srcOrd="0" destOrd="0" presId="urn:microsoft.com/office/officeart/2005/8/layout/orgChart1"/>
    <dgm:cxn modelId="{89F14694-D8BE-4300-84BE-5B71858DD1C0}" srcId="{46F528DF-27D9-4C92-8D8A-9C031929691C}" destId="{E35F037D-D19B-4DB9-9CC0-88094544049E}" srcOrd="0" destOrd="0" parTransId="{BDDF91B1-CB4F-4F07-BEBB-2711FD05E5E8}" sibTransId="{97BE3DDD-86A5-4570-BE75-59DCC29701DD}"/>
    <dgm:cxn modelId="{34C868B6-B888-4AD9-924D-44B87D363462}" type="presOf" srcId="{CD5A2616-C388-4680-99CC-EC9303B4B565}" destId="{3D588FF2-5A31-4250-88A3-A30281514B3B}" srcOrd="0" destOrd="0" presId="urn:microsoft.com/office/officeart/2005/8/layout/orgChart1"/>
    <dgm:cxn modelId="{5F966360-4C5C-4903-93FE-F8499ABF39DC}" type="presOf" srcId="{BBEEBC59-F7C9-48EC-81E7-95E0453EA33F}" destId="{1F831609-6EC6-43E3-B849-383A28CB012B}" srcOrd="0" destOrd="0" presId="urn:microsoft.com/office/officeart/2005/8/layout/orgChart1"/>
    <dgm:cxn modelId="{2D7CBC8B-F5E5-481F-AB0C-D6B4F6BD18BB}" type="presOf" srcId="{598A26B9-99FB-42E6-968A-5B949BCD2B19}" destId="{0CB2ABB5-AC0E-40CB-88AF-CFBE246399AA}" srcOrd="1" destOrd="0" presId="urn:microsoft.com/office/officeart/2005/8/layout/orgChart1"/>
    <dgm:cxn modelId="{0B1944A8-4E24-404E-A493-4FF879817A1E}" type="presOf" srcId="{C9C63BD4-ADE7-43C6-ACA7-ABFEE7B04007}" destId="{FA0667D7-EAB7-4926-9C22-E35C824D7E3A}" srcOrd="0" destOrd="0" presId="urn:microsoft.com/office/officeart/2005/8/layout/orgChart1"/>
    <dgm:cxn modelId="{E7C13956-3C36-4CBF-BFA1-0595C0E3A82F}" type="presParOf" srcId="{FA0667D7-EAB7-4926-9C22-E35C824D7E3A}" destId="{71D3A5C8-1D1F-4E2C-B73C-FC56AF979E93}" srcOrd="0" destOrd="0" presId="urn:microsoft.com/office/officeart/2005/8/layout/orgChart1"/>
    <dgm:cxn modelId="{C4DBC5E1-4789-4E52-BAC7-40E469B29780}" type="presParOf" srcId="{71D3A5C8-1D1F-4E2C-B73C-FC56AF979E93}" destId="{456C5082-E594-4EB8-B4FD-FAA0D79A2E88}" srcOrd="0" destOrd="0" presId="urn:microsoft.com/office/officeart/2005/8/layout/orgChart1"/>
    <dgm:cxn modelId="{011CADCB-B686-4159-BBAB-EE1F52393032}" type="presParOf" srcId="{456C5082-E594-4EB8-B4FD-FAA0D79A2E88}" destId="{2298D3CB-F7ED-4C3E-8243-094537CCF9BF}" srcOrd="0" destOrd="0" presId="urn:microsoft.com/office/officeart/2005/8/layout/orgChart1"/>
    <dgm:cxn modelId="{AB88CC31-9DF5-45C4-8AA6-06B4649EB0FD}" type="presParOf" srcId="{456C5082-E594-4EB8-B4FD-FAA0D79A2E88}" destId="{58F0447D-8A5C-4536-8361-5B6EC680CA48}" srcOrd="1" destOrd="0" presId="urn:microsoft.com/office/officeart/2005/8/layout/orgChart1"/>
    <dgm:cxn modelId="{B7235F91-8FD3-46BD-B246-8B07AABF2615}" type="presParOf" srcId="{71D3A5C8-1D1F-4E2C-B73C-FC56AF979E93}" destId="{B790BCA4-F03C-4A94-B4A9-69CA8FA252D4}" srcOrd="1" destOrd="0" presId="urn:microsoft.com/office/officeart/2005/8/layout/orgChart1"/>
    <dgm:cxn modelId="{C02526C8-0290-4C2C-9C66-93643D1C58F3}" type="presParOf" srcId="{B790BCA4-F03C-4A94-B4A9-69CA8FA252D4}" destId="{E8387F02-6573-48B9-A52B-277FD15E18C6}" srcOrd="0" destOrd="0" presId="urn:microsoft.com/office/officeart/2005/8/layout/orgChart1"/>
    <dgm:cxn modelId="{1D53EE25-A505-432C-9A94-3F284C79AC10}" type="presParOf" srcId="{B790BCA4-F03C-4A94-B4A9-69CA8FA252D4}" destId="{9AD8F226-EA43-4E5D-BC85-49BB86A6FD50}" srcOrd="1" destOrd="0" presId="urn:microsoft.com/office/officeart/2005/8/layout/orgChart1"/>
    <dgm:cxn modelId="{5271DE4E-20C8-49E6-A21F-F139C0DE754B}" type="presParOf" srcId="{9AD8F226-EA43-4E5D-BC85-49BB86A6FD50}" destId="{47B0B287-0D6A-4E5C-9ACE-836411844578}" srcOrd="0" destOrd="0" presId="urn:microsoft.com/office/officeart/2005/8/layout/orgChart1"/>
    <dgm:cxn modelId="{DB49D1F8-AF24-422D-9343-6F909917C317}" type="presParOf" srcId="{47B0B287-0D6A-4E5C-9ACE-836411844578}" destId="{EC2A8B42-7028-46CE-B17B-001B4DA86F03}" srcOrd="0" destOrd="0" presId="urn:microsoft.com/office/officeart/2005/8/layout/orgChart1"/>
    <dgm:cxn modelId="{E05CC558-CCCC-4D37-A9FE-E689F72F52FD}" type="presParOf" srcId="{47B0B287-0D6A-4E5C-9ACE-836411844578}" destId="{60E54C55-2078-4058-AB39-E788AB48CF46}" srcOrd="1" destOrd="0" presId="urn:microsoft.com/office/officeart/2005/8/layout/orgChart1"/>
    <dgm:cxn modelId="{CF766CAB-3822-4C81-AD54-F1B8140B2245}" type="presParOf" srcId="{9AD8F226-EA43-4E5D-BC85-49BB86A6FD50}" destId="{29019C29-D8E8-4CA8-8B02-6925291B3303}" srcOrd="1" destOrd="0" presId="urn:microsoft.com/office/officeart/2005/8/layout/orgChart1"/>
    <dgm:cxn modelId="{B59C5027-A0DB-4BF2-96A6-20AB7C3A0FEA}" type="presParOf" srcId="{29019C29-D8E8-4CA8-8B02-6925291B3303}" destId="{924F8202-36F7-48DA-B5BE-3449AC81BD33}" srcOrd="0" destOrd="0" presId="urn:microsoft.com/office/officeart/2005/8/layout/orgChart1"/>
    <dgm:cxn modelId="{FF80331A-3785-4F21-A944-0E9FCB593CD5}" type="presParOf" srcId="{29019C29-D8E8-4CA8-8B02-6925291B3303}" destId="{4C969523-B462-4B9B-B4A4-D6703ED0FABA}" srcOrd="1" destOrd="0" presId="urn:microsoft.com/office/officeart/2005/8/layout/orgChart1"/>
    <dgm:cxn modelId="{CD2E691C-CB21-4273-96C8-A4A5DF21F94B}" type="presParOf" srcId="{4C969523-B462-4B9B-B4A4-D6703ED0FABA}" destId="{00B033E1-78EF-4167-8F74-6CEC995ADBDD}" srcOrd="0" destOrd="0" presId="urn:microsoft.com/office/officeart/2005/8/layout/orgChart1"/>
    <dgm:cxn modelId="{5A952A6E-6DA6-436F-B6B6-BF94C945ED2A}" type="presParOf" srcId="{00B033E1-78EF-4167-8F74-6CEC995ADBDD}" destId="{07B45AE3-9330-4542-839A-321F012C54F6}" srcOrd="0" destOrd="0" presId="urn:microsoft.com/office/officeart/2005/8/layout/orgChart1"/>
    <dgm:cxn modelId="{99919C9A-1240-4A26-9E58-94C729B39AA9}" type="presParOf" srcId="{00B033E1-78EF-4167-8F74-6CEC995ADBDD}" destId="{1EBF58E9-6D4C-404D-B10A-5DF40BA34F99}" srcOrd="1" destOrd="0" presId="urn:microsoft.com/office/officeart/2005/8/layout/orgChart1"/>
    <dgm:cxn modelId="{ADCC80A3-51F7-4FC5-8EF9-903AFE6C2562}" type="presParOf" srcId="{4C969523-B462-4B9B-B4A4-D6703ED0FABA}" destId="{261C832F-B0E1-4105-A64E-C161B72348EB}" srcOrd="1" destOrd="0" presId="urn:microsoft.com/office/officeart/2005/8/layout/orgChart1"/>
    <dgm:cxn modelId="{DCD445D9-6D42-4E49-ABDE-ABA96C8F5C7A}" type="presParOf" srcId="{4C969523-B462-4B9B-B4A4-D6703ED0FABA}" destId="{228F3CC2-C1B0-452D-83CD-0BEE34EC8CC4}" srcOrd="2" destOrd="0" presId="urn:microsoft.com/office/officeart/2005/8/layout/orgChart1"/>
    <dgm:cxn modelId="{441E6D29-29A6-4C7B-8848-5107B5232351}" type="presParOf" srcId="{29019C29-D8E8-4CA8-8B02-6925291B3303}" destId="{D40C7DB9-09F7-439A-A62A-8B377DFBB398}" srcOrd="2" destOrd="0" presId="urn:microsoft.com/office/officeart/2005/8/layout/orgChart1"/>
    <dgm:cxn modelId="{6FF4B494-3C0C-4AB2-8C92-72967AEAE98B}" type="presParOf" srcId="{29019C29-D8E8-4CA8-8B02-6925291B3303}" destId="{7B4C7884-E4E2-4112-A38D-794D5BA27E4F}" srcOrd="3" destOrd="0" presId="urn:microsoft.com/office/officeart/2005/8/layout/orgChart1"/>
    <dgm:cxn modelId="{680BFC4B-1EDC-42B2-B2B4-B34C9655299F}" type="presParOf" srcId="{7B4C7884-E4E2-4112-A38D-794D5BA27E4F}" destId="{3ABF24F0-7275-47C9-A60A-A432E0C5F283}" srcOrd="0" destOrd="0" presId="urn:microsoft.com/office/officeart/2005/8/layout/orgChart1"/>
    <dgm:cxn modelId="{5AFEE6C2-993E-4ABC-9944-5E8C7C9B0B23}" type="presParOf" srcId="{3ABF24F0-7275-47C9-A60A-A432E0C5F283}" destId="{1F831609-6EC6-43E3-B849-383A28CB012B}" srcOrd="0" destOrd="0" presId="urn:microsoft.com/office/officeart/2005/8/layout/orgChart1"/>
    <dgm:cxn modelId="{F7985A44-6312-43FE-9CD5-37D6BEF52D14}" type="presParOf" srcId="{3ABF24F0-7275-47C9-A60A-A432E0C5F283}" destId="{BCD877CF-2B3C-4352-89DD-786967941771}" srcOrd="1" destOrd="0" presId="urn:microsoft.com/office/officeart/2005/8/layout/orgChart1"/>
    <dgm:cxn modelId="{F041DBE3-87B0-4EB0-9C67-5B5C330D3C65}" type="presParOf" srcId="{7B4C7884-E4E2-4112-A38D-794D5BA27E4F}" destId="{04C03889-5E34-48C8-B951-CF12D43C170E}" srcOrd="1" destOrd="0" presId="urn:microsoft.com/office/officeart/2005/8/layout/orgChart1"/>
    <dgm:cxn modelId="{2B051CD0-78D9-4A17-B390-F5323ACFE44B}" type="presParOf" srcId="{7B4C7884-E4E2-4112-A38D-794D5BA27E4F}" destId="{31CF8A94-7A57-4D56-8BCB-BAA4270B8555}" srcOrd="2" destOrd="0" presId="urn:microsoft.com/office/officeart/2005/8/layout/orgChart1"/>
    <dgm:cxn modelId="{C495FE36-758E-4882-9C05-B4A8747A39BC}" type="presParOf" srcId="{9AD8F226-EA43-4E5D-BC85-49BB86A6FD50}" destId="{CF7D682C-632B-4EDC-9C45-353BC5960097}" srcOrd="2" destOrd="0" presId="urn:microsoft.com/office/officeart/2005/8/layout/orgChart1"/>
    <dgm:cxn modelId="{773D783B-6448-41D2-9179-8D480D3CDAE7}" type="presParOf" srcId="{B790BCA4-F03C-4A94-B4A9-69CA8FA252D4}" destId="{2F0EA0BA-2375-4B4D-9EAB-7BC146637F04}" srcOrd="2" destOrd="0" presId="urn:microsoft.com/office/officeart/2005/8/layout/orgChart1"/>
    <dgm:cxn modelId="{692D3FFA-840A-490F-A8C6-4B604E8A51FD}" type="presParOf" srcId="{B790BCA4-F03C-4A94-B4A9-69CA8FA252D4}" destId="{4799E20E-3BD9-425C-9DE0-34073413A88F}" srcOrd="3" destOrd="0" presId="urn:microsoft.com/office/officeart/2005/8/layout/orgChart1"/>
    <dgm:cxn modelId="{CEEBEBED-F865-40CC-85CA-51A10FD304B6}" type="presParOf" srcId="{4799E20E-3BD9-425C-9DE0-34073413A88F}" destId="{0195CC05-1627-47B9-A948-3CBCCD646324}" srcOrd="0" destOrd="0" presId="urn:microsoft.com/office/officeart/2005/8/layout/orgChart1"/>
    <dgm:cxn modelId="{AA8DAA5C-192B-4693-BA98-21ACF97BA0BE}" type="presParOf" srcId="{0195CC05-1627-47B9-A948-3CBCCD646324}" destId="{3D588FF2-5A31-4250-88A3-A30281514B3B}" srcOrd="0" destOrd="0" presId="urn:microsoft.com/office/officeart/2005/8/layout/orgChart1"/>
    <dgm:cxn modelId="{A49D4A9F-949A-4CD3-9C4D-DC083ED38712}" type="presParOf" srcId="{0195CC05-1627-47B9-A948-3CBCCD646324}" destId="{4A78E220-6AFC-42F2-B67E-9D0998A4EDE9}" srcOrd="1" destOrd="0" presId="urn:microsoft.com/office/officeart/2005/8/layout/orgChart1"/>
    <dgm:cxn modelId="{A45FCCEA-6972-4BD0-B7F6-366ADDB29179}" type="presParOf" srcId="{4799E20E-3BD9-425C-9DE0-34073413A88F}" destId="{F4ACA9AD-78DD-46B4-A052-DD3E72A13E87}" srcOrd="1" destOrd="0" presId="urn:microsoft.com/office/officeart/2005/8/layout/orgChart1"/>
    <dgm:cxn modelId="{2D001AE9-D383-422A-BBC7-058A6A749241}" type="presParOf" srcId="{4799E20E-3BD9-425C-9DE0-34073413A88F}" destId="{0DFF6E8F-9FA4-4630-9FE7-161D7E31378D}" srcOrd="2" destOrd="0" presId="urn:microsoft.com/office/officeart/2005/8/layout/orgChart1"/>
    <dgm:cxn modelId="{61356B7E-1367-4F23-956E-40F97B1D6999}" type="presParOf" srcId="{B790BCA4-F03C-4A94-B4A9-69CA8FA252D4}" destId="{60CC65CC-6A86-4FCE-B826-8B4E64DB5638}" srcOrd="4" destOrd="0" presId="urn:microsoft.com/office/officeart/2005/8/layout/orgChart1"/>
    <dgm:cxn modelId="{73746089-E46C-45ED-8705-C5319361EC7C}" type="presParOf" srcId="{B790BCA4-F03C-4A94-B4A9-69CA8FA252D4}" destId="{D364F653-B0CB-4EB1-A710-450816760615}" srcOrd="5" destOrd="0" presId="urn:microsoft.com/office/officeart/2005/8/layout/orgChart1"/>
    <dgm:cxn modelId="{4AB95CAF-5762-4541-8508-381916667119}" type="presParOf" srcId="{D364F653-B0CB-4EB1-A710-450816760615}" destId="{F1B3DEE1-30E8-4BC2-9EF3-B5A9CDE58BF3}" srcOrd="0" destOrd="0" presId="urn:microsoft.com/office/officeart/2005/8/layout/orgChart1"/>
    <dgm:cxn modelId="{BA093082-1F77-464B-AD7A-34580C34A23A}" type="presParOf" srcId="{F1B3DEE1-30E8-4BC2-9EF3-B5A9CDE58BF3}" destId="{D2F3D948-3C4E-4AD4-94A7-A207B03BB862}" srcOrd="0" destOrd="0" presId="urn:microsoft.com/office/officeart/2005/8/layout/orgChart1"/>
    <dgm:cxn modelId="{7E23E58F-422D-4ED2-AC45-9073B76F02AF}" type="presParOf" srcId="{F1B3DEE1-30E8-4BC2-9EF3-B5A9CDE58BF3}" destId="{0CB2ABB5-AC0E-40CB-88AF-CFBE246399AA}" srcOrd="1" destOrd="0" presId="urn:microsoft.com/office/officeart/2005/8/layout/orgChart1"/>
    <dgm:cxn modelId="{5B73340F-C811-4217-B38A-C39A6C1327FE}" type="presParOf" srcId="{D364F653-B0CB-4EB1-A710-450816760615}" destId="{592F341E-4E14-4FCF-B6C5-0C5ABEAA43F0}" srcOrd="1" destOrd="0" presId="urn:microsoft.com/office/officeart/2005/8/layout/orgChart1"/>
    <dgm:cxn modelId="{ED5E4BBC-FA6D-4F47-90B0-11B020E4469F}" type="presParOf" srcId="{D364F653-B0CB-4EB1-A710-450816760615}" destId="{DFFB73FE-AC53-4F7A-8C85-0CACCCF07A5D}" srcOrd="2" destOrd="0" presId="urn:microsoft.com/office/officeart/2005/8/layout/orgChart1"/>
    <dgm:cxn modelId="{B3D8B15B-DFA8-494F-8ED0-6A233BC30B5B}" type="presParOf" srcId="{71D3A5C8-1D1F-4E2C-B73C-FC56AF979E93}" destId="{A803EF42-D2B2-4E11-8D1E-200CB9DDD108}" srcOrd="2" destOrd="0" presId="urn:microsoft.com/office/officeart/2005/8/layout/orgChart1"/>
    <dgm:cxn modelId="{47CF9CC4-4BD8-4B40-967E-7504EF5095CC}" type="presParOf" srcId="{A803EF42-D2B2-4E11-8D1E-200CB9DDD108}" destId="{16050B7F-D584-430A-AF2C-2DFD095655F3}" srcOrd="0" destOrd="0" presId="urn:microsoft.com/office/officeart/2005/8/layout/orgChart1"/>
    <dgm:cxn modelId="{1125ED9E-E08C-4117-BEDD-14F2A1646016}" type="presParOf" srcId="{A803EF42-D2B2-4E11-8D1E-200CB9DDD108}" destId="{60D3D664-AA15-44E8-B0EA-F48681AC4C7A}" srcOrd="1" destOrd="0" presId="urn:microsoft.com/office/officeart/2005/8/layout/orgChart1"/>
    <dgm:cxn modelId="{512323A3-DC88-44C0-AF35-0B1AA8E6FBF0}" type="presParOf" srcId="{60D3D664-AA15-44E8-B0EA-F48681AC4C7A}" destId="{D709A501-9AB6-4AD1-B7EA-DD936E48AA16}" srcOrd="0" destOrd="0" presId="urn:microsoft.com/office/officeart/2005/8/layout/orgChart1"/>
    <dgm:cxn modelId="{A0DE3959-3345-463F-98A2-FCD61642ED7A}" type="presParOf" srcId="{D709A501-9AB6-4AD1-B7EA-DD936E48AA16}" destId="{E3F9E359-7430-41E7-BCAF-9136D173F0B3}" srcOrd="0" destOrd="0" presId="urn:microsoft.com/office/officeart/2005/8/layout/orgChart1"/>
    <dgm:cxn modelId="{1A0ACE8B-E9FB-4BCE-89F6-666185DF05F4}" type="presParOf" srcId="{D709A501-9AB6-4AD1-B7EA-DD936E48AA16}" destId="{1DB760C9-DE39-4FA9-859E-95D50A7CDB29}" srcOrd="1" destOrd="0" presId="urn:microsoft.com/office/officeart/2005/8/layout/orgChart1"/>
    <dgm:cxn modelId="{A6AF7E6E-3F00-479C-B8B4-4ECFE6CE6D9D}" type="presParOf" srcId="{60D3D664-AA15-44E8-B0EA-F48681AC4C7A}" destId="{8BFF7518-D9D3-421D-9394-3418395BFAE8}" srcOrd="1" destOrd="0" presId="urn:microsoft.com/office/officeart/2005/8/layout/orgChart1"/>
    <dgm:cxn modelId="{DA5EE641-203A-43A2-9140-514B23439E1C}" type="presParOf" srcId="{60D3D664-AA15-44E8-B0EA-F48681AC4C7A}" destId="{451BEE52-90DF-4A81-9526-375E6E64870D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050B7F-D584-430A-AF2C-2DFD095655F3}">
      <dsp:nvSpPr>
        <dsp:cNvPr id="0" name=""/>
        <dsp:cNvSpPr/>
      </dsp:nvSpPr>
      <dsp:spPr>
        <a:xfrm>
          <a:off x="4367496" y="942773"/>
          <a:ext cx="197780" cy="866466"/>
        </a:xfrm>
        <a:custGeom>
          <a:avLst/>
          <a:gdLst/>
          <a:ahLst/>
          <a:cxnLst/>
          <a:rect l="0" t="0" r="0" b="0"/>
          <a:pathLst>
            <a:path>
              <a:moveTo>
                <a:pt x="197780" y="0"/>
              </a:moveTo>
              <a:lnTo>
                <a:pt x="197780" y="866466"/>
              </a:lnTo>
              <a:lnTo>
                <a:pt x="0" y="866466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CC65CC-6A86-4FCE-B826-8B4E64DB5638}">
      <dsp:nvSpPr>
        <dsp:cNvPr id="0" name=""/>
        <dsp:cNvSpPr/>
      </dsp:nvSpPr>
      <dsp:spPr>
        <a:xfrm>
          <a:off x="4565276" y="942773"/>
          <a:ext cx="2279183" cy="17329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35152"/>
              </a:lnTo>
              <a:lnTo>
                <a:pt x="2279183" y="1535152"/>
              </a:lnTo>
              <a:lnTo>
                <a:pt x="2279183" y="1732932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0EA0BA-2375-4B4D-9EAB-7BC146637F04}">
      <dsp:nvSpPr>
        <dsp:cNvPr id="0" name=""/>
        <dsp:cNvSpPr/>
      </dsp:nvSpPr>
      <dsp:spPr>
        <a:xfrm>
          <a:off x="4519556" y="942773"/>
          <a:ext cx="91440" cy="173293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732932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0C7DB9-09F7-439A-A62A-8B377DFBB398}">
      <dsp:nvSpPr>
        <dsp:cNvPr id="0" name=""/>
        <dsp:cNvSpPr/>
      </dsp:nvSpPr>
      <dsp:spPr>
        <a:xfrm>
          <a:off x="1532644" y="3617517"/>
          <a:ext cx="3405325" cy="8465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46518"/>
              </a:lnTo>
              <a:lnTo>
                <a:pt x="3405325" y="846518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4F8202-36F7-48DA-B5BE-3449AC81BD33}">
      <dsp:nvSpPr>
        <dsp:cNvPr id="0" name=""/>
        <dsp:cNvSpPr/>
      </dsp:nvSpPr>
      <dsp:spPr>
        <a:xfrm>
          <a:off x="1532644" y="3617517"/>
          <a:ext cx="735158" cy="8180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18085"/>
              </a:lnTo>
              <a:lnTo>
                <a:pt x="735158" y="818085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387F02-6573-48B9-A52B-277FD15E18C6}">
      <dsp:nvSpPr>
        <dsp:cNvPr id="0" name=""/>
        <dsp:cNvSpPr/>
      </dsp:nvSpPr>
      <dsp:spPr>
        <a:xfrm>
          <a:off x="2286093" y="942773"/>
          <a:ext cx="2279183" cy="1732932"/>
        </a:xfrm>
        <a:custGeom>
          <a:avLst/>
          <a:gdLst/>
          <a:ahLst/>
          <a:cxnLst/>
          <a:rect l="0" t="0" r="0" b="0"/>
          <a:pathLst>
            <a:path>
              <a:moveTo>
                <a:pt x="2279183" y="0"/>
              </a:moveTo>
              <a:lnTo>
                <a:pt x="2279183" y="1535152"/>
              </a:lnTo>
              <a:lnTo>
                <a:pt x="0" y="1535152"/>
              </a:lnTo>
              <a:lnTo>
                <a:pt x="0" y="1732932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98D3CB-F7ED-4C3E-8243-094537CCF9BF}">
      <dsp:nvSpPr>
        <dsp:cNvPr id="0" name=""/>
        <dsp:cNvSpPr/>
      </dsp:nvSpPr>
      <dsp:spPr>
        <a:xfrm>
          <a:off x="3623465" y="962"/>
          <a:ext cx="1883622" cy="9418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dbl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glow rad="63500">
            <a:schemeClr val="accent1">
              <a:hueOff val="0"/>
              <a:satOff val="0"/>
              <a:lumOff val="0"/>
              <a:alphaOff val="0"/>
              <a:alpha val="45000"/>
              <a:satMod val="110000"/>
            </a:schemeClr>
          </a:glo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600" kern="1200" dirty="0" smtClean="0"/>
            <a:t>培训校长</a:t>
          </a:r>
          <a:endParaRPr lang="zh-CN" altLang="en-US" sz="3600" kern="1200" dirty="0"/>
        </a:p>
      </dsp:txBody>
      <dsp:txXfrm>
        <a:off x="3623465" y="962"/>
        <a:ext cx="1883622" cy="941811"/>
      </dsp:txXfrm>
    </dsp:sp>
    <dsp:sp modelId="{EC2A8B42-7028-46CE-B17B-001B4DA86F03}">
      <dsp:nvSpPr>
        <dsp:cNvPr id="0" name=""/>
        <dsp:cNvSpPr/>
      </dsp:nvSpPr>
      <dsp:spPr>
        <a:xfrm>
          <a:off x="1344282" y="2675705"/>
          <a:ext cx="1883622" cy="94181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dbl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glow rad="63500">
            <a:schemeClr val="accent2">
              <a:hueOff val="0"/>
              <a:satOff val="0"/>
              <a:lumOff val="0"/>
              <a:alphaOff val="0"/>
              <a:alpha val="45000"/>
              <a:satMod val="110000"/>
            </a:schemeClr>
          </a:glo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600" kern="1200" smtClean="0"/>
            <a:t>教务主任</a:t>
          </a:r>
          <a:endParaRPr lang="zh-CN" altLang="en-US" sz="3600" kern="1200" dirty="0"/>
        </a:p>
      </dsp:txBody>
      <dsp:txXfrm>
        <a:off x="1344282" y="2675705"/>
        <a:ext cx="1883622" cy="941811"/>
      </dsp:txXfrm>
    </dsp:sp>
    <dsp:sp modelId="{07B45AE3-9330-4542-839A-321F012C54F6}">
      <dsp:nvSpPr>
        <dsp:cNvPr id="0" name=""/>
        <dsp:cNvSpPr/>
      </dsp:nvSpPr>
      <dsp:spPr>
        <a:xfrm>
          <a:off x="2267803" y="3964696"/>
          <a:ext cx="1883622" cy="94181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dbl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glow rad="63500">
            <a:schemeClr val="accent3">
              <a:hueOff val="0"/>
              <a:satOff val="0"/>
              <a:lumOff val="0"/>
              <a:alphaOff val="0"/>
              <a:alpha val="45000"/>
              <a:satMod val="110000"/>
            </a:schemeClr>
          </a:glo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600" kern="1200" dirty="0" smtClean="0"/>
            <a:t>软件教师</a:t>
          </a:r>
          <a:endParaRPr lang="zh-CN" altLang="en-US" sz="3600" kern="1200" dirty="0"/>
        </a:p>
      </dsp:txBody>
      <dsp:txXfrm>
        <a:off x="2267803" y="3964696"/>
        <a:ext cx="1883622" cy="941811"/>
      </dsp:txXfrm>
    </dsp:sp>
    <dsp:sp modelId="{1F831609-6EC6-43E3-B849-383A28CB012B}">
      <dsp:nvSpPr>
        <dsp:cNvPr id="0" name=""/>
        <dsp:cNvSpPr/>
      </dsp:nvSpPr>
      <dsp:spPr>
        <a:xfrm>
          <a:off x="4937970" y="3993130"/>
          <a:ext cx="1883622" cy="94181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dbl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glow rad="63500">
            <a:schemeClr val="accent3">
              <a:hueOff val="0"/>
              <a:satOff val="0"/>
              <a:lumOff val="0"/>
              <a:alphaOff val="0"/>
              <a:alpha val="45000"/>
              <a:satMod val="110000"/>
            </a:schemeClr>
          </a:glo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600" kern="1200" dirty="0" smtClean="0"/>
            <a:t>办公教师</a:t>
          </a:r>
          <a:endParaRPr lang="zh-CN" altLang="en-US" sz="3600" kern="1200" dirty="0"/>
        </a:p>
      </dsp:txBody>
      <dsp:txXfrm>
        <a:off x="4937970" y="3993130"/>
        <a:ext cx="1883622" cy="941811"/>
      </dsp:txXfrm>
    </dsp:sp>
    <dsp:sp modelId="{3D588FF2-5A31-4250-88A3-A30281514B3B}">
      <dsp:nvSpPr>
        <dsp:cNvPr id="0" name=""/>
        <dsp:cNvSpPr/>
      </dsp:nvSpPr>
      <dsp:spPr>
        <a:xfrm>
          <a:off x="3623465" y="2675705"/>
          <a:ext cx="1883622" cy="94181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dbl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glow rad="63500">
            <a:schemeClr val="accent2">
              <a:hueOff val="0"/>
              <a:satOff val="0"/>
              <a:lumOff val="0"/>
              <a:alphaOff val="0"/>
              <a:alpha val="45000"/>
              <a:satMod val="110000"/>
            </a:schemeClr>
          </a:glo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600" kern="1200" dirty="0" smtClean="0"/>
            <a:t>总务主任</a:t>
          </a:r>
          <a:endParaRPr lang="zh-CN" altLang="en-US" sz="3600" kern="1200" dirty="0"/>
        </a:p>
      </dsp:txBody>
      <dsp:txXfrm>
        <a:off x="3623465" y="2675705"/>
        <a:ext cx="1883622" cy="941811"/>
      </dsp:txXfrm>
    </dsp:sp>
    <dsp:sp modelId="{D2F3D948-3C4E-4AD4-94A7-A207B03BB862}">
      <dsp:nvSpPr>
        <dsp:cNvPr id="0" name=""/>
        <dsp:cNvSpPr/>
      </dsp:nvSpPr>
      <dsp:spPr>
        <a:xfrm>
          <a:off x="5902648" y="2675705"/>
          <a:ext cx="1883622" cy="94181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dbl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glow rad="63500">
            <a:schemeClr val="accent2">
              <a:hueOff val="0"/>
              <a:satOff val="0"/>
              <a:lumOff val="0"/>
              <a:alphaOff val="0"/>
              <a:alpha val="45000"/>
              <a:satMod val="110000"/>
            </a:schemeClr>
          </a:glo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600" kern="1200" dirty="0" smtClean="0"/>
            <a:t>行政主任</a:t>
          </a:r>
          <a:endParaRPr lang="zh-CN" altLang="en-US" sz="3600" kern="1200" dirty="0"/>
        </a:p>
      </dsp:txBody>
      <dsp:txXfrm>
        <a:off x="5902648" y="2675705"/>
        <a:ext cx="1883622" cy="941811"/>
      </dsp:txXfrm>
    </dsp:sp>
    <dsp:sp modelId="{E3F9E359-7430-41E7-BCAF-9136D173F0B3}">
      <dsp:nvSpPr>
        <dsp:cNvPr id="0" name=""/>
        <dsp:cNvSpPr/>
      </dsp:nvSpPr>
      <dsp:spPr>
        <a:xfrm>
          <a:off x="2483873" y="1338334"/>
          <a:ext cx="1883622" cy="94181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dbl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glow rad="63500">
            <a:schemeClr val="accent2">
              <a:hueOff val="0"/>
              <a:satOff val="0"/>
              <a:lumOff val="0"/>
              <a:alphaOff val="0"/>
              <a:alpha val="45000"/>
              <a:satMod val="110000"/>
            </a:schemeClr>
          </a:glo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600" kern="1200" dirty="0" smtClean="0"/>
            <a:t>校长助理</a:t>
          </a:r>
          <a:endParaRPr lang="zh-CN" altLang="en-US" sz="3600" kern="1200" dirty="0"/>
        </a:p>
      </dsp:txBody>
      <dsp:txXfrm>
        <a:off x="2483873" y="1338334"/>
        <a:ext cx="1883622" cy="9418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914400" y="3196686"/>
            <a:ext cx="103632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676401"/>
            <a:ext cx="10363200" cy="1538286"/>
          </a:xfrm>
        </p:spPr>
        <p:txBody>
          <a:bodyPr anchor="b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214686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2020\5\15 Friday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09600" y="1410736"/>
            <a:ext cx="109728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97536" y="6400800"/>
            <a:ext cx="4267200" cy="283800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  <a:t>2020\5\15 Friday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7107936" y="6400800"/>
            <a:ext cx="4978400" cy="283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914400" y="3143248"/>
            <a:ext cx="103632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3143249"/>
            <a:ext cx="10363200" cy="1362075"/>
          </a:xfrm>
        </p:spPr>
        <p:txBody>
          <a:bodyPr anchor="t"/>
          <a:lstStyle>
            <a:lvl1pPr algn="ctr">
              <a:defRPr sz="4000" b="0" cap="all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1643062"/>
            <a:ext cx="10363200" cy="1500187"/>
          </a:xfrm>
        </p:spPr>
        <p:txBody>
          <a:bodyPr anchor="b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2020\5\15 Friday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609600" y="1410736"/>
            <a:ext cx="109728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2020\5\15 Friday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609600" y="1410736"/>
            <a:ext cx="109728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2020\5\15 Friday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609600" y="1410736"/>
            <a:ext cx="109728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2020\5\15 Friday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2020\5\15 Friday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714733" y="1053546"/>
            <a:ext cx="78720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14734" y="228600"/>
            <a:ext cx="7867669" cy="842946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714733" y="1142984"/>
            <a:ext cx="7867667" cy="514353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7" y="1142984"/>
            <a:ext cx="3009877" cy="5143536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2020\5\15 Friday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1200" y="304800"/>
            <a:ext cx="8534400" cy="685800"/>
          </a:xfrm>
        </p:spPr>
        <p:txBody>
          <a:bodyPr anchor="ctr"/>
          <a:lstStyle>
            <a:lvl1pPr algn="l">
              <a:defRPr sz="24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935403" y="1143000"/>
            <a:ext cx="9630997" cy="3980172"/>
          </a:xfrm>
          <a:prstGeom prst="roundRect">
            <a:avLst>
              <a:gd name="adj" fmla="val 18278"/>
            </a:avLst>
          </a:prstGeom>
          <a:solidFill>
            <a:schemeClr val="accent1">
              <a:tint val="40000"/>
            </a:schemeClr>
          </a:solidFill>
          <a:ln w="50800" cap="rnd">
            <a:gradFill flip="none" rotWithShape="1">
              <a:gsLst>
                <a:gs pos="0">
                  <a:schemeClr val="accent1">
                    <a:shade val="50000"/>
                  </a:schemeClr>
                </a:gs>
                <a:gs pos="20000">
                  <a:schemeClr val="accent2">
                    <a:shade val="50000"/>
                  </a:schemeClr>
                </a:gs>
                <a:gs pos="40000">
                  <a:schemeClr val="accent3">
                    <a:shade val="50000"/>
                  </a:schemeClr>
                </a:gs>
                <a:gs pos="60000">
                  <a:schemeClr val="accent4">
                    <a:shade val="50000"/>
                  </a:schemeClr>
                </a:gs>
                <a:gs pos="80000">
                  <a:schemeClr val="accent5">
                    <a:shade val="50000"/>
                  </a:schemeClr>
                </a:gs>
                <a:gs pos="100000">
                  <a:schemeClr val="accent6">
                    <a:shade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  <a:effectLst>
            <a:outerShdw blurRad="50800" dist="38100" dir="5400000" algn="tl" rotWithShape="0">
              <a:prstClr val="black">
                <a:alpha val="50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149600" y="5410200"/>
            <a:ext cx="7543851" cy="804862"/>
          </a:xfrm>
        </p:spPr>
        <p:txBody>
          <a:bodyPr anchor="ctr"/>
          <a:lstStyle>
            <a:lvl1pPr marL="0" indent="0" algn="r">
              <a:buNone/>
              <a:defRPr sz="1200" b="0"/>
            </a:lvl1pPr>
            <a:lvl2pPr marL="457200" indent="0" algn="r">
              <a:buNone/>
              <a:defRPr sz="1200" b="0"/>
            </a:lvl2pPr>
            <a:lvl3pPr marL="914400" indent="0" algn="r">
              <a:buNone/>
              <a:defRPr sz="1200" b="0"/>
            </a:lvl3pPr>
            <a:lvl4pPr marL="1371600" indent="0" algn="r">
              <a:buNone/>
              <a:defRPr sz="1200" b="0"/>
            </a:lvl4pPr>
            <a:lvl5pPr marL="1828800" indent="0" algn="r">
              <a:buNone/>
              <a:defRPr sz="1200" b="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2020\5\15 Friday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2020\5\15 Friday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09600" y="1410736"/>
            <a:ext cx="109728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620275" y="274638"/>
            <a:ext cx="1962125" cy="6011882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915424" cy="6011882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2020\5\15 Friday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6678000"/>
            <a:ext cx="12192000" cy="180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68632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01600" y="6400800"/>
            <a:ext cx="4267200" cy="283800"/>
          </a:xfrm>
          <a:prstGeom prst="rect">
            <a:avLst/>
          </a:prstGeom>
        </p:spPr>
        <p:txBody>
          <a:bodyPr vert="horz" rtlCol="0" anchor="b"/>
          <a:lstStyle>
            <a:lvl1pPr algn="l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2020\5\15 Friday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7112000" y="6400800"/>
            <a:ext cx="4978400" cy="283800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486400" y="6400800"/>
            <a:ext cx="1219200" cy="283464"/>
          </a:xfrm>
          <a:prstGeom prst="rect">
            <a:avLst/>
          </a:prstGeom>
          <a:noFill/>
        </p:spPr>
        <p:txBody>
          <a:bodyPr vert="horz" lIns="45720" rIns="45720" rtlCol="0" anchor="ctr"/>
          <a:lstStyle>
            <a:lvl1pPr algn="ctr" eaLnBrk="1" latinLnBrk="0" hangingPunct="1">
              <a:defRPr kumimoji="0" sz="1100" b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8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ß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Þ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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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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Excel 2010 </a:t>
            </a:r>
            <a:r>
              <a:rPr lang="zh-CN" altLang="en-US" dirty="0" smtClean="0"/>
              <a:t>培训教程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Clr>
                <a:srgbClr val="7030A0"/>
              </a:buClr>
              <a:buSzPct val="100000"/>
              <a:buFont typeface="Wingdings" pitchFamily="2" charset="2"/>
              <a:buChar char="u"/>
            </a:pPr>
            <a:r>
              <a:rPr lang="zh-CN" altLang="en-US" dirty="0" smtClean="0"/>
              <a:t>课程介绍</a:t>
            </a:r>
            <a:endParaRPr lang="en-US" altLang="zh-CN" dirty="0" smtClean="0"/>
          </a:p>
          <a:p>
            <a:pPr>
              <a:lnSpc>
                <a:spcPct val="150000"/>
              </a:lnSpc>
              <a:buClr>
                <a:srgbClr val="7030A0"/>
              </a:buClr>
              <a:buSzPct val="100000"/>
              <a:buFont typeface="Wingdings" pitchFamily="2" charset="2"/>
              <a:buChar char="u"/>
            </a:pPr>
            <a:r>
              <a:rPr lang="zh-CN" altLang="en-US" dirty="0" smtClean="0"/>
              <a:t>课程安排</a:t>
            </a:r>
            <a:endParaRPr lang="en-US" altLang="zh-CN" dirty="0" smtClean="0"/>
          </a:p>
          <a:p>
            <a:pPr>
              <a:lnSpc>
                <a:spcPct val="150000"/>
              </a:lnSpc>
              <a:buClr>
                <a:srgbClr val="7030A0"/>
              </a:buClr>
              <a:buSzPct val="100000"/>
              <a:buFont typeface="Wingdings" pitchFamily="2" charset="2"/>
              <a:buChar char="u"/>
            </a:pPr>
            <a:r>
              <a:rPr lang="zh-CN" altLang="en-US" dirty="0" smtClean="0"/>
              <a:t>学员参加工作情况</a:t>
            </a:r>
            <a:endParaRPr lang="en-US" altLang="zh-CN" dirty="0" smtClean="0"/>
          </a:p>
          <a:p>
            <a:pPr>
              <a:lnSpc>
                <a:spcPct val="150000"/>
              </a:lnSpc>
              <a:buClr>
                <a:srgbClr val="7030A0"/>
              </a:buClr>
              <a:buSzPct val="100000"/>
              <a:buFont typeface="Wingdings" pitchFamily="2" charset="2"/>
              <a:buChar char="u"/>
            </a:pPr>
            <a:r>
              <a:rPr lang="zh-CN" altLang="en-US" dirty="0" smtClean="0"/>
              <a:t>学校员工组织结构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26018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课程介绍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Clr>
                <a:srgbClr val="00B0F0"/>
              </a:buClr>
              <a:buSzPct val="100000"/>
            </a:pPr>
            <a:r>
              <a:rPr lang="zh-CN" altLang="en-US" dirty="0" smtClean="0"/>
              <a:t>基本功能介绍</a:t>
            </a:r>
            <a:endParaRPr lang="en-US" altLang="zh-CN" dirty="0" smtClean="0"/>
          </a:p>
          <a:p>
            <a:pPr>
              <a:lnSpc>
                <a:spcPct val="150000"/>
              </a:lnSpc>
              <a:buClr>
                <a:srgbClr val="00B0F0"/>
              </a:buClr>
              <a:buSzPct val="100000"/>
            </a:pPr>
            <a:r>
              <a:rPr lang="zh-CN" altLang="en-US" dirty="0" smtClean="0"/>
              <a:t>数据图表制作</a:t>
            </a:r>
            <a:endParaRPr lang="en-US" altLang="zh-CN" dirty="0" smtClean="0"/>
          </a:p>
          <a:p>
            <a:pPr>
              <a:lnSpc>
                <a:spcPct val="150000"/>
              </a:lnSpc>
              <a:buClr>
                <a:srgbClr val="00B0F0"/>
              </a:buClr>
              <a:buSzPct val="100000"/>
            </a:pPr>
            <a:r>
              <a:rPr lang="zh-CN" altLang="en-US" dirty="0" smtClean="0"/>
              <a:t>函数公式应用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34697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课程安排</a:t>
            </a:r>
            <a:endParaRPr lang="zh-CN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2122574"/>
              </p:ext>
            </p:extLst>
          </p:nvPr>
        </p:nvGraphicFramePr>
        <p:xfrm>
          <a:off x="2072339" y="2030506"/>
          <a:ext cx="8187766" cy="3186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3883"/>
                <a:gridCol w="4093883"/>
              </a:tblGrid>
              <a:tr h="910615">
                <a:tc>
                  <a:txBody>
                    <a:bodyPr/>
                    <a:lstStyle/>
                    <a:p>
                      <a:r>
                        <a:rPr lang="zh-CN" altLang="en-US" sz="3200" dirty="0" smtClean="0"/>
                        <a:t>授课内容</a:t>
                      </a:r>
                      <a:endParaRPr lang="zh-CN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3200" dirty="0" smtClean="0"/>
                        <a:t>课时安排（小时）</a:t>
                      </a:r>
                      <a:endParaRPr lang="zh-CN" altLang="en-US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8779">
                <a:tc>
                  <a:txBody>
                    <a:bodyPr/>
                    <a:lstStyle/>
                    <a:p>
                      <a:r>
                        <a:rPr lang="zh-CN" altLang="en-US" sz="2800" dirty="0" smtClean="0"/>
                        <a:t>基本功能介绍</a:t>
                      </a:r>
                      <a:endParaRPr lang="zh-CN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dirty="0" smtClean="0"/>
                        <a:t>10</a:t>
                      </a:r>
                      <a:endParaRPr lang="zh-CN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8779">
                <a:tc>
                  <a:txBody>
                    <a:bodyPr/>
                    <a:lstStyle/>
                    <a:p>
                      <a:r>
                        <a:rPr lang="zh-CN" altLang="en-US" sz="2800" dirty="0" smtClean="0"/>
                        <a:t>数据图表制作</a:t>
                      </a:r>
                      <a:endParaRPr lang="zh-CN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dirty="0" smtClean="0"/>
                        <a:t>16</a:t>
                      </a:r>
                      <a:endParaRPr lang="zh-CN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8779">
                <a:tc>
                  <a:txBody>
                    <a:bodyPr/>
                    <a:lstStyle/>
                    <a:p>
                      <a:r>
                        <a:rPr lang="zh-CN" altLang="en-US" sz="2800" dirty="0" smtClean="0"/>
                        <a:t>函数公式应用</a:t>
                      </a:r>
                      <a:endParaRPr lang="zh-CN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dirty="0" smtClean="0"/>
                        <a:t>18</a:t>
                      </a:r>
                      <a:endParaRPr lang="zh-CN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7812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学员参加工作情况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1302794"/>
              </p:ext>
            </p:extLst>
          </p:nvPr>
        </p:nvGraphicFramePr>
        <p:xfrm>
          <a:off x="1331259" y="1600200"/>
          <a:ext cx="9529482" cy="37382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64978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学校员工组织结构</a:t>
            </a:r>
            <a:endParaRPr lang="zh-CN" altLang="en-US" dirty="0"/>
          </a:p>
        </p:txBody>
      </p:sp>
      <p:graphicFrame>
        <p:nvGraphicFramePr>
          <p:cNvPr id="5" name="图示 4"/>
          <p:cNvGraphicFramePr/>
          <p:nvPr>
            <p:extLst>
              <p:ext uri="{D42A27DB-BD31-4B8C-83A1-F6EECF244321}">
                <p14:modId xmlns:p14="http://schemas.microsoft.com/office/powerpoint/2010/main" val="3807233437"/>
              </p:ext>
            </p:extLst>
          </p:nvPr>
        </p:nvGraphicFramePr>
        <p:xfrm>
          <a:off x="1530724" y="1627094"/>
          <a:ext cx="9130553" cy="62932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153469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暗香扑面">
  <a:themeElements>
    <a:clrScheme name="暗香扑面">
      <a:dk1>
        <a:sysClr val="windowText" lastClr="000000"/>
      </a:dk1>
      <a:lt1>
        <a:sysClr val="window" lastClr="FFFFFF"/>
      </a:lt1>
      <a:dk2>
        <a:srgbClr val="2F2F2F"/>
      </a:dk2>
      <a:lt2>
        <a:srgbClr val="FFFFF4"/>
      </a:lt2>
      <a:accent1>
        <a:srgbClr val="918415"/>
      </a:accent1>
      <a:accent2>
        <a:srgbClr val="C47546"/>
      </a:accent2>
      <a:accent3>
        <a:srgbClr val="AFB591"/>
      </a:accent3>
      <a:accent4>
        <a:srgbClr val="B9945B"/>
      </a:accent4>
      <a:accent5>
        <a:srgbClr val="85ADBC"/>
      </a:accent5>
      <a:accent6>
        <a:srgbClr val="E5B440"/>
      </a:accent6>
      <a:hlink>
        <a:srgbClr val="00D5D5"/>
      </a:hlink>
      <a:folHlink>
        <a:srgbClr val="DD00DD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0000"/>
                <a:satMod val="1000000"/>
              </a:schemeClr>
            </a:gs>
            <a:gs pos="31000">
              <a:schemeClr val="phClr">
                <a:shade val="85000"/>
                <a:satMod val="450000"/>
              </a:schemeClr>
            </a:gs>
            <a:gs pos="100000">
              <a:schemeClr val="phClr">
                <a:tint val="70000"/>
                <a:satMod val="300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2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Fan</Template>
  <TotalTime>23</TotalTime>
  <Words>70</Words>
  <Application>Microsoft Office PowerPoint</Application>
  <PresentationFormat>自定义</PresentationFormat>
  <Paragraphs>27</Paragraphs>
  <Slides>5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6" baseType="lpstr">
      <vt:lpstr>暗香扑面</vt:lpstr>
      <vt:lpstr>Excel 2010 培训教程</vt:lpstr>
      <vt:lpstr>课程介绍</vt:lpstr>
      <vt:lpstr>课程安排</vt:lpstr>
      <vt:lpstr>学员参加工作情况</vt:lpstr>
      <vt:lpstr>学校员工组织结构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Excel 2010 培训教程</dc:title>
  <dc:creator>Administrator</dc:creator>
  <cp:lastModifiedBy>User</cp:lastModifiedBy>
  <cp:revision>2</cp:revision>
  <dcterms:created xsi:type="dcterms:W3CDTF">2020-05-15T11:14:30Z</dcterms:created>
  <dcterms:modified xsi:type="dcterms:W3CDTF">2020-05-15T11:42:39Z</dcterms:modified>
</cp:coreProperties>
</file>