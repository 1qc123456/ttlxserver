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70" d="100"/>
        <a:sy n="1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5AF3F-696A-4BC2-8DBE-4BB2A7DAEE1A}" type="datetimeFigureOut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A307F-37D5-41F3-B290-D57E5A0425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7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C906D35-F42A-41D9-83A5-38F08F6DCF45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矩形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矩形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矩形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56" name="矩形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矩形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矩形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矩形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F262E2C-1986-4E55-81ED-C823DB5D13BC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任意多边形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任意多边形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任意多边形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任意多边形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任意多边形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任意多边形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任意多边形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任意多边形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任意多边形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任意多边形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任意多边形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任意多边形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任意多边形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任意多边形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D4F4E23-4226-4610-8BA9-B42A41DFEB6C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矩形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矩形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DD747F6-680B-4772-9D2A-64AF7A1F6597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5FECF2-E28C-48FF-8017-0DE4F255EA02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矩形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矩形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矩形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矩形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矩形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矩形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7357C95-8BE0-4BA6-A5D4-EB1E372CF370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4ECCE52-4411-418D-AE3C-563F025DB745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CDBBDE9-08B9-4E5E-82A6-8F8DDA8D0940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直接连接符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grpSp>
        <p:nvGrpSpPr>
          <p:cNvPr id="14" name="组合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直接连接符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直接连接符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BC85EE3D-14E9-4072-A4F7-44AEC9108BC8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A7A160D-324B-428F-A3F2-F759AC8307D0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EDE573D-E471-42D5-A5C7-F1F99F27BC33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矩形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矩形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矩形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A8F5AB82-DFD4-4F11-A49D-E621567B257A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r>
              <a:rPr lang="zh-CN" altLang="en-US" smtClean="0"/>
              <a:t>太空植物</a:t>
            </a:r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hf sldNum="0" hdr="0" dt="0"/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太空“菜园”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太空植物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太空植物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04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太空</a:t>
            </a:r>
            <a:r>
              <a:rPr lang="zh-CN" altLang="en-US" dirty="0" smtClean="0"/>
              <a:t>辣椒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　“辣椒的维生素</a:t>
            </a:r>
            <a:r>
              <a:rPr lang="en-US" altLang="zh-CN" dirty="0"/>
              <a:t>C</a:t>
            </a:r>
            <a:r>
              <a:rPr lang="zh-CN" altLang="en-US" dirty="0"/>
              <a:t>含量比较高，甜椒、水果椒、菜椒等，吃起来口感清新；辣椒会开花，观赏度也高，气味清爽。</a:t>
            </a:r>
            <a:r>
              <a:rPr lang="zh-CN" altLang="en-US" dirty="0" smtClean="0"/>
              <a:t>”除此之外</a:t>
            </a:r>
            <a:r>
              <a:rPr lang="zh-CN" altLang="en-US" dirty="0"/>
              <a:t>，辣椒也比较适合在太空环境下种植，辣椒苗植株小，占空间少，枝丫较为坚挺，株型在微重力下支撑性较好。不仅如此，辣椒还比较“皮实”，抗逆性较好，容易成活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138" y="2686844"/>
            <a:ext cx="4038600" cy="2692400"/>
          </a:xfrm>
        </p:spPr>
      </p:pic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太空植物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996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太空南瓜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/>
              <a:t> 太空南瓜是将南瓜的种子用飞船带到太空去，经过太空失重的环境以及太空中特殊射线和带电粒子的撞击，用太空的特殊环境使得南瓜的基因发生变异。现在这种太空植物渐渐的多了起来，他们颠覆了以往的植物概念，有的繁殖力特别强，有的抗病虫害能力特别强，有的则像太空南瓜这样，生长特别快。这种南瓜可以以每天</a:t>
            </a:r>
            <a:r>
              <a:rPr lang="en-US" altLang="zh-CN" dirty="0"/>
              <a:t>5</a:t>
            </a:r>
            <a:r>
              <a:rPr lang="zh-CN" altLang="en-US" dirty="0"/>
              <a:t>公斤的速度生长，最大可长到</a:t>
            </a:r>
            <a:r>
              <a:rPr lang="en-US" altLang="zh-CN" dirty="0"/>
              <a:t>150</a:t>
            </a:r>
            <a:r>
              <a:rPr lang="zh-CN" altLang="en-US" dirty="0" smtClean="0"/>
              <a:t>公斤</a:t>
            </a:r>
            <a:r>
              <a:rPr lang="zh-CN" altLang="en-US" dirty="0"/>
              <a:t>。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2924944"/>
            <a:ext cx="3166844" cy="2016224"/>
          </a:xfrm>
        </p:spPr>
      </p:pic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太空植物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024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MESSAGE" val="{&quot;State&quot;:1,&quot;KejianId&quot;:null,&quot;KejianName&quot;:null,&quot;PeriodId&quot;:null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穿越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穿越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穿越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152</TotalTime>
  <Words>14</Words>
  <Application>Microsoft Office PowerPoint</Application>
  <PresentationFormat>全屏显示(4:3)</PresentationFormat>
  <Paragraphs>9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穿越</vt:lpstr>
      <vt:lpstr>太空“菜园”</vt:lpstr>
      <vt:lpstr>太空辣椒</vt:lpstr>
      <vt:lpstr>太空南瓜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元宇宙</dc:title>
  <dc:creator>Administrator</dc:creator>
  <cp:lastModifiedBy>lipp</cp:lastModifiedBy>
  <cp:revision>44</cp:revision>
  <dcterms:created xsi:type="dcterms:W3CDTF">2021-12-06T01:09:06Z</dcterms:created>
  <dcterms:modified xsi:type="dcterms:W3CDTF">2022-01-11T06:42:43Z</dcterms:modified>
</cp:coreProperties>
</file>