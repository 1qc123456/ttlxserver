
<file path=[Content_Types].xml><?xml version="1.0" encoding="utf-8"?>
<Types xmlns="http://schemas.openxmlformats.org/package/2006/content-types">
  <Default Extension="wav" ContentType="audio/x-wav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57" r:id="rId4"/>
    <p:sldId id="262" r:id="rId6"/>
    <p:sldId id="259" r:id="rId7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5" userDrawn="1">
          <p15:clr>
            <a:srgbClr val="A4A3A4"/>
          </p15:clr>
        </p15:guide>
        <p15:guide id="2" pos="384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>
    <p:present/>
    <p:sldRg st="1" end="4"/>
  </p:showPr>
  <p:clrMru>
    <a:srgbClr val="FFFFFF"/>
    <a:srgbClr val="1E46A0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95"/>
        <p:guide pos="3843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gs" Target="tags/tag68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pPr marL="0" indent="0">
              <a:buNone/>
            </a:pPr>
            <a:r>
              <a:rPr lang="zh-CN" altLang="en-US" dirty="0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2003年7月31日</a:t>
            </a:r>
            <a:endParaRPr lang="zh-CN" altLang="en-US"/>
          </a:p>
          <a:p>
            <a:pPr marL="0" indent="0">
              <a:buNone/>
            </a:pPr>
            <a:r>
              <a:rPr lang="zh-CN" altLang="en-US">
                <a:sym typeface="+mn-ea"/>
              </a:rPr>
              <a:t>《东风破》是周杰伦在2003年7月31日发行的专辑</a:t>
            </a:r>
            <a:endParaRPr lang="zh-CN" altLang="en-US"/>
          </a:p>
          <a:p>
            <a:pPr marL="0" indent="0">
              <a:buNone/>
            </a:pPr>
            <a:r>
              <a:rPr lang="zh-CN" altLang="en-US">
                <a:sym typeface="+mn-ea"/>
              </a:rPr>
              <a:t>《叶惠美》中的一首歌曲。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7" Type="http://schemas.openxmlformats.org/officeDocument/2006/relationships/audio" Target="../media/audio1.wav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7" Type="http://schemas.openxmlformats.org/officeDocument/2006/relationships/audio" Target="../media/audio1.wav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7" Type="http://schemas.openxmlformats.org/officeDocument/2006/relationships/audio" Target="../media/audio1.wav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0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6" Type="http://schemas.openxmlformats.org/officeDocument/2006/relationships/audio" Target="../media/audio1.wav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audio" Target="../media/audio1.wav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7" Type="http://schemas.openxmlformats.org/officeDocument/2006/relationships/audio" Target="../media/audio1.wav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audio" Target="../media/audio1.wav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7" Type="http://schemas.openxmlformats.org/officeDocument/2006/relationships/audio" Target="../media/audio1.wav"/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ll dir="u"/>
        <p:sndAc>
          <p:stSnd>
            <p:snd r:embed="rId7" name="click.wav"/>
          </p:stSnd>
        </p:sndAc>
      </p:transition>
    </mc:Choice>
    <mc:Fallback>
      <p:transition spd="slow">
        <p:pull dir="u"/>
        <p:sndAc>
          <p:stSnd>
            <p:snd r:embed="rId7" name="click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ll dir="u"/>
        <p:sndAc>
          <p:stSnd>
            <p:snd r:embed="rId7" name="click.wav"/>
          </p:stSnd>
        </p:sndAc>
      </p:transition>
    </mc:Choice>
    <mc:Fallback>
      <p:transition spd="slow">
        <p:pull dir="u"/>
        <p:sndAc>
          <p:stSnd>
            <p:snd r:embed="rId7" name="click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ll dir="u"/>
        <p:sndAc>
          <p:stSnd>
            <p:snd r:embed="rId7" name="click.wav"/>
          </p:stSnd>
        </p:sndAc>
      </p:transition>
    </mc:Choice>
    <mc:Fallback>
      <p:transition spd="slow">
        <p:pull dir="u"/>
        <p:sndAc>
          <p:stSnd>
            <p:snd r:embed="rId7" name="click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ll dir="u"/>
        <p:sndAc>
          <p:stSnd>
            <p:snd r:embed="rId8" name="click.wav"/>
          </p:stSnd>
        </p:sndAc>
      </p:transition>
    </mc:Choice>
    <mc:Fallback>
      <p:transition spd="slow">
        <p:pull dir="u"/>
        <p:sndAc>
          <p:stSnd>
            <p:snd r:embed="rId8" name="click.wav"/>
          </p:stSnd>
        </p:sndAc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ll dir="u"/>
        <p:sndAc>
          <p:stSnd>
            <p:snd r:embed="rId10" name="click.wav"/>
          </p:stSnd>
        </p:sndAc>
      </p:transition>
    </mc:Choice>
    <mc:Fallback>
      <p:transition spd="slow">
        <p:pull dir="u"/>
        <p:sndAc>
          <p:stSnd>
            <p:snd r:embed="rId10" name="click.wav"/>
          </p:stSnd>
        </p:sndAc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ll dir="u"/>
        <p:sndAc>
          <p:stSnd>
            <p:snd r:embed="rId6" name="click.wav"/>
          </p:stSnd>
        </p:sndAc>
      </p:transition>
    </mc:Choice>
    <mc:Fallback>
      <p:transition spd="slow">
        <p:pull dir="u"/>
        <p:sndAc>
          <p:stSnd>
            <p:snd r:embed="rId6" name="click.wav"/>
          </p:stSnd>
        </p:sndAc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ll dir="u"/>
        <p:sndAc>
          <p:stSnd>
            <p:snd r:embed="rId5" name="click.wav"/>
          </p:stSnd>
        </p:sndAc>
      </p:transition>
    </mc:Choice>
    <mc:Fallback>
      <p:transition spd="slow">
        <p:pull dir="u"/>
        <p:sndAc>
          <p:stSnd>
            <p:snd r:embed="rId5" name="click.wav"/>
          </p:stSnd>
        </p:sndAc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ll dir="u"/>
        <p:sndAc>
          <p:stSnd>
            <p:snd r:embed="rId8" name="click.wav"/>
          </p:stSnd>
        </p:sndAc>
      </p:transition>
    </mc:Choice>
    <mc:Fallback>
      <p:transition spd="slow">
        <p:pull dir="u"/>
        <p:sndAc>
          <p:stSnd>
            <p:snd r:embed="rId8" name="click.wav"/>
          </p:stSnd>
        </p:sndAc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ll dir="u"/>
        <p:sndAc>
          <p:stSnd>
            <p:snd r:embed="rId7" name="click.wav"/>
          </p:stSnd>
        </p:sndAc>
      </p:transition>
    </mc:Choice>
    <mc:Fallback>
      <p:transition spd="slow">
        <p:pull dir="u"/>
        <p:sndAc>
          <p:stSnd>
            <p:snd r:embed="rId7" name="click.wav"/>
          </p:stSnd>
        </p:sndAc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ll dir="u"/>
        <p:sndAc>
          <p:stSnd>
            <p:snd r:embed="rId6" name="click.wav"/>
          </p:stSnd>
        </p:sndAc>
      </p:transition>
    </mc:Choice>
    <mc:Fallback>
      <p:transition spd="slow">
        <p:pull dir="u"/>
        <p:sndAc>
          <p:stSnd>
            <p:snd r:embed="rId6" name="click.wav"/>
          </p:stSnd>
        </p:sndAc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ll dir="u"/>
        <p:sndAc>
          <p:stSnd>
            <p:snd r:embed="rId7" name="click.wav"/>
          </p:stSnd>
        </p:sndAc>
      </p:transition>
    </mc:Choice>
    <mc:Fallback>
      <p:transition spd="slow">
        <p:pull dir="u"/>
        <p:sndAc>
          <p:stSnd>
            <p:snd r:embed="rId7" name="click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audio" Target="../media/audio1.wav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000">
        <p:pull dir="u"/>
        <p:sndAc>
          <p:stSnd>
            <p:snd r:embed="rId18" name="click.wav"/>
          </p:stSnd>
        </p:sndAc>
      </p:transition>
    </mc:Choice>
    <mc:Fallback>
      <p:transition spd="slow">
        <p:pull dir="u"/>
        <p:sndAc>
          <p:stSnd>
            <p:snd r:embed="rId18" name="click.wav"/>
          </p:stSnd>
        </p:sndAc>
      </p:transition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audio" Target="../media/audio1.wav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audio" Target="../media/audio1.wav"/><Relationship Id="rId1" Type="http://schemas.openxmlformats.org/officeDocument/2006/relationships/tags" Target="../tags/tag65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7.xml"/><Relationship Id="rId3" Type="http://schemas.openxmlformats.org/officeDocument/2006/relationships/audio" Target="../media/audio1.wav"/><Relationship Id="rId2" Type="http://schemas.openxmlformats.org/officeDocument/2006/relationships/tags" Target="../tags/tag66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Relationship Id="rId3" Type="http://schemas.openxmlformats.org/officeDocument/2006/relationships/audio" Target="../media/audio1.wav"/><Relationship Id="rId2" Type="http://schemas.openxmlformats.org/officeDocument/2006/relationships/tags" Target="../tags/tag67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effectLst/>
        </p:spPr>
        <p:txBody>
          <a:bodyPr/>
          <a:p>
            <a:r>
              <a:rPr lang="zh-CN" altLang="zh-CN" sz="7200" i="1">
                <a:solidFill>
                  <a:srgbClr val="1E46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50" endPos="85000" dist="29997" dir="5400000" sy="-100000" algn="bl" rotWithShape="0"/>
                </a:effectLst>
                <a:latin typeface="楷体" panose="02010609060101010101" charset="-122"/>
                <a:ea typeface="楷体" panose="02010609060101010101" charset="-122"/>
              </a:rPr>
              <a:t>东风破</a:t>
            </a:r>
            <a:endParaRPr lang="zh-CN" altLang="zh-CN" sz="7200" i="1">
              <a:solidFill>
                <a:srgbClr val="1E46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55000" endA="50" endPos="85000" dist="29997" dir="5400000" sy="-100000" algn="bl" rotWithShape="0"/>
              </a:effectLst>
              <a:latin typeface="楷体" panose="02010609060101010101" charset="-122"/>
              <a:ea typeface="楷体" panose="02010609060101010101" charset="-122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Tm="3000">
        <p:pull dir="u"/>
        <p:sndAc>
          <p:stSnd>
            <p:snd r:embed="rId3" name="click.wav"/>
          </p:stSnd>
        </p:sndAc>
      </p:transition>
    </mc:Choice>
    <mc:Fallback>
      <p:transition spd="slow" advTm="3000">
        <p:pull dir="u"/>
        <p:sndAc>
          <p:stSnd>
            <p:snd r:embed="rId3" name="click.wav"/>
          </p:stSnd>
        </p:sndAc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1158875" y="956945"/>
            <a:ext cx="9874250" cy="44627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30505" indent="-457200" fontAlgn="auto">
              <a:lnSpc>
                <a:spcPct val="150000"/>
              </a:lnSpc>
              <a:spcAft>
                <a:spcPts val="1000"/>
              </a:spcAft>
              <a:buClr>
                <a:srgbClr val="0070C0"/>
              </a:buClr>
              <a:buSzPct val="110000"/>
              <a:buFont typeface="Wingdings" panose="05000000000000000000" charset="0"/>
              <a:buChar char="Q"/>
            </a:pPr>
            <a:r>
              <a:rPr lang="zh-CN" altLang="en-US">
                <a:sym typeface="+mn-ea"/>
              </a:rPr>
              <a:t>周杰伦的灵感</a:t>
            </a:r>
            <a:endParaRPr lang="zh-CN" altLang="en-US"/>
          </a:p>
          <a:p>
            <a:pPr marL="230505" indent="-457200" fontAlgn="auto">
              <a:lnSpc>
                <a:spcPct val="150000"/>
              </a:lnSpc>
              <a:spcAft>
                <a:spcPts val="1000"/>
              </a:spcAft>
              <a:buClr>
                <a:srgbClr val="0070C0"/>
              </a:buClr>
              <a:buSzPct val="110000"/>
              <a:buFont typeface="Wingdings" panose="05000000000000000000" charset="0"/>
              <a:buChar char="Q"/>
            </a:pPr>
            <a:r>
              <a:rPr lang="zh-CN" altLang="en-US">
                <a:sym typeface="+mn-ea"/>
              </a:rPr>
              <a:t>《东风破》的创作灵感来源于周杰伦对古典诗词的热爱和深入研究。</a:t>
            </a:r>
            <a:endParaRPr lang="zh-CN" altLang="en-US"/>
          </a:p>
          <a:p>
            <a:pPr marL="230505" indent="-457200" fontAlgn="auto">
              <a:lnSpc>
                <a:spcPct val="150000"/>
              </a:lnSpc>
              <a:spcAft>
                <a:spcPts val="1000"/>
              </a:spcAft>
              <a:buClr>
                <a:srgbClr val="0070C0"/>
              </a:buClr>
              <a:buSzPct val="110000"/>
              <a:buFont typeface="Wingdings" panose="05000000000000000000" charset="0"/>
              <a:buChar char="Q"/>
            </a:pPr>
            <a:r>
              <a:rPr lang="zh-CN" altLang="en-US">
                <a:sym typeface="+mn-ea"/>
              </a:rPr>
              <a:t>融合古典与现代</a:t>
            </a:r>
            <a:endParaRPr lang="zh-CN" altLang="en-US"/>
          </a:p>
          <a:p>
            <a:pPr marL="230505" indent="-457200" fontAlgn="auto">
              <a:lnSpc>
                <a:spcPct val="150000"/>
              </a:lnSpc>
              <a:spcAft>
                <a:spcPts val="1000"/>
              </a:spcAft>
              <a:buClr>
                <a:srgbClr val="0070C0"/>
              </a:buClr>
              <a:buSzPct val="110000"/>
              <a:buFont typeface="Wingdings" panose="05000000000000000000" charset="0"/>
              <a:buChar char="Q"/>
            </a:pPr>
            <a:r>
              <a:rPr lang="zh-CN" altLang="en-US">
                <a:sym typeface="+mn-ea"/>
              </a:rPr>
              <a:t>周杰伦将古典诗词的韵味与现代流行音乐的元素相结合，创作出这首独特的歌曲。</a:t>
            </a:r>
            <a:endParaRPr lang="zh-CN" altLang="en-US"/>
          </a:p>
          <a:p>
            <a:pPr marL="230505" indent="-457200" fontAlgn="auto">
              <a:lnSpc>
                <a:spcPct val="150000"/>
              </a:lnSpc>
              <a:spcAft>
                <a:spcPts val="1000"/>
              </a:spcAft>
              <a:buClr>
                <a:srgbClr val="0070C0"/>
              </a:buClr>
              <a:buSzPct val="110000"/>
              <a:buFont typeface="Wingdings" panose="05000000000000000000" charset="0"/>
              <a:buChar char="Q"/>
            </a:pPr>
            <a:r>
              <a:rPr lang="zh-CN" altLang="en-US">
                <a:sym typeface="+mn-ea"/>
              </a:rPr>
              <a:t>歌曲主题</a:t>
            </a:r>
            <a:endParaRPr lang="zh-CN" altLang="en-US"/>
          </a:p>
          <a:p>
            <a:pPr marL="230505" indent="-457200" fontAlgn="auto">
              <a:lnSpc>
                <a:spcPct val="150000"/>
              </a:lnSpc>
              <a:spcAft>
                <a:spcPts val="1000"/>
              </a:spcAft>
              <a:buClr>
                <a:srgbClr val="0070C0"/>
              </a:buClr>
              <a:buSzPct val="110000"/>
              <a:buFont typeface="Wingdings" panose="05000000000000000000" charset="0"/>
              <a:buChar char="Q"/>
            </a:pPr>
            <a:r>
              <a:rPr lang="zh-CN" altLang="en-US">
                <a:sym typeface="+mn-ea"/>
              </a:rPr>
              <a:t>歌曲以“离别”为主题，通过优美的旋律和深情的歌词，表达了人们对逝去时光的怀念和不舍。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Tm="3000">
        <p:pull dir="u"/>
        <p:sndAc>
          <p:stSnd>
            <p:snd r:embed="rId2" name="click.wav"/>
          </p:stSnd>
        </p:sndAc>
      </p:transition>
    </mc:Choice>
    <mc:Fallback>
      <p:transition spd="slow" advTm="3000">
        <p:pull dir="u"/>
        <p:sndAc>
          <p:stSnd>
            <p:snd r:embed="rId2" name="click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20000"/>
                                  </p:iterate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-24000" y="0"/>
            <a:ext cx="12240000" cy="3600000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37185" y="4330700"/>
            <a:ext cx="760603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>
              <a:buNone/>
            </a:pPr>
            <a:r>
              <a:rPr lang="zh-CN" altLang="en-US" dirty="0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2003年7月31日</a:t>
            </a:r>
            <a:endParaRPr lang="zh-CN" altLang="en-US"/>
          </a:p>
          <a:p>
            <a:pPr marL="0" indent="0">
              <a:buNone/>
            </a:pPr>
            <a:r>
              <a:rPr lang="zh-CN" altLang="en-US">
                <a:sym typeface="+mn-ea"/>
              </a:rPr>
              <a:t>《东风破》是周杰伦在2003年7月31日发行的专辑</a:t>
            </a:r>
            <a:endParaRPr lang="zh-CN" altLang="en-US"/>
          </a:p>
          <a:p>
            <a:pPr marL="0" indent="0">
              <a:buNone/>
            </a:pPr>
            <a:r>
              <a:rPr lang="zh-CN" altLang="en-US">
                <a:sym typeface="+mn-ea"/>
              </a:rPr>
              <a:t>《叶惠美》中的一首歌曲。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Tm="3000">
        <p:pull dir="u"/>
        <p:sndAc>
          <p:stSnd>
            <p:snd r:embed="rId3" name="click.wav"/>
          </p:stSnd>
        </p:sndAc>
      </p:transition>
    </mc:Choice>
    <mc:Fallback>
      <p:transition spd="slow" advTm="3000">
        <p:pull dir="u"/>
        <p:sndAc>
          <p:stSnd>
            <p:snd r:embed="rId3" name="click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4" name="图片 3" descr="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9700" y="4364355"/>
            <a:ext cx="4432300" cy="2493645"/>
          </a:xfrm>
          <a:prstGeom prst="rect">
            <a:avLst/>
          </a:prstGeom>
          <a:effectLst>
            <a:outerShdw blurRad="63500" sx="102000" sy="102000" algn="ctr" rotWithShape="0">
              <a:srgbClr val="00B0F0">
                <a:alpha val="40000"/>
              </a:srgbClr>
            </a:outerShdw>
          </a:effectLst>
        </p:spPr>
      </p:pic>
      <p:sp>
        <p:nvSpPr>
          <p:cNvPr id="2" name="文本框 1"/>
          <p:cNvSpPr txBox="1"/>
          <p:nvPr/>
        </p:nvSpPr>
        <p:spPr>
          <a:xfrm>
            <a:off x="563245" y="1297940"/>
            <a:ext cx="10160000" cy="30657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30000"/>
              </a:lnSpc>
              <a:spcAft>
                <a:spcPts val="1000"/>
              </a:spcAft>
              <a:buNone/>
            </a:pPr>
            <a:r>
              <a:rPr lang="zh-CN" altLang="en-US">
                <a:solidFill>
                  <a:schemeClr val="bg1"/>
                </a:solidFill>
                <a:sym typeface="+mn-ea"/>
              </a:rPr>
              <a:t>古典诗词引用</a:t>
            </a:r>
            <a:endParaRPr lang="zh-CN" altLang="en-US">
              <a:solidFill>
                <a:schemeClr val="bg1"/>
              </a:solidFill>
            </a:endParaRPr>
          </a:p>
          <a:p>
            <a:pPr indent="0" fontAlgn="auto">
              <a:lnSpc>
                <a:spcPct val="130000"/>
              </a:lnSpc>
              <a:spcAft>
                <a:spcPts val="1000"/>
              </a:spcAft>
              <a:buNone/>
            </a:pPr>
            <a:r>
              <a:rPr lang="zh-CN" altLang="en-US">
                <a:solidFill>
                  <a:schemeClr val="bg1"/>
                </a:solidFill>
                <a:sym typeface="+mn-ea"/>
              </a:rPr>
              <a:t>《东风破》中融入古典诗词，如“一壶漂泊浪迹天涯难入喉”等，展现中国风韵味。</a:t>
            </a:r>
            <a:endParaRPr lang="zh-CN" altLang="en-US">
              <a:solidFill>
                <a:schemeClr val="bg1"/>
              </a:solidFill>
            </a:endParaRPr>
          </a:p>
          <a:p>
            <a:pPr indent="0" fontAlgn="auto">
              <a:lnSpc>
                <a:spcPct val="130000"/>
              </a:lnSpc>
              <a:spcAft>
                <a:spcPts val="1000"/>
              </a:spcAft>
              <a:buNone/>
            </a:pPr>
            <a:r>
              <a:rPr lang="zh-CN" altLang="en-US">
                <a:solidFill>
                  <a:schemeClr val="bg1"/>
                </a:solidFill>
                <a:sym typeface="+mn-ea"/>
              </a:rPr>
              <a:t>传统乐器运用</a:t>
            </a:r>
            <a:endParaRPr lang="zh-CN" altLang="en-US">
              <a:solidFill>
                <a:schemeClr val="bg1"/>
              </a:solidFill>
            </a:endParaRPr>
          </a:p>
          <a:p>
            <a:pPr indent="0" fontAlgn="auto">
              <a:lnSpc>
                <a:spcPct val="130000"/>
              </a:lnSpc>
              <a:spcAft>
                <a:spcPts val="1000"/>
              </a:spcAft>
              <a:buNone/>
            </a:pPr>
            <a:r>
              <a:rPr lang="zh-CN" altLang="en-US">
                <a:solidFill>
                  <a:schemeClr val="bg1"/>
                </a:solidFill>
                <a:sym typeface="+mn-ea"/>
              </a:rPr>
              <a:t>歌曲中运用二胡、琵琶等传统乐器，营造出浓郁的中国风情。</a:t>
            </a:r>
            <a:endParaRPr lang="zh-CN" altLang="en-US">
              <a:solidFill>
                <a:schemeClr val="bg1"/>
              </a:solidFill>
            </a:endParaRPr>
          </a:p>
          <a:p>
            <a:pPr indent="0" fontAlgn="auto">
              <a:lnSpc>
                <a:spcPct val="130000"/>
              </a:lnSpc>
              <a:spcAft>
                <a:spcPts val="1000"/>
              </a:spcAft>
              <a:buNone/>
            </a:pPr>
            <a:r>
              <a:rPr lang="zh-CN" altLang="en-US">
                <a:solidFill>
                  <a:schemeClr val="bg1"/>
                </a:solidFill>
                <a:sym typeface="+mn-ea"/>
              </a:rPr>
              <a:t>东方旋律特点</a:t>
            </a:r>
            <a:endParaRPr lang="zh-CN" altLang="en-US">
              <a:solidFill>
                <a:schemeClr val="bg1"/>
              </a:solidFill>
            </a:endParaRPr>
          </a:p>
          <a:p>
            <a:pPr indent="0" fontAlgn="auto">
              <a:lnSpc>
                <a:spcPct val="130000"/>
              </a:lnSpc>
              <a:spcAft>
                <a:spcPts val="1000"/>
              </a:spcAft>
              <a:buNone/>
            </a:pPr>
            <a:r>
              <a:rPr lang="zh-CN" altLang="en-US">
                <a:solidFill>
                  <a:schemeClr val="bg1"/>
                </a:solidFill>
                <a:sym typeface="+mn-ea"/>
              </a:rPr>
              <a:t>《东风破》的旋律具有东方特色，融合现代音乐元素，形成独特的中国风格。</a:t>
            </a:r>
            <a:endParaRPr lang="zh-CN" altLang="en-US">
              <a:solidFill>
                <a:schemeClr val="bg1"/>
              </a:solidFill>
            </a:endParaRPr>
          </a:p>
          <a:p>
            <a:endParaRPr lang="zh-CN" alt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Tm="3000">
        <p:pull dir="u"/>
        <p:sndAc>
          <p:stSnd>
            <p:snd r:embed="rId3" name="click.wav"/>
          </p:stSnd>
        </p:sndAc>
      </p:transition>
    </mc:Choice>
    <mc:Fallback>
      <p:transition spd="slow" advTm="3000">
        <p:pull dir="u"/>
        <p:sndAc>
          <p:stSnd>
            <p:snd r:embed="rId3" name="click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commondata" val="eyJoZGlkIjoiNzQwM2JlZjhkOGIxYWYxYzhkYTNhNzkyZWY2YzA1OTEifQ=="/>
  <p:tag name="COMMONDATA" val="eyJoZGlkIjoiNTU3MTZlNzg4NGU0NTE5MjdjM2FjMTc0NmQ4ZGYyMmM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291</Words>
  <Application>WPS 演示</Application>
  <PresentationFormat>宽屏</PresentationFormat>
  <Paragraphs>21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3" baseType="lpstr">
      <vt:lpstr>Arial</vt:lpstr>
      <vt:lpstr>宋体</vt:lpstr>
      <vt:lpstr>Wingdings</vt:lpstr>
      <vt:lpstr>Wingdings</vt:lpstr>
      <vt:lpstr>楷体</vt:lpstr>
      <vt:lpstr>微软雅黑</vt:lpstr>
      <vt:lpstr>Arial Unicode MS</vt:lpstr>
      <vt:lpstr>Calibri</vt:lpstr>
      <vt:lpstr>WPS</vt:lpstr>
      <vt:lpstr>东风破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mm</cp:lastModifiedBy>
  <cp:revision>170</cp:revision>
  <dcterms:created xsi:type="dcterms:W3CDTF">2019-06-19T02:08:00Z</dcterms:created>
  <dcterms:modified xsi:type="dcterms:W3CDTF">2024-04-24T05:27:47Z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168FEB141636437B8ABCBDCB5EEA48DB_11</vt:lpwstr>
  </property>
</Properties>
</file>