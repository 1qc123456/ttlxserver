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>
              <a:buNone/>
            </a:pPr>
            <a:r>
              <a:rPr lang="zh-CN" altLang="en-US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2003年7月31日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《东风破》是周杰伦在2003年7月31日发行的专辑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《叶惠美》中的一首歌曲。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pPr algn="l"/>
            <a:endParaRPr lang="zh-CN" altLang="zh-CN" b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158875" y="956945"/>
            <a:ext cx="9874250" cy="4462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>
                <a:sym typeface="+mn-ea"/>
              </a:rPr>
              <a:t>周杰伦的灵感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>
                <a:sym typeface="+mn-ea"/>
              </a:rPr>
              <a:t>《东风破》的创作灵感来源于周杰伦对古典诗词的热爱和深入研究。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>
                <a:sym typeface="+mn-ea"/>
              </a:rPr>
              <a:t>融合古典与现代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>
                <a:sym typeface="+mn-ea"/>
              </a:rPr>
              <a:t>周杰伦将古典诗词的韵味与现代流行音乐的元素相结合，创作出这首独特的歌曲。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>
                <a:sym typeface="+mn-ea"/>
              </a:rPr>
              <a:t>歌曲主题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>
                <a:sym typeface="+mn-ea"/>
              </a:rPr>
              <a:t>歌曲以“离别”为主题，通过优美的旋律和深情的歌词，表达了人们对逝去时光的怀念和不舍。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700" y="4364355"/>
            <a:ext cx="4432300" cy="24936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79830" y="1496060"/>
            <a:ext cx="9832340" cy="4120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altLang="en-US">
                <a:sym typeface="+mn-ea"/>
              </a:rPr>
              <a:t>古典诗词引用</a:t>
            </a:r>
            <a:endParaRPr lang="zh-CN" altLang="en-US"/>
          </a:p>
          <a:p>
            <a:pPr indent="0" fontAlgn="auto"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altLang="en-US">
                <a:sym typeface="+mn-ea"/>
              </a:rPr>
              <a:t>《东风破》中融入古典诗词，如“一壶漂泊浪迹天涯难入喉”等，展现中国风韵味。</a:t>
            </a:r>
            <a:endParaRPr lang="zh-CN" altLang="en-US"/>
          </a:p>
          <a:p>
            <a:pPr indent="0" fontAlgn="auto"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altLang="en-US">
                <a:sym typeface="+mn-ea"/>
              </a:rPr>
              <a:t>传统乐器运用</a:t>
            </a:r>
            <a:endParaRPr lang="zh-CN" altLang="en-US"/>
          </a:p>
          <a:p>
            <a:pPr indent="0" fontAlgn="auto"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altLang="en-US">
                <a:sym typeface="+mn-ea"/>
              </a:rPr>
              <a:t>歌曲中运用二胡、琵琶等传统乐器，营造出浓郁的中国风情。</a:t>
            </a:r>
            <a:endParaRPr lang="zh-CN" altLang="en-US"/>
          </a:p>
          <a:p>
            <a:pPr indent="0" fontAlgn="auto"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altLang="en-US">
                <a:sym typeface="+mn-ea"/>
              </a:rPr>
              <a:t>东方旋律特点</a:t>
            </a:r>
            <a:endParaRPr lang="zh-CN" altLang="en-US"/>
          </a:p>
          <a:p>
            <a:pPr indent="0" fontAlgn="auto">
              <a:lnSpc>
                <a:spcPct val="130000"/>
              </a:lnSpc>
              <a:spcAft>
                <a:spcPts val="1000"/>
              </a:spcAft>
              <a:buNone/>
            </a:pPr>
            <a:r>
              <a:rPr lang="zh-CN" altLang="en-US">
                <a:sym typeface="+mn-ea"/>
              </a:rPr>
              <a:t>《东风破》的旋律具有东方特色，融合现代音乐元素，形成独特的中国风格。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commondata" val="eyJoZGlkIjoiNzQwM2JlZjhkOGIxYWYxYzhkYTNhNzkyZWY2YzA1OTEifQ=="/>
  <p:tag name="COMMONDATA" val="eyJoZGlkIjoiNTU3MTZlNzg4NGU0NTE5MjdjM2FjMTc0NmQ4ZGYyM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WPS 演示</Application>
  <PresentationFormat>宽屏</PresentationFormat>
  <Paragraphs>14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MAO</cp:lastModifiedBy>
  <cp:revision>171</cp:revision>
  <dcterms:created xsi:type="dcterms:W3CDTF">2019-06-19T02:08:00Z</dcterms:created>
  <dcterms:modified xsi:type="dcterms:W3CDTF">2024-04-24T08:28:07Z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2052-12.1.0.16399</vt:lpwstr>
  </property>
  <property fmtid="{D5CDD505-2E9C-101B-9397-08002B2CF9AE}" pid="3" name="ICV">
    <vt:lpwstr>168FEB141636437B8ABCBDCB5EEA48DB_11</vt:lpwstr>
  </property>
</Properties>
</file>