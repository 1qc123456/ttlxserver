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29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DEF14E-84EC-4F6E-B1BB-6993C21AF9EA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B2AE18-CCF2-45A9-93FF-D6C87E9C146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4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顶峰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4B2AE18-CCF2-45A9-93FF-D6C87E9C146C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2404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" name="applause.wav"/>
          </p:stSnd>
        </p:sndAc>
      </p:transition>
    </mc:Choice>
    <mc:Fallback>
      <p:transition spd="slow">
        <p:fade/>
        <p:sndAc>
          <p:stSnd>
            <p:snd r:embed="rId1" name="applaus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4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5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2021/5/7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13" name="applause.wav"/>
          </p:stSnd>
        </p:sndAc>
      </p:transition>
    </mc:Choice>
    <mc:Fallback>
      <p:transition spd="slow">
        <p:fade/>
        <p:sndAc>
          <p:stSnd>
            <p:snd r:embed="rId13" name="applause.wav"/>
          </p:stSnd>
        </p:sndAc>
      </p:transition>
    </mc:Fallback>
  </mc:AlternateConten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再见，</a:t>
            </a:r>
            <a:r>
              <a:rPr lang="en-US" altLang="zh-CN" sz="3600" dirty="0" smtClean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2019</a:t>
            </a:r>
            <a:endParaRPr lang="zh-CN" altLang="en-US" sz="3600" dirty="0">
              <a:solidFill>
                <a:srgbClr val="FF000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>
                <a:latin typeface="华文隶书" pitchFamily="2" charset="-122"/>
                <a:ea typeface="华文隶书" pitchFamily="2" charset="-122"/>
              </a:rPr>
              <a:t>20191231</a:t>
            </a:r>
            <a:endParaRPr lang="zh-CN" altLang="en-US" dirty="0">
              <a:latin typeface="华文隶书" pitchFamily="2" charset="-122"/>
              <a:ea typeface="华文隶书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4838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 advTm="1166">
        <p14:ripple/>
        <p:sndAc>
          <p:stSnd>
            <p:snd r:embed="rId3" name="applause.wav"/>
          </p:stSnd>
        </p:sndAc>
      </p:transition>
    </mc:Choice>
    <mc:Fallback>
      <p:transition spd="slow" advTm="1166">
        <p:fade/>
        <p:sndAc>
          <p:stSnd>
            <p:snd r:embed="rId3" name="applaus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hlinkClick r:id="" action="ppaction://hlinkshowjump?jump=previousslide"/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1628800"/>
            <a:ext cx="5400000" cy="4320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32493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  <p:sndAc>
          <p:stSnd>
            <p:snd r:embed="rId2" name="applause.wav"/>
          </p:stSnd>
        </p:sndAc>
      </p:transition>
    </mc:Choice>
    <mc:Fallback>
      <p:transition spd="slow">
        <p:fade/>
        <p:sndAc>
          <p:stSnd>
            <p:snd r:embed="rId2" name="applause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Dragon</Template>
  <TotalTime>5</TotalTime>
  <Words>6</Words>
  <Application>Microsoft Office PowerPoint</Application>
  <PresentationFormat>全屏显示(4:3)</PresentationFormat>
  <Paragraphs>4</Paragraphs>
  <Slides>2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3" baseType="lpstr">
      <vt:lpstr>龙腾四海</vt:lpstr>
      <vt:lpstr>再见，2019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2019-10-17T05:45:44Z</dcterms:created>
  <dcterms:modified xsi:type="dcterms:W3CDTF">2021-05-07T02:58:35Z</dcterms:modified>
</cp:coreProperties>
</file>