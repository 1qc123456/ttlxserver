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7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23440" y="1124585"/>
            <a:ext cx="301625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800" i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动物园游行</a:t>
            </a:r>
            <a:endParaRPr lang="zh-CN" altLang="en-US" sz="3800" i="1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图片 1" descr="WPS演示024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971550" y="2204720"/>
            <a:ext cx="2880000" cy="25200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COMMONDATA" val="eyJoZGlkIjoiM2Q2NDY3ODBmZDEyZTZiNTFiOWYyZGE1YmNkNTA1NzMifQ=="/>
  <p:tag name="commondata" val="eyJoZGlkIjoiNjQwNzdkNTI0ZmEyODlhNmVjYjU4ZGU0YTBmMWRhMTc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演示</Application>
  <PresentationFormat/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主题三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ZhijieIT</dc:creator>
  <cp:lastModifiedBy>86133</cp:lastModifiedBy>
  <cp:revision>6</cp:revision>
  <dcterms:created xsi:type="dcterms:W3CDTF">2023-10-23T07:02:00Z</dcterms:created>
  <dcterms:modified xsi:type="dcterms:W3CDTF">2024-01-04T02:37:57Z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C0EF8A44CD8C441A863FF644CC6CE3B5_12</vt:lpwstr>
  </property>
  <property fmtid="{D5CDD505-2E9C-101B-9397-08002B2CF9AE}" pid="3" name="KSOProductBuildVer">
    <vt:lpwstr>2052-12.1.0.15712</vt:lpwstr>
  </property>
</Properties>
</file>