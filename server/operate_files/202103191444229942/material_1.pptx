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5"/>
  </p:notes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D08BB-BAB2-4645-88A7-219B8562A1A3}" type="datetimeFigureOut">
              <a:rPr lang="zh-CN" altLang="en-US" smtClean="0"/>
              <a:t>2021-03-19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E99E6-6FAF-4E08-8EA9-7839C0E4A5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8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D7F1A01C-8DF2-43DD-8AC9-080AED549EF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3AF08C-4C66-420D-ABEA-235213519F2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77748416-A1A3-49D4-B755-4108804A2DE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18EBD4-1B4C-4C4C-BDF9-213246BF7F2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BA1E16-DD99-48D7-8424-2166221AE84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693457-4A18-4E32-9CB1-2B93899D3CB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AA44E3-7262-4252-A97F-21B44A3E7D4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E0EE52-FB50-444F-A776-A1A1766AD58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0BB55A-7444-48CD-86A9-5B94C0FC010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78AB33-0365-424C-91F7-5ADF2619AB1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BD2407-17CF-4D2B-9B33-7AC416BFD9F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凿壁借光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A90-8026-40DC-9DBC-A5E5CFC6F0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624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23BF24F-1039-49BC-8B84-AD14C8ECDBC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凿壁借光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0696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24050"/>
            <a:ext cx="3810000" cy="2857500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84784"/>
            <a:ext cx="6984776" cy="39482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凿壁借光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188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19</TotalTime>
  <Words>12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复合</vt:lpstr>
      <vt:lpstr>凿壁借光</vt:lpstr>
      <vt:lpstr>PowerPoint 演示文稿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lipp</cp:lastModifiedBy>
  <cp:revision>18</cp:revision>
  <dcterms:created xsi:type="dcterms:W3CDTF">2001-12-19T02:20:45Z</dcterms:created>
  <dcterms:modified xsi:type="dcterms:W3CDTF">2021-03-19T06:40:47Z</dcterms:modified>
</cp:coreProperties>
</file>