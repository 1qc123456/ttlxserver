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800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F1A01C-8DF2-43DD-8AC9-080AED549EF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71077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3AF08C-4C66-420D-ABEA-235213519F2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8120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748416-A1A3-49D4-B755-4108804A2DE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3315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18EBD4-1B4C-4C4C-BDF9-213246BF7F2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9103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BA1E16-DD99-48D7-8424-2166221AE84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9429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693457-4A18-4E32-9CB1-2B93899D3CB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3789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AA44E3-7262-4252-A97F-21B44A3E7D4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5745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E0EE52-FB50-444F-A776-A1A1766AD58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3186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0BB55A-7444-48CD-86A9-5B94C0FC010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2064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78AB33-0365-424C-91F7-5ADF2619AB1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3405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BD2407-17CF-4D2B-9B33-7AC416BFD9F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82623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1AD4BA90-8026-40DC-9DBC-A5E5CFC6F03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2624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23BF24F-1039-49BC-8B84-AD14C8ECDBC5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内容占位符 2"/>
          <p:cNvPicPr>
            <a:picLocks noGrp="1" noChangeAspect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1924050"/>
            <a:ext cx="3810000" cy="2857500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" baseType="lpstr">
      <vt:lpstr>Office 主题​​</vt:lpstr>
      <vt:lpstr>PowerPoint 演示文稿</vt:lpstr>
    </vt:vector>
  </TitlesOfParts>
  <Company>BH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Zhang</dc:creator>
  <cp:lastModifiedBy>lipp</cp:lastModifiedBy>
  <cp:revision>5</cp:revision>
  <dcterms:created xsi:type="dcterms:W3CDTF">2001-12-19T02:20:45Z</dcterms:created>
  <dcterms:modified xsi:type="dcterms:W3CDTF">2021-03-19T06:32:32Z</dcterms:modified>
</cp:coreProperties>
</file>