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6" r:id="rId5"/>
    <p:sldId id="258" r:id="rId6"/>
    <p:sldId id="25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</p:showPr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5FBB55-74B2-44BC-AC78-9C8120541354}" type="doc">
      <dgm:prSet loTypeId="urn:microsoft.com/office/officeart/2005/8/layout/cycle7" loCatId="cycle" qsTypeId="urn:microsoft.com/office/officeart/2005/8/quickstyle/simple1" qsCatId="simple" csTypeId="urn:microsoft.com/office/officeart/2005/8/colors/colorful1" csCatId="accent1" phldr="0"/>
      <dgm:spPr/>
      <dgm:t>
        <a:bodyPr/>
        <a:p>
          <a:endParaRPr lang="zh-CN" altLang="en-US"/>
        </a:p>
      </dgm:t>
    </dgm:pt>
    <dgm:pt modelId="{FD81B4A0-A345-47B8-9034-54FAD7F16EE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开阔视野</a:t>
          </a:r>
          <a:r>
            <a:rPr lang="zh-CN" altLang="en-US"/>
            <a:t/>
          </a:r>
          <a:endParaRPr lang="zh-CN" altLang="en-US"/>
        </a:p>
      </dgm:t>
    </dgm:pt>
    <dgm:pt modelId="{E5F7B21D-EDDB-4955-880B-EEB76C1FBF59}" cxnId="{B71684E7-2078-4A4D-8B55-458E3185022D}" type="parTrans">
      <dgm:prSet/>
      <dgm:spPr/>
      <dgm:t>
        <a:bodyPr/>
        <a:p>
          <a:endParaRPr lang="zh-CN" altLang="en-US"/>
        </a:p>
      </dgm:t>
    </dgm:pt>
    <dgm:pt modelId="{1EF361B0-10D3-4975-BCEB-0A2159A1CAE4}" cxnId="{B71684E7-2078-4A4D-8B55-458E3185022D}" type="sibTrans">
      <dgm:prSet/>
      <dgm:spPr/>
      <dgm:t>
        <a:bodyPr/>
        <a:p>
          <a:endParaRPr lang="zh-CN" altLang="en-US"/>
        </a:p>
      </dgm:t>
    </dgm:pt>
    <dgm:pt modelId="{B3995DE3-A920-49BD-B90D-49DF4D6B94F9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脚踏实地</a:t>
          </a:r>
          <a:r>
            <a:rPr lang="zh-CN" altLang="en-US"/>
            <a:t/>
          </a:r>
          <a:endParaRPr lang="zh-CN" altLang="en-US"/>
        </a:p>
      </dgm:t>
    </dgm:pt>
    <dgm:pt modelId="{0B5786FC-6F01-4387-BA93-C2ED8F2F5F9F}" cxnId="{944D320C-52D4-423A-A3BF-D30395E18134}" type="parTrans">
      <dgm:prSet/>
      <dgm:spPr/>
      <dgm:t>
        <a:bodyPr/>
        <a:p>
          <a:endParaRPr lang="zh-CN" altLang="en-US"/>
        </a:p>
      </dgm:t>
    </dgm:pt>
    <dgm:pt modelId="{B5EFECF8-F5E2-41D1-B747-7DC03FDA2049}" cxnId="{944D320C-52D4-423A-A3BF-D30395E18134}" type="sibTrans">
      <dgm:prSet/>
      <dgm:spPr/>
      <dgm:t>
        <a:bodyPr/>
        <a:p>
          <a:endParaRPr lang="zh-CN" altLang="en-US"/>
        </a:p>
      </dgm:t>
    </dgm:pt>
    <dgm:pt modelId="{75AE001A-7AA3-4D0D-8AEC-957FF2B7D3B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规划人生</a:t>
          </a:r>
          <a:r>
            <a:rPr lang="zh-CN" altLang="en-US"/>
            <a:t/>
          </a:r>
          <a:endParaRPr lang="zh-CN" altLang="en-US"/>
        </a:p>
      </dgm:t>
    </dgm:pt>
    <dgm:pt modelId="{AA8EA639-CBEC-4D14-84DF-6FD6A7CA2AAC}" cxnId="{F3A737B3-2C06-4C5F-924C-208D83B975CD}" type="parTrans">
      <dgm:prSet/>
      <dgm:spPr/>
      <dgm:t>
        <a:bodyPr/>
        <a:p>
          <a:endParaRPr lang="zh-CN" altLang="en-US"/>
        </a:p>
      </dgm:t>
    </dgm:pt>
    <dgm:pt modelId="{E405E0E1-B30E-4F09-96E1-A6304DA3EA52}" cxnId="{F3A737B3-2C06-4C5F-924C-208D83B975CD}" type="sibTrans">
      <dgm:prSet/>
      <dgm:spPr/>
      <dgm:t>
        <a:bodyPr/>
        <a:p>
          <a:endParaRPr lang="zh-CN" altLang="en-US"/>
        </a:p>
      </dgm:t>
    </dgm:pt>
    <dgm:pt modelId="{CCF7C031-5F3B-494B-9CA8-C75E89BC6D59}" type="pres">
      <dgm:prSet presAssocID="{6E5FBB55-74B2-44BC-AC78-9C8120541354}" presName="Name0" presStyleCnt="0">
        <dgm:presLayoutVars>
          <dgm:dir/>
          <dgm:resizeHandles val="exact"/>
        </dgm:presLayoutVars>
      </dgm:prSet>
      <dgm:spPr/>
    </dgm:pt>
    <dgm:pt modelId="{08AB63ED-303C-4535-83BE-CFA56B755A49}" type="pres">
      <dgm:prSet presAssocID="{FD81B4A0-A345-47B8-9034-54FAD7F16EEA}" presName="node" presStyleLbl="node1" presStyleIdx="0" presStyleCnt="3">
        <dgm:presLayoutVars>
          <dgm:bulletEnabled val="1"/>
        </dgm:presLayoutVars>
      </dgm:prSet>
      <dgm:spPr/>
    </dgm:pt>
    <dgm:pt modelId="{97F39950-454C-43F9-9796-3DBC01350EA2}" type="pres">
      <dgm:prSet presAssocID="{1EF361B0-10D3-4975-BCEB-0A2159A1CAE4}" presName="sibTrans" presStyleLbl="sibTrans2D1" presStyleIdx="0" presStyleCnt="3"/>
      <dgm:spPr/>
    </dgm:pt>
    <dgm:pt modelId="{0C18B507-9B20-414B-AB3C-235076D54769}" type="pres">
      <dgm:prSet presAssocID="{1EF361B0-10D3-4975-BCEB-0A2159A1CAE4}" presName="connectorText" presStyleCnt="0"/>
      <dgm:spPr/>
    </dgm:pt>
    <dgm:pt modelId="{54F1E4FC-40C7-436A-952E-A33C90D6EA21}" type="pres">
      <dgm:prSet presAssocID="{B3995DE3-A920-49BD-B90D-49DF4D6B94F9}" presName="node" presStyleLbl="node1" presStyleIdx="1" presStyleCnt="3">
        <dgm:presLayoutVars>
          <dgm:bulletEnabled val="1"/>
        </dgm:presLayoutVars>
      </dgm:prSet>
      <dgm:spPr/>
    </dgm:pt>
    <dgm:pt modelId="{E068CDE7-4F94-46CD-9906-0B60DF0B6ACB}" type="pres">
      <dgm:prSet presAssocID="{B5EFECF8-F5E2-41D1-B747-7DC03FDA2049}" presName="sibTrans" presStyleLbl="sibTrans2D1" presStyleIdx="1" presStyleCnt="3"/>
      <dgm:spPr/>
    </dgm:pt>
    <dgm:pt modelId="{CE17F78B-B90E-44D4-8C83-46147AFCCD4F}" type="pres">
      <dgm:prSet presAssocID="{B5EFECF8-F5E2-41D1-B747-7DC03FDA2049}" presName="connectorText" presStyleCnt="0"/>
      <dgm:spPr/>
    </dgm:pt>
    <dgm:pt modelId="{16E6D73D-0C2D-4F2E-8F54-ED0B6238B1DF}" type="pres">
      <dgm:prSet presAssocID="{75AE001A-7AA3-4D0D-8AEC-957FF2B7D3BE}" presName="node" presStyleLbl="node1" presStyleIdx="2" presStyleCnt="3">
        <dgm:presLayoutVars>
          <dgm:bulletEnabled val="1"/>
        </dgm:presLayoutVars>
      </dgm:prSet>
      <dgm:spPr/>
    </dgm:pt>
    <dgm:pt modelId="{0E1DC624-06E4-4837-AFAE-09183CBBBDF0}" type="pres">
      <dgm:prSet presAssocID="{E405E0E1-B30E-4F09-96E1-A6304DA3EA52}" presName="sibTrans" presStyleLbl="sibTrans2D1" presStyleIdx="2" presStyleCnt="3"/>
      <dgm:spPr/>
    </dgm:pt>
    <dgm:pt modelId="{FECB3C4C-2D55-4804-A958-985CE091DD6A}" type="pres">
      <dgm:prSet presAssocID="{E405E0E1-B30E-4F09-96E1-A6304DA3EA52}" presName="connectorText" presStyleCnt="0"/>
      <dgm:spPr/>
    </dgm:pt>
  </dgm:ptLst>
  <dgm:cxnLst>
    <dgm:cxn modelId="{B71684E7-2078-4A4D-8B55-458E3185022D}" srcId="{6E5FBB55-74B2-44BC-AC78-9C8120541354}" destId="{FD81B4A0-A345-47B8-9034-54FAD7F16EEA}" srcOrd="0" destOrd="0" parTransId="{E5F7B21D-EDDB-4955-880B-EEB76C1FBF59}" sibTransId="{1EF361B0-10D3-4975-BCEB-0A2159A1CAE4}"/>
    <dgm:cxn modelId="{944D320C-52D4-423A-A3BF-D30395E18134}" srcId="{6E5FBB55-74B2-44BC-AC78-9C8120541354}" destId="{B3995DE3-A920-49BD-B90D-49DF4D6B94F9}" srcOrd="1" destOrd="0" parTransId="{0B5786FC-6F01-4387-BA93-C2ED8F2F5F9F}" sibTransId="{B5EFECF8-F5E2-41D1-B747-7DC03FDA2049}"/>
    <dgm:cxn modelId="{F3A737B3-2C06-4C5F-924C-208D83B975CD}" srcId="{6E5FBB55-74B2-44BC-AC78-9C8120541354}" destId="{75AE001A-7AA3-4D0D-8AEC-957FF2B7D3BE}" srcOrd="2" destOrd="0" parTransId="{AA8EA639-CBEC-4D14-84DF-6FD6A7CA2AAC}" sibTransId="{E405E0E1-B30E-4F09-96E1-A6304DA3EA52}"/>
    <dgm:cxn modelId="{F3BA42AE-DD54-4E36-A51A-F84068985DA7}" type="presOf" srcId="{6E5FBB55-74B2-44BC-AC78-9C8120541354}" destId="{CCF7C031-5F3B-494B-9CA8-C75E89BC6D59}" srcOrd="0" destOrd="0" presId="urn:microsoft.com/office/officeart/2005/8/layout/cycle7"/>
    <dgm:cxn modelId="{0A3ED99A-D776-4FEF-BE34-0A8878CCE6AC}" type="presParOf" srcId="{CCF7C031-5F3B-494B-9CA8-C75E89BC6D59}" destId="{08AB63ED-303C-4535-83BE-CFA56B755A49}" srcOrd="0" destOrd="0" presId="urn:microsoft.com/office/officeart/2005/8/layout/cycle7"/>
    <dgm:cxn modelId="{64A1B003-276C-4568-BB44-40B9EE6801E3}" type="presOf" srcId="{FD81B4A0-A345-47B8-9034-54FAD7F16EEA}" destId="{08AB63ED-303C-4535-83BE-CFA56B755A49}" srcOrd="0" destOrd="0" presId="urn:microsoft.com/office/officeart/2005/8/layout/cycle7"/>
    <dgm:cxn modelId="{AB176821-0C8C-413A-BB71-9684A75F7461}" type="presParOf" srcId="{CCF7C031-5F3B-494B-9CA8-C75E89BC6D59}" destId="{97F39950-454C-43F9-9796-3DBC01350EA2}" srcOrd="1" destOrd="0" presId="urn:microsoft.com/office/officeart/2005/8/layout/cycle7"/>
    <dgm:cxn modelId="{27A6443F-AD64-4426-B1A1-603C1AFB47EE}" type="presOf" srcId="{1EF361B0-10D3-4975-BCEB-0A2159A1CAE4}" destId="{97F39950-454C-43F9-9796-3DBC01350EA2}" srcOrd="0" destOrd="0" presId="urn:microsoft.com/office/officeart/2005/8/layout/cycle7"/>
    <dgm:cxn modelId="{4F5220F1-71B5-4220-B4F7-9BB0C3C92C21}" type="presParOf" srcId="{97F39950-454C-43F9-9796-3DBC01350EA2}" destId="{0C18B507-9B20-414B-AB3C-235076D54769}" srcOrd="0" destOrd="1" presId="urn:microsoft.com/office/officeart/2005/8/layout/cycle7"/>
    <dgm:cxn modelId="{DDC8A054-0555-4655-930B-5CB45F1F9F70}" type="presOf" srcId="{1EF361B0-10D3-4975-BCEB-0A2159A1CAE4}" destId="{0C18B507-9B20-414B-AB3C-235076D54769}" srcOrd="1" destOrd="0" presId="urn:microsoft.com/office/officeart/2005/8/layout/cycle7"/>
    <dgm:cxn modelId="{C4A8C6C2-89AD-480B-94E4-DB68DA8DEC88}" type="presParOf" srcId="{CCF7C031-5F3B-494B-9CA8-C75E89BC6D59}" destId="{54F1E4FC-40C7-436A-952E-A33C90D6EA21}" srcOrd="2" destOrd="0" presId="urn:microsoft.com/office/officeart/2005/8/layout/cycle7"/>
    <dgm:cxn modelId="{E259A6AA-30F4-4B9D-B490-8E9234E5713E}" type="presOf" srcId="{B3995DE3-A920-49BD-B90D-49DF4D6B94F9}" destId="{54F1E4FC-40C7-436A-952E-A33C90D6EA21}" srcOrd="0" destOrd="0" presId="urn:microsoft.com/office/officeart/2005/8/layout/cycle7"/>
    <dgm:cxn modelId="{49565615-D538-4959-A622-8D1F23FDFF4B}" type="presParOf" srcId="{CCF7C031-5F3B-494B-9CA8-C75E89BC6D59}" destId="{E068CDE7-4F94-46CD-9906-0B60DF0B6ACB}" srcOrd="3" destOrd="0" presId="urn:microsoft.com/office/officeart/2005/8/layout/cycle7"/>
    <dgm:cxn modelId="{8306E3CF-7AE9-40D8-B0A7-321EF2025D97}" type="presOf" srcId="{B5EFECF8-F5E2-41D1-B747-7DC03FDA2049}" destId="{E068CDE7-4F94-46CD-9906-0B60DF0B6ACB}" srcOrd="0" destOrd="0" presId="urn:microsoft.com/office/officeart/2005/8/layout/cycle7"/>
    <dgm:cxn modelId="{561B89A7-524F-4FFA-AEBE-B488A6387444}" type="presParOf" srcId="{E068CDE7-4F94-46CD-9906-0B60DF0B6ACB}" destId="{CE17F78B-B90E-44D4-8C83-46147AFCCD4F}" srcOrd="0" destOrd="3" presId="urn:microsoft.com/office/officeart/2005/8/layout/cycle7"/>
    <dgm:cxn modelId="{545DE02B-63CC-491F-8A2F-4DFC5AAA4CD0}" type="presOf" srcId="{B5EFECF8-F5E2-41D1-B747-7DC03FDA2049}" destId="{CE17F78B-B90E-44D4-8C83-46147AFCCD4F}" srcOrd="1" destOrd="0" presId="urn:microsoft.com/office/officeart/2005/8/layout/cycle7"/>
    <dgm:cxn modelId="{E7389AC0-61C1-48C9-AF03-33035063DF6C}" type="presParOf" srcId="{CCF7C031-5F3B-494B-9CA8-C75E89BC6D59}" destId="{16E6D73D-0C2D-4F2E-8F54-ED0B6238B1DF}" srcOrd="4" destOrd="0" presId="urn:microsoft.com/office/officeart/2005/8/layout/cycle7"/>
    <dgm:cxn modelId="{DA493E7E-5DB8-47F0-8D89-F54E5AFD1F96}" type="presOf" srcId="{75AE001A-7AA3-4D0D-8AEC-957FF2B7D3BE}" destId="{16E6D73D-0C2D-4F2E-8F54-ED0B6238B1DF}" srcOrd="0" destOrd="0" presId="urn:microsoft.com/office/officeart/2005/8/layout/cycle7"/>
    <dgm:cxn modelId="{44CC1992-71BA-42DD-A69B-7770CF406402}" type="presParOf" srcId="{CCF7C031-5F3B-494B-9CA8-C75E89BC6D59}" destId="{0E1DC624-06E4-4837-AFAE-09183CBBBDF0}" srcOrd="5" destOrd="0" presId="urn:microsoft.com/office/officeart/2005/8/layout/cycle7"/>
    <dgm:cxn modelId="{4F9B47F5-53FD-453C-A869-D0B27C3A9D6E}" type="presOf" srcId="{E405E0E1-B30E-4F09-96E1-A6304DA3EA52}" destId="{0E1DC624-06E4-4837-AFAE-09183CBBBDF0}" srcOrd="0" destOrd="0" presId="urn:microsoft.com/office/officeart/2005/8/layout/cycle7"/>
    <dgm:cxn modelId="{118C1FAB-9D45-46E0-9476-5D14353F27A6}" type="presParOf" srcId="{0E1DC624-06E4-4837-AFAE-09183CBBBDF0}" destId="{FECB3C4C-2D55-4804-A958-985CE091DD6A}" srcOrd="0" destOrd="5" presId="urn:microsoft.com/office/officeart/2005/8/layout/cycle7"/>
    <dgm:cxn modelId="{E25885A1-7B7F-476B-BA43-B8CC1DAF3008}" type="presOf" srcId="{E405E0E1-B30E-4F09-96E1-A6304DA3EA52}" destId="{FECB3C4C-2D55-4804-A958-985CE091DD6A}" srcOrd="1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197725" cy="3746500"/>
        <a:chOff x="0" y="0"/>
        <a:chExt cx="7197725" cy="3746500"/>
      </a:xfrm>
    </dsp:grpSpPr>
    <dsp:sp modelId="{08AB63ED-303C-4535-83BE-CFA56B755A49}">
      <dsp:nvSpPr>
        <dsp:cNvPr id="3" name="圆角矩形 2"/>
        <dsp:cNvSpPr/>
      </dsp:nvSpPr>
      <dsp:spPr bwMode="white">
        <a:xfrm>
          <a:off x="2627734" y="0"/>
          <a:ext cx="1942257" cy="97112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1920" tIns="121920" rIns="121920" bIns="1219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开阔视野</a:t>
          </a:r>
          <a:endParaRPr lang="zh-CN" altLang="en-US"/>
        </a:p>
      </dsp:txBody>
      <dsp:txXfrm>
        <a:off x="2627734" y="0"/>
        <a:ext cx="1942257" cy="971128"/>
      </dsp:txXfrm>
    </dsp:sp>
    <dsp:sp modelId="{97F39950-454C-43F9-9796-3DBC01350EA2}">
      <dsp:nvSpPr>
        <dsp:cNvPr id="4" name="左右箭头 3"/>
        <dsp:cNvSpPr/>
      </dsp:nvSpPr>
      <dsp:spPr bwMode="white">
        <a:xfrm rot="3599999">
          <a:off x="3895057" y="1703303"/>
          <a:ext cx="1009973" cy="339895"/>
        </a:xfrm>
        <a:prstGeom prst="left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3599999">
        <a:off x="3895057" y="1703303"/>
        <a:ext cx="1009973" cy="339895"/>
      </dsp:txXfrm>
    </dsp:sp>
    <dsp:sp modelId="{54F1E4FC-40C7-436A-952E-A33C90D6EA21}">
      <dsp:nvSpPr>
        <dsp:cNvPr id="5" name="圆角矩形 4"/>
        <dsp:cNvSpPr/>
      </dsp:nvSpPr>
      <dsp:spPr bwMode="white">
        <a:xfrm>
          <a:off x="4230096" y="2775372"/>
          <a:ext cx="1942257" cy="97112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1920" tIns="121920" rIns="121920" bIns="1219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脚踏实地</a:t>
          </a:r>
          <a:endParaRPr lang="zh-CN" altLang="en-US"/>
        </a:p>
      </dsp:txBody>
      <dsp:txXfrm>
        <a:off x="4230096" y="2775372"/>
        <a:ext cx="1942257" cy="971128"/>
      </dsp:txXfrm>
    </dsp:sp>
    <dsp:sp modelId="{E068CDE7-4F94-46CD-9906-0B60DF0B6ACB}">
      <dsp:nvSpPr>
        <dsp:cNvPr id="6" name="左右箭头 5"/>
        <dsp:cNvSpPr/>
      </dsp:nvSpPr>
      <dsp:spPr bwMode="white">
        <a:xfrm rot="10800000">
          <a:off x="3093876" y="3090988"/>
          <a:ext cx="1009973" cy="339895"/>
        </a:xfrm>
        <a:prstGeom prst="left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0800000">
        <a:off x="3093876" y="3090988"/>
        <a:ext cx="1009973" cy="339895"/>
      </dsp:txXfrm>
    </dsp:sp>
    <dsp:sp modelId="{16E6D73D-0C2D-4F2E-8F54-ED0B6238B1DF}">
      <dsp:nvSpPr>
        <dsp:cNvPr id="7" name="圆角矩形 6"/>
        <dsp:cNvSpPr/>
      </dsp:nvSpPr>
      <dsp:spPr bwMode="white">
        <a:xfrm>
          <a:off x="1025373" y="2775372"/>
          <a:ext cx="1942257" cy="97112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1920" tIns="121920" rIns="121920" bIns="1219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规划人生</a:t>
          </a:r>
          <a:endParaRPr lang="zh-CN" altLang="en-US"/>
        </a:p>
      </dsp:txBody>
      <dsp:txXfrm>
        <a:off x="1025373" y="2775372"/>
        <a:ext cx="1942257" cy="971128"/>
      </dsp:txXfrm>
    </dsp:sp>
    <dsp:sp modelId="{0E1DC624-06E4-4837-AFAE-09183CBBBDF0}">
      <dsp:nvSpPr>
        <dsp:cNvPr id="8" name="左右箭头 7"/>
        <dsp:cNvSpPr/>
      </dsp:nvSpPr>
      <dsp:spPr bwMode="white">
        <a:xfrm rot="-3599999">
          <a:off x="2292695" y="1703303"/>
          <a:ext cx="1009973" cy="339895"/>
        </a:xfrm>
        <a:prstGeom prst="left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-3599999">
        <a:off x="2292695" y="1703303"/>
        <a:ext cx="1009973" cy="339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Sty" val="arr"/>
                    <dgm:param type="endSty" val="arr"/>
                    <dgm:param type="begPts" val="radial"/>
                    <dgm:param type="endPts" val="radial"/>
                  </dgm:alg>
                </dgm:if>
                <dgm:else name="Name8">
                  <dgm:alg type="conn">
                    <dgm:param type="begSty" val="arr"/>
                    <dgm:param type="endSty" val="arr"/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我们生于伟大的祖国，欣逢伟大的新时代，国家政治稳定、经济发展、文化繁荣、社会和谐，人民生活水平不断提高，这些都为我们的成长提供了良好的社会条件。</a:t>
            </a:r>
            <a:endParaRPr lang="zh-CN" altLang="en-U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微软雅黑" panose="020B0503020204020204" charset="-122"/>
              <a:sym typeface="Times New Roman" panose="02020603050405020304"/>
            </a:endParaRPr>
          </a:p>
          <a:p>
            <a:endParaRPr lang="zh-CN" altLang="en-US"/>
          </a:p>
          <a:p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正如张锡锋所说，没有人在年少时想成为一个普通人。年少时，既要仰望星空，也要脚踏实地，勇敢追梦，这才是少年应有的模样。努力过后，无怨无悔，这样我们才能更加心安理得的接受自己的普通。就像网友说的，印度洋记录最高的浪有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34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米，最深的阿米兰特海沟有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9074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米，浪高只占大海的千分之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3.7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。浪不总那么高，海，却一直那么深。大多数人，都会不可避免的走向普通。即便那时，也希望你能像那位小伙子一样保持住内心的温暖和善良，努力生活，活出属于普通人的精彩。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audio" Target="../media/audio1.wav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13" name="chimes.wav"/>
          </p:stSnd>
        </p:sndAc>
      </p:transition>
    </mc:Choice>
    <mc:Fallback>
      <p:transition spd="slow">
        <p:comb/>
        <p:sndAc>
          <p:stSnd>
            <p:snd r:embed="rId13" name="chimes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audio" Target="../media/audio1.wav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走向未来</a:t>
            </a:r>
            <a:endParaRPr lang="zh-CN" altLang="en-US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zh-CN" altLang="en-US" sz="60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奔涌吧，后浪</a:t>
            </a:r>
            <a:endParaRPr lang="zh-CN" altLang="en-US" sz="60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上弧形箭头 5">
            <a:hlinkClick r:id="" action="ppaction://hlinkshowjump?jump=lastslide"/>
          </p:cNvPr>
          <p:cNvSpPr/>
          <p:nvPr/>
        </p:nvSpPr>
        <p:spPr>
          <a:xfrm>
            <a:off x="10587355" y="5911215"/>
            <a:ext cx="914400" cy="586740"/>
          </a:xfrm>
          <a:prstGeom prst="curvedDownArrow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1" name="chimes.wav"/>
          </p:stSnd>
        </p:sndAc>
      </p:transition>
    </mc:Choice>
    <mc:Fallback>
      <p:transition spd="slow">
        <p:comb/>
        <p:sndAc>
          <p:stSnd>
            <p:snd r:embed="rId1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8FAADC"/>
          </a:solidFill>
        </p:spPr>
        <p:txBody>
          <a:bodyPr/>
          <a:p>
            <a:r>
              <a:rPr lang="zh-CN" altLang="en-US" sz="5000" b="1">
                <a:solidFill>
                  <a:schemeClr val="accent4">
                    <a:lumMod val="60000"/>
                    <a:lumOff val="4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踏上新征程的有利条件</a:t>
            </a:r>
            <a:endParaRPr lang="zh-CN" altLang="en-US" sz="5000" b="1">
              <a:solidFill>
                <a:schemeClr val="accent4">
                  <a:lumMod val="60000"/>
                  <a:lumOff val="40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我们生于伟大的祖国，欣逢伟大的新时代，国家政治稳定、经济发展、文化繁荣、社会和谐，人民生活水平不断提高，这些都为我们的成长提供了良好的社会条件。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1" name="chimes.wav"/>
          </p:stSnd>
        </p:sndAc>
      </p:transition>
    </mc:Choice>
    <mc:Fallback>
      <p:transition spd="slow">
        <p:comb/>
        <p:sndAc>
          <p:stSnd>
            <p:snd r:embed="rId1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p>
            <a:r>
              <a:rPr lang="zh-CN" altLang="en-US"/>
              <a:t>畅想未来的做法</a:t>
            </a:r>
            <a:endParaRPr lang="zh-CN" altLang="en-US"/>
          </a:p>
        </p:txBody>
      </p:sp>
      <p:graphicFrame>
        <p:nvGraphicFramePr>
          <p:cNvPr id="5" name="图示 4"/>
          <p:cNvGraphicFramePr/>
          <p:nvPr/>
        </p:nvGraphicFramePr>
        <p:xfrm>
          <a:off x="2496820" y="2253615"/>
          <a:ext cx="7197725" cy="3746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6" name="chimes.wav"/>
          </p:stSnd>
        </p:sndAc>
      </p:transition>
    </mc:Choice>
    <mc:Fallback>
      <p:transition spd="slow">
        <p:comb/>
        <p:sndAc>
          <p:stSnd>
            <p:snd r:embed="rId6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感悟分享</a:t>
            </a:r>
            <a:endParaRPr lang="zh-CN" altLang="en-US"/>
          </a:p>
        </p:txBody>
      </p:sp>
      <p:pic>
        <p:nvPicPr>
          <p:cNvPr id="6" name="图片占位符 5" descr="微信截图_20231212185857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5183505" y="2550160"/>
            <a:ext cx="6172200" cy="174688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正如张锡锋所说，没有人在年少时想成为一个普通人。年少时，既要仰望星空，也要脚踏实地，勇敢追梦，这才是少年应有的模样。努力过后，无怨无悔，这样我们才能更加心安理得的接受自己的普通。就像网友说的，印度洋记录最高的浪有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34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米，最深的阿米兰特海沟有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9074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米，浪高只占大海的千分之</a:t>
            </a:r>
            <a:r>
              <a:rPr lang="en-US" altLang="zh-CN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3.7</a:t>
            </a:r>
            <a:r>
              <a:rPr lang="zh-CN" altLang="en-US" dirty="0">
                <a:latin typeface="Times New Roman" panose="02020603050405020304"/>
                <a:ea typeface="微软雅黑" panose="020B0503020204020204" charset="-122"/>
                <a:sym typeface="Times New Roman" panose="02020603050405020304"/>
              </a:rPr>
              <a:t>。浪不总那么高，海，却一直那么深。大多数人，都会不可避免的走向普通。即便那时，也希望你能像那位小伙子一样保持住内心的温暖和善良，努力生活，活出属于普通人的精彩。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mb/>
        <p:sndAc>
          <p:stSnd>
            <p:snd r:embed="rId2" name="chimes.wav"/>
          </p:stSnd>
        </p:sndAc>
      </p:transition>
    </mc:Choice>
    <mc:Fallback>
      <p:transition spd="slow">
        <p:comb/>
        <p:sndAc>
          <p:stSnd>
            <p:snd r:embed="rId2" name="chimes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COMMONDATA" val="eyJoZGlkIjoiNjQwNzdkNTI0ZmEyODlhNmVjYjU4ZGU0YTBmMWRhMTcifQ=="/>
  <p:tag name="KSO_WPP_MARK_KEY" val="bfa51998-0f62-463e-8727-75ddc5672b9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WPS 演示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楷体</vt:lpstr>
      <vt:lpstr>Calibri</vt:lpstr>
      <vt:lpstr>Arial Unicode MS</vt:lpstr>
      <vt:lpstr>Office 主题</vt:lpstr>
      <vt:lpstr>走向未来</vt:lpstr>
      <vt:lpstr>踏上新征程的有利条件</vt:lpstr>
      <vt:lpstr>畅想未来的做法</vt:lpstr>
      <vt:lpstr>感悟分享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86133</cp:lastModifiedBy>
  <cp:revision>20</cp:revision>
  <dcterms:created xsi:type="dcterms:W3CDTF">2023-12-12T10:34:00Z</dcterms:created>
  <dcterms:modified xsi:type="dcterms:W3CDTF">2023-12-25T01:19:43Z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E37E45F06D484341B118DEA45DCBCE0E_12</vt:lpwstr>
  </property>
  <property fmtid="{D5CDD505-2E9C-101B-9397-08002B2CF9AE}" pid="3" name="KSOProductBuildVer">
    <vt:lpwstr>2052-12.1.0.15712</vt:lpwstr>
  </property>
</Properties>
</file>