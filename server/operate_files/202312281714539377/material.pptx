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</p:sldIdLst>
  <p:sldSz cx="12192000" cy="6858000"/>
  <p:notesSz cx="6858000" cy="9144000"/>
  <p:custDataLst>
    <p:tags r:id="rId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/>
                <a:ea typeface="微软雅黑" panose="020B0503020204020204" charset="-122"/>
                <a:sym typeface="Times New Roman" panose="02020603050405020304"/>
              </a:rPr>
              <a:t>我们生于伟大的祖国，欣逢伟大的新时代，国家政治稳定、经济发展、文化繁荣、社会和谐，人民生活水平不断提高，这些都为我们的成长提供了良好的社会条件。</a:t>
            </a:r>
            <a:endParaRPr lang="zh-CN" altLang="en-US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/>
              <a:ea typeface="微软雅黑" panose="020B0503020204020204" charset="-122"/>
              <a:sym typeface="Times New Roman" panose="02020603050405020304"/>
            </a:endParaRPr>
          </a:p>
          <a:p>
            <a:endParaRPr lang="zh-CN" altLang="en-US"/>
          </a:p>
          <a:p>
            <a:r>
              <a:rPr lang="zh-CN" altLang="en-US" dirty="0">
                <a:latin typeface="Times New Roman" panose="02020603050405020304"/>
                <a:ea typeface="微软雅黑" panose="020B0503020204020204" charset="-122"/>
                <a:sym typeface="Times New Roman" panose="02020603050405020304"/>
              </a:rPr>
              <a:t>正如张锡锋所说，没有人在年少时想成为一个普通人。年少时，既要仰望星空，也要脚踏实地，勇敢追梦，这才是少年应有的模样。努力过后，无怨无悔，这样我们才能更加心安理得的接受自己的普通。就像网友说的，印度洋记录最高的浪有</a:t>
            </a:r>
            <a:r>
              <a:rPr lang="en-US" altLang="zh-CN" dirty="0">
                <a:latin typeface="Times New Roman" panose="02020603050405020304"/>
                <a:ea typeface="微软雅黑" panose="020B0503020204020204" charset="-122"/>
                <a:sym typeface="Times New Roman" panose="02020603050405020304"/>
              </a:rPr>
              <a:t>34</a:t>
            </a:r>
            <a:r>
              <a:rPr lang="zh-CN" altLang="en-US" dirty="0">
                <a:latin typeface="Times New Roman" panose="02020603050405020304"/>
                <a:ea typeface="微软雅黑" panose="020B0503020204020204" charset="-122"/>
                <a:sym typeface="Times New Roman" panose="02020603050405020304"/>
              </a:rPr>
              <a:t>米，最深的阿米兰特海沟有</a:t>
            </a:r>
            <a:r>
              <a:rPr lang="en-US" altLang="zh-CN" dirty="0">
                <a:latin typeface="Times New Roman" panose="02020603050405020304"/>
                <a:ea typeface="微软雅黑" panose="020B0503020204020204" charset="-122"/>
                <a:sym typeface="Times New Roman" panose="02020603050405020304"/>
              </a:rPr>
              <a:t>9074</a:t>
            </a:r>
            <a:r>
              <a:rPr lang="zh-CN" altLang="en-US" dirty="0">
                <a:latin typeface="Times New Roman" panose="02020603050405020304"/>
                <a:ea typeface="微软雅黑" panose="020B0503020204020204" charset="-122"/>
                <a:sym typeface="Times New Roman" panose="02020603050405020304"/>
              </a:rPr>
              <a:t>米，浪高只占大海的千分之</a:t>
            </a:r>
            <a:r>
              <a:rPr lang="en-US" altLang="zh-CN" dirty="0">
                <a:latin typeface="Times New Roman" panose="02020603050405020304"/>
                <a:ea typeface="微软雅黑" panose="020B0503020204020204" charset="-122"/>
                <a:sym typeface="Times New Roman" panose="02020603050405020304"/>
              </a:rPr>
              <a:t>3.7</a:t>
            </a:r>
            <a:r>
              <a:rPr lang="zh-CN" altLang="en-US" dirty="0">
                <a:latin typeface="Times New Roman" panose="02020603050405020304"/>
                <a:ea typeface="微软雅黑" panose="020B0503020204020204" charset="-122"/>
                <a:sym typeface="Times New Roman" panose="02020603050405020304"/>
              </a:rPr>
              <a:t>。浪不总那么高，海，却一直那么深。大多数人，都会不可避免的走向普通。即便那时，也希望你能像那位小伙子一样保持住内心的温暖和善良，努力生活，活出属于普通人的精彩。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sz="half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9" name="内容占位符 8"/>
          <p:cNvSpPr>
            <a:spLocks noGrp="1"/>
          </p:cNvSpPr>
          <p:nvPr>
            <p:ph sz="half" idx="2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NjQwNzdkNTI0ZmEyODlhNmVjYjU4ZGU0YTBmMWRhMTcifQ=="/>
  <p:tag name="commondata" val="eyJoZGlkIjoiMjhjNzFjMjliYTMwZmQyYjMzM2NlZTBmYTgwNzU5YTQ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Times New Roman</vt:lpstr>
      <vt:lpstr>微软雅黑</vt:lpstr>
      <vt:lpstr>Calibri</vt:lpstr>
      <vt:lpstr>Arial Unicode MS</vt:lpstr>
      <vt:lpstr>Office 主题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大风歌</cp:lastModifiedBy>
  <cp:revision>4</cp:revision>
  <dcterms:created xsi:type="dcterms:W3CDTF">2023-12-12T10:39:00Z</dcterms:created>
  <dcterms:modified xsi:type="dcterms:W3CDTF">2024-01-02T12:15:11Z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64F179BEA2FD4AB295BA30CBDBE4938E_12</vt:lpwstr>
  </property>
  <property fmtid="{D5CDD505-2E9C-101B-9397-08002B2CF9AE}" pid="3" name="KSOProductBuildVer">
    <vt:lpwstr>2052-12.1.0.15712</vt:lpwstr>
  </property>
</Properties>
</file>