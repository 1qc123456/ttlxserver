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wmv" ContentType="video/x-ms-wm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5968B6D-5ED3-4C3E-8863-FC9F1B79E9E0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13" name="push.wav"/>
          </p:stSnd>
        </p:sndAc>
      </p:transition>
    </mc:Choice>
    <mc:Fallback xmlns="">
      <p:transition spd="slow">
        <p:wipe/>
        <p:sndAc>
          <p:stSnd>
            <p:snd r:embed="rId14" name="push.wav"/>
          </p:stSnd>
        </p:sndAc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wmv"/><Relationship Id="rId1" Type="http://schemas.openxmlformats.org/officeDocument/2006/relationships/video" Target="NULL" TargetMode="External"/><Relationship Id="rId6" Type="http://schemas.openxmlformats.org/officeDocument/2006/relationships/audio" Target="../media/audio1.wav"/><Relationship Id="rId5" Type="http://schemas.openxmlformats.org/officeDocument/2006/relationships/image" Target="../media/image2.png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rgbClr val="7030A0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  <a:reflection blurRad="6350" stA="50000" endA="300" endPos="50000" dist="29997" dir="5400000" sy="-100000" algn="bl" rotWithShape="0"/>
                </a:effectLst>
                <a:latin typeface="华文新魏" pitchFamily="2" charset="-122"/>
                <a:ea typeface="华文新魏" pitchFamily="2" charset="-122"/>
              </a:rPr>
              <a:t>中国春节习俗</a:t>
            </a:r>
            <a:endParaRPr lang="zh-CN" altLang="en-US" sz="4800" b="1" dirty="0">
              <a:solidFill>
                <a:srgbClr val="7030A0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  <a:reflection blurRad="6350" stA="50000" endA="300" endPos="50000" dist="29997" dir="5400000" sy="-100000" algn="bl" rotWithShape="0"/>
              </a:effectLst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1800200"/>
          </a:xfrm>
        </p:spPr>
        <p:txBody>
          <a:bodyPr>
            <a:normAutofit/>
          </a:bodyPr>
          <a:lstStyle/>
          <a:p>
            <a:pPr algn="r"/>
            <a:r>
              <a:rPr lang="zh-CN" altLang="en-US" sz="2400" b="1" dirty="0" smtClean="0">
                <a:ea typeface="华文行楷" pitchFamily="2" charset="-122"/>
                <a:hlinkClick r:id="rId3" action="ppaction://hlinksldjump"/>
              </a:rPr>
              <a:t>扫尘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4" action="ppaction://hlinksldjump"/>
              </a:rPr>
              <a:t>贴春联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5" action="ppaction://hlinksldjump"/>
              </a:rPr>
              <a:t>守岁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6" action="ppaction://hlinksldjump"/>
              </a:rPr>
              <a:t>拜年</a:t>
            </a:r>
            <a:endParaRPr lang="zh-CN" altLang="en-US" sz="2400" b="1" dirty="0" smtClean="0">
              <a:ea typeface="华文行楷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66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2" name="push.wav"/>
          </p:stSnd>
        </p:sndAc>
      </p:transition>
    </mc:Choice>
    <mc:Fallback xmlns="">
      <p:transition spd="slow">
        <p:wipe/>
        <p:sndAc>
          <p:stSnd>
            <p:snd r:embed="rId7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扫尘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宋体"/>
              </a:rPr>
              <a:t>“</a:t>
            </a:r>
            <a:r>
              <a:rPr lang="zh-CN" altLang="en-US" dirty="0" smtClean="0"/>
              <a:t>腊月二十四，掸尘扫房子</a:t>
            </a:r>
            <a:r>
              <a:rPr lang="zh-CN" altLang="en-US" dirty="0" smtClean="0">
                <a:latin typeface="宋体"/>
              </a:rPr>
              <a:t>”</a:t>
            </a:r>
            <a:r>
              <a:rPr lang="en-US" altLang="zh-CN" dirty="0" smtClean="0"/>
              <a:t>,</a:t>
            </a:r>
            <a:r>
              <a:rPr lang="zh-CN" altLang="en-US" dirty="0" smtClean="0"/>
              <a:t>每逢春节来临，家家户户都要打扫环境，清洗各种器具，拆洗被褥窗帘，洒扫六闾庭院，掸拂尘垢蛛网，疏浚明渠暗沟。到处洋溢着欢欢喜喜搞卫生、干干净净迎新春的欢乐气氛。</a:t>
            </a:r>
          </a:p>
        </p:txBody>
      </p:sp>
    </p:spTree>
    <p:extLst>
      <p:ext uri="{BB962C8B-B14F-4D97-AF65-F5344CB8AC3E}">
        <p14:creationId xmlns:p14="http://schemas.microsoft.com/office/powerpoint/2010/main" val="339976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2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素材1.wmv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00" end="626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51920" y="3429000"/>
            <a:ext cx="4267796" cy="3200847"/>
          </a:xfrm>
          <a:prstGeom prst="plaque">
            <a:avLst/>
          </a:prstGeom>
          <a:ln w="38100">
            <a:solidFill>
              <a:srgbClr val="0070C0"/>
            </a:solidFill>
          </a:ln>
          <a:effectLst>
            <a:reflection blurRad="6350" stA="50000" endA="300" endPos="90000" dir="5400000" sy="-100000" algn="bl" rotWithShape="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贴春联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春联也叫门对、春贴、对联、对子、桃符等，它以工整、对偶、简洁、精巧的文字描绘时代背景，抒发美好愿望，是我国特有的文学形式。</a:t>
            </a:r>
          </a:p>
        </p:txBody>
      </p:sp>
    </p:spTree>
    <p:extLst>
      <p:ext uri="{BB962C8B-B14F-4D97-AF65-F5344CB8AC3E}">
        <p14:creationId xmlns:p14="http://schemas.microsoft.com/office/powerpoint/2010/main" val="310058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4" name="push.wav"/>
          </p:stSnd>
        </p:sndAc>
      </p:transition>
    </mc:Choice>
    <mc:Fallback xmlns="">
      <p:transition spd="slow">
        <p:wipe/>
        <p:sndAc>
          <p:stSnd>
            <p:snd r:embed="rId6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1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守岁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古时守岁有两种含义：年长者守岁为</a:t>
            </a:r>
            <a:r>
              <a:rPr lang="zh-CN" altLang="en-US" dirty="0" smtClean="0">
                <a:latin typeface="宋体"/>
              </a:rPr>
              <a:t>“</a:t>
            </a:r>
            <a:r>
              <a:rPr lang="zh-CN" altLang="en-US" dirty="0" smtClean="0"/>
              <a:t>辞岁</a:t>
            </a:r>
            <a:r>
              <a:rPr lang="zh-CN" altLang="en-US" dirty="0" smtClean="0">
                <a:latin typeface="宋体"/>
              </a:rPr>
              <a:t>”</a:t>
            </a:r>
            <a:r>
              <a:rPr lang="zh-CN" altLang="en-US" dirty="0" smtClean="0"/>
              <a:t>有珍爱光阴的意思；年轻人守岁，是为延长父母寿命。自汉代以来，新旧年交替的时刻一般为夜半时分。</a:t>
            </a:r>
          </a:p>
        </p:txBody>
      </p:sp>
    </p:spTree>
    <p:extLst>
      <p:ext uri="{BB962C8B-B14F-4D97-AF65-F5344CB8AC3E}">
        <p14:creationId xmlns:p14="http://schemas.microsoft.com/office/powerpoint/2010/main" val="387123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2" name="push.wav"/>
          </p:stSnd>
        </p:sndAc>
      </p:transition>
    </mc:Choice>
    <mc:Fallback xmlns="">
      <p:transition spd="slow">
        <p:wipe/>
        <p:sndAc>
          <p:stSnd>
            <p:snd r:embed="rId3" name="push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拜年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新年的初一，人们都早早起来，穿上最漂亮的衣服，打扮得整整齐齐，出门去走亲访友，相互拜年，恭祝来年大吉大利。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3068960"/>
            <a:ext cx="4572001" cy="304502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3734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  <p:sndAc>
          <p:stSnd>
            <p:snd r:embed="rId2" name="push.wav"/>
          </p:stSnd>
        </p:sndAc>
      </p:transition>
    </mc:Choice>
    <mc:Fallback xmlns="">
      <p:transition spd="slow">
        <p:wipe/>
        <p:sndAc>
          <p:stSnd>
            <p:snd r:embed="rId4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20</TotalTime>
  <Words>184</Words>
  <Application>Microsoft Office PowerPoint</Application>
  <PresentationFormat>全屏显示(4:3)</PresentationFormat>
  <Paragraphs>13</Paragraphs>
  <Slides>5</Slides>
  <Notes>0</Notes>
  <HiddenSlides>0</HiddenSlides>
  <MMClips>1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夏至</vt:lpstr>
      <vt:lpstr>中国春节习俗</vt:lpstr>
      <vt:lpstr>扫尘</vt:lpstr>
      <vt:lpstr>贴春联 </vt:lpstr>
      <vt:lpstr>守岁 </vt:lpstr>
      <vt:lpstr>拜年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中国春节习俗</dc:title>
  <dc:creator>user</dc:creator>
  <cp:lastModifiedBy>86133</cp:lastModifiedBy>
  <cp:revision>8</cp:revision>
  <dcterms:created xsi:type="dcterms:W3CDTF">2013-08-30T06:32:52Z</dcterms:created>
  <dcterms:modified xsi:type="dcterms:W3CDTF">2021-05-21T03:32:23Z</dcterms:modified>
</cp:coreProperties>
</file>