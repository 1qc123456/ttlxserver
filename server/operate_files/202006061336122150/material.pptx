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90" y="-8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8B6D-5ED3-4C3E-8863-FC9F1B79E9E0}" type="datetimeFigureOut">
              <a:rPr lang="zh-CN" altLang="en-US" smtClean="0"/>
              <a:t>2013-8-31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027A-DB77-4831-A856-CD91DA9A8F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037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8B6D-5ED3-4C3E-8863-FC9F1B79E9E0}" type="datetimeFigureOut">
              <a:rPr lang="zh-CN" altLang="en-US" smtClean="0"/>
              <a:t>2013-8-31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027A-DB77-4831-A856-CD91DA9A8F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366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68B6D-5ED3-4C3E-8863-FC9F1B79E9E0}" type="datetimeFigureOut">
              <a:rPr lang="zh-CN" altLang="en-US" smtClean="0"/>
              <a:t>2013-8-31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E027A-DB77-4831-A856-CD91DA9A8F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425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中国春节习俗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84984"/>
            <a:ext cx="6400800" cy="1800200"/>
          </a:xfrm>
        </p:spPr>
        <p:txBody>
          <a:bodyPr>
            <a:normAutofit/>
          </a:bodyPr>
          <a:lstStyle/>
          <a:p>
            <a:pPr algn="r"/>
            <a:r>
              <a:rPr lang="zh-CN" altLang="en-US" sz="2400" b="1" dirty="0" smtClean="0">
                <a:ea typeface="华文行楷" pitchFamily="2" charset="-122"/>
              </a:rPr>
              <a:t>扫尘</a:t>
            </a:r>
          </a:p>
          <a:p>
            <a:pPr algn="r"/>
            <a:r>
              <a:rPr lang="zh-CN" altLang="en-US" sz="2400" b="1" dirty="0" smtClean="0">
                <a:ea typeface="华文行楷" pitchFamily="2" charset="-122"/>
              </a:rPr>
              <a:t>贴春联</a:t>
            </a:r>
          </a:p>
          <a:p>
            <a:pPr algn="r"/>
            <a:r>
              <a:rPr lang="zh-CN" altLang="en-US" sz="2400" b="1" dirty="0" smtClean="0">
                <a:ea typeface="华文行楷" pitchFamily="2" charset="-122"/>
              </a:rPr>
              <a:t>守岁</a:t>
            </a:r>
          </a:p>
          <a:p>
            <a:pPr algn="r"/>
            <a:r>
              <a:rPr lang="zh-CN" altLang="en-US" sz="2400" b="1" dirty="0" smtClean="0">
                <a:ea typeface="华文行楷" pitchFamily="2" charset="-122"/>
              </a:rPr>
              <a:t>拜年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0663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扫尘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latin typeface="宋体"/>
              </a:rPr>
              <a:t>“</a:t>
            </a:r>
            <a:r>
              <a:rPr lang="zh-CN" altLang="en-US" dirty="0" smtClean="0"/>
              <a:t>腊月二十四，掸尘扫房子</a:t>
            </a:r>
            <a:r>
              <a:rPr lang="zh-CN" altLang="en-US" dirty="0" smtClean="0">
                <a:latin typeface="宋体"/>
              </a:rPr>
              <a:t>”</a:t>
            </a:r>
            <a:r>
              <a:rPr lang="en-US" altLang="zh-CN" dirty="0" smtClean="0"/>
              <a:t>,</a:t>
            </a:r>
            <a:r>
              <a:rPr lang="zh-CN" altLang="en-US" dirty="0" smtClean="0"/>
              <a:t>每逢春节来临，家家户户都要打扫环境，清洗各种器具，拆洗被褥窗帘，洒扫六闾庭院，掸拂尘垢蛛网，疏浚明渠暗沟。到处洋溢着欢欢喜喜搞卫生、干干净净迎新春的欢乐气氛。</a:t>
            </a:r>
          </a:p>
        </p:txBody>
      </p:sp>
    </p:spTree>
    <p:extLst>
      <p:ext uri="{BB962C8B-B14F-4D97-AF65-F5344CB8AC3E}">
        <p14:creationId xmlns:p14="http://schemas.microsoft.com/office/powerpoint/2010/main" val="3399765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贴春联</a:t>
            </a:r>
            <a:r>
              <a:rPr lang="zh-CN" altLang="en-US" dirty="0" smtClean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春联也叫门对、春贴、对联、对子、桃符等，它以工整、对偶、简洁、精巧的文字描绘时代背景，抒发美好愿望，是我国特有的文学形式。</a:t>
            </a:r>
          </a:p>
        </p:txBody>
      </p:sp>
    </p:spTree>
    <p:extLst>
      <p:ext uri="{BB962C8B-B14F-4D97-AF65-F5344CB8AC3E}">
        <p14:creationId xmlns:p14="http://schemas.microsoft.com/office/powerpoint/2010/main" val="3100587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守岁</a:t>
            </a:r>
            <a:r>
              <a:rPr lang="zh-CN" altLang="en-US" dirty="0" smtClean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古时守岁有两种含义：年长者守岁为</a:t>
            </a:r>
            <a:r>
              <a:rPr lang="zh-CN" altLang="en-US" dirty="0" smtClean="0">
                <a:latin typeface="宋体"/>
              </a:rPr>
              <a:t>“</a:t>
            </a:r>
            <a:r>
              <a:rPr lang="zh-CN" altLang="en-US" dirty="0" smtClean="0"/>
              <a:t>辞岁</a:t>
            </a:r>
            <a:r>
              <a:rPr lang="zh-CN" altLang="en-US" dirty="0" smtClean="0">
                <a:latin typeface="宋体"/>
              </a:rPr>
              <a:t>”</a:t>
            </a:r>
            <a:r>
              <a:rPr lang="zh-CN" altLang="en-US" dirty="0" smtClean="0"/>
              <a:t>有珍爱光阴的意思；年轻人守岁，是为延长父母寿命。自汉代以来，新旧年交替的时刻一般为夜半时分。</a:t>
            </a:r>
          </a:p>
        </p:txBody>
      </p:sp>
    </p:spTree>
    <p:extLst>
      <p:ext uri="{BB962C8B-B14F-4D97-AF65-F5344CB8AC3E}">
        <p14:creationId xmlns:p14="http://schemas.microsoft.com/office/powerpoint/2010/main" val="3871237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拜年</a:t>
            </a:r>
            <a:r>
              <a:rPr lang="zh-CN" altLang="en-US" dirty="0" smtClean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新年的初一，人们都早早起来，穿上最漂亮的衣服，打扮得整整齐齐，出门去走亲访友，相互拜年，恭祝来年大吉大利。</a:t>
            </a:r>
          </a:p>
        </p:txBody>
      </p:sp>
    </p:spTree>
    <p:extLst>
      <p:ext uri="{BB962C8B-B14F-4D97-AF65-F5344CB8AC3E}">
        <p14:creationId xmlns:p14="http://schemas.microsoft.com/office/powerpoint/2010/main" val="2937346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184</Words>
  <Application>Microsoft Office PowerPoint</Application>
  <PresentationFormat>全屏显示(4:3)</PresentationFormat>
  <Paragraphs>13</Paragraphs>
  <Slides>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Office 主题​​</vt:lpstr>
      <vt:lpstr>中国春节习俗</vt:lpstr>
      <vt:lpstr>扫尘</vt:lpstr>
      <vt:lpstr>贴春联 </vt:lpstr>
      <vt:lpstr>守岁 </vt:lpstr>
      <vt:lpstr>拜年 </vt:lpstr>
    </vt:vector>
  </TitlesOfParts>
  <Company>user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中国春节习俗</dc:title>
  <dc:creator>user</dc:creator>
  <cp:lastModifiedBy>微软用户</cp:lastModifiedBy>
  <cp:revision>2</cp:revision>
  <dcterms:created xsi:type="dcterms:W3CDTF">2013-08-30T06:32:52Z</dcterms:created>
  <dcterms:modified xsi:type="dcterms:W3CDTF">2013-08-31T14:19:49Z</dcterms:modified>
</cp:coreProperties>
</file>