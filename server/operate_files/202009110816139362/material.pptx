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606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3827B0-BB58-4C96-AE21-2CBCA6D3471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458113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F13419-F5E7-439D-92D4-67C260ABE75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58541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99264B-6A45-4F0D-B8F4-68B14810B21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69541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4D3BE3-55F3-4FA9-AF2B-DF669C3A88C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899683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BAC5969-AAEA-4BCA-A944-A099BBF6AF7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26884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F3FB18-96BD-449A-A86F-91C0A4C493E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16382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A2DB26-7FCF-44B4-AE6E-FF4543C5064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55830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2C210F-E755-497A-9C46-0507C25F1ED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89108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69C7F64-BA36-4863-8F16-7EF1ABFDADD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17521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30E6A4-821F-4FDA-A495-A6FD886BC4D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89591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527BF9-D130-429E-BCF0-82C68572017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23014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374E4404-8DDF-4668-937F-7672EDAD9835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昨天，一只大鸟在南京江宁区空中跌落，得到一位看门老人及时救护。据了解，这是国家一级保护动物，甚至被列为濒危物种的东方白鹳，几天前，它和另外</a:t>
            </a:r>
            <a:r>
              <a:rPr lang="en-US" altLang="zh-CN"/>
              <a:t>5</a:t>
            </a:r>
            <a:r>
              <a:rPr lang="zh-CN" altLang="en-US"/>
              <a:t>名伙伴从玄武湖公园飞禽世界集体出逃，目前已有</a:t>
            </a:r>
            <a:r>
              <a:rPr lang="en-US" altLang="zh-CN"/>
              <a:t>3</a:t>
            </a:r>
            <a:r>
              <a:rPr lang="zh-CN" altLang="en-US"/>
              <a:t>只回归，</a:t>
            </a:r>
            <a:r>
              <a:rPr lang="en-US" altLang="zh-CN"/>
              <a:t>1</a:t>
            </a:r>
            <a:r>
              <a:rPr lang="zh-CN" altLang="en-US"/>
              <a:t>只有了下落，</a:t>
            </a:r>
            <a:r>
              <a:rPr lang="en-US" altLang="zh-CN"/>
              <a:t>2</a:t>
            </a:r>
            <a:r>
              <a:rPr lang="zh-CN" altLang="en-US"/>
              <a:t>只不知去向。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2286000"/>
            <a:ext cx="7924800" cy="4114800"/>
          </a:xfrm>
        </p:spPr>
        <p:txBody>
          <a:bodyPr/>
          <a:lstStyle/>
          <a:p>
            <a:r>
              <a:rPr lang="zh-CN" altLang="en-US" sz="2800"/>
              <a:t>这是一种国家一级保护动物，名叫东方白鹳，是飞禽世界的一员。这里原来共有</a:t>
            </a:r>
            <a:r>
              <a:rPr lang="en-US" altLang="zh-CN" sz="2800"/>
              <a:t>6</a:t>
            </a:r>
            <a:r>
              <a:rPr lang="zh-CN" altLang="en-US" sz="2800"/>
              <a:t>只，前几天的风雪中，圈养它们的铁丝网不知何故破了个大洞，</a:t>
            </a:r>
            <a:r>
              <a:rPr lang="en-US" altLang="zh-CN" sz="2800"/>
              <a:t>6</a:t>
            </a:r>
            <a:r>
              <a:rPr lang="zh-CN" altLang="en-US" sz="2800"/>
              <a:t>只鹳一起飞跑了。有</a:t>
            </a:r>
            <a:r>
              <a:rPr lang="en-US" altLang="zh-CN" sz="2800"/>
              <a:t>2</a:t>
            </a:r>
            <a:r>
              <a:rPr lang="zh-CN" altLang="en-US" sz="2800"/>
              <a:t>只小的流落在市区内，一只被市民救助，一只被中华门派出所的民警救助，随后及时送还飞禽世界。饲养员说，自从它们逃跑后，园区工作人员寝食难安，因为是大雪天，食物难寻，大家担心它们会饿死或冻死，日夜盼望它们回来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 descr="东方白鹳 资料图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2138" y="1700213"/>
            <a:ext cx="3209925" cy="428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188</Words>
  <Application>Microsoft Office PowerPoint</Application>
  <PresentationFormat>全屏显示(4:3)</PresentationFormat>
  <Paragraphs>2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6" baseType="lpstr">
      <vt:lpstr>Arial</vt:lpstr>
      <vt:lpstr>宋体</vt:lpstr>
      <vt:lpstr>默认设计模板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User</dc:creator>
  <cp:lastModifiedBy>雨林木风</cp:lastModifiedBy>
  <cp:revision>2</cp:revision>
  <dcterms:created xsi:type="dcterms:W3CDTF">2008-02-08T08:40:22Z</dcterms:created>
  <dcterms:modified xsi:type="dcterms:W3CDTF">2013-03-20T10:21:38Z</dcterms:modified>
</cp:coreProperties>
</file>