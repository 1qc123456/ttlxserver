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/>
  </p:transition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266470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076056" y="1484784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6000" b="1" dirty="0" smtClean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北京古城</a:t>
            </a:r>
            <a:endParaRPr lang="zh-CN" altLang="en-US" sz="6000" b="1" dirty="0">
              <a:solidFill>
                <a:srgbClr val="FF0000"/>
              </a:solidFill>
              <a:latin typeface="华文彩云" pitchFamily="2" charset="-122"/>
              <a:ea typeface="华文彩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021228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34493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宗教建筑</a:t>
            </a:r>
            <a:endParaRPr lang="zh-CN" altLang="en-US" dirty="0"/>
          </a:p>
        </p:txBody>
      </p:sp>
      <p:pic>
        <p:nvPicPr>
          <p:cNvPr id="5" name="图片 4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564904"/>
            <a:ext cx="234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3799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3</TotalTime>
  <Words>3</Words>
  <Application>Microsoft Office PowerPoint</Application>
  <PresentationFormat>全屏显示(4:3)</PresentationFormat>
  <Paragraphs>2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奥斯汀</vt:lpstr>
      <vt:lpstr>PowerPoint 演示文稿</vt:lpstr>
      <vt:lpstr>PowerPoint 演示文稿</vt:lpstr>
      <vt:lpstr>PowerPoint 演示文稿</vt:lpstr>
      <vt:lpstr>宗教建筑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3</cp:revision>
  <dcterms:created xsi:type="dcterms:W3CDTF">2019-10-16T08:33:11Z</dcterms:created>
  <dcterms:modified xsi:type="dcterms:W3CDTF">2021-05-24T01:32:36Z</dcterms:modified>
</cp:coreProperties>
</file>