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26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1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34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2019-10-16T08:33:11Z</dcterms:created>
  <dcterms:modified xsi:type="dcterms:W3CDTF">2019-10-16T08:35:51Z</dcterms:modified>
</cp:coreProperties>
</file>