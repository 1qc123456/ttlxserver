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926D4-455C-4F90-89C4-A4451BBE1C6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FC396-B029-441D-B8CD-6266F0CB5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7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8FC396-B029-441D-B8CD-6266F0CB58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0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461F-5495-42BF-802E-DC67C2041137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07EAE-2240-4F13-A523-213323A059E4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F4060-120A-463C-8709-CFA44995E6AD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5866-A1C4-4014-99FE-EA1EAEBE0275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5CE1F-7018-43AF-B0F6-36D705DFA79A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3637-3606-476D-B38D-7F9E5BC425EE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1A3C-546B-4DFE-927E-00402A8AA7D1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BD3B-00C3-4CC8-A229-6CA134099792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18E0A-2B26-4C3E-9024-03D73F3B9BAD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0CA-6777-44C0-ABBB-E21B50A01EBB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DFCE-2D7B-4833-9067-575D408C2C95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A5329A5-1492-4B2E-B627-FCE0CA4C397C}" type="datetime1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武汉东湖</a:t>
            </a:r>
            <a:endParaRPr lang="zh-CN" altLang="en-US" sz="6000" dirty="0">
              <a:solidFill>
                <a:srgbClr val="FF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>
                <a:latin typeface="隶书" pitchFamily="49" charset="-122"/>
                <a:ea typeface="隶书" pitchFamily="49" charset="-122"/>
              </a:rPr>
              <a:t>景区景点介绍</a:t>
            </a:r>
            <a:endParaRPr lang="zh-CN" altLang="en-US" sz="36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600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366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落雁区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68508"/>
            <a:ext cx="6876256" cy="408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09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视">
  <a:themeElements>
    <a:clrScheme name="透视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视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5</TotalTime>
  <Words>13</Words>
  <Application>Microsoft Office PowerPoint</Application>
  <PresentationFormat>全屏显示(4:3)</PresentationFormat>
  <Paragraphs>7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透视</vt:lpstr>
      <vt:lpstr>武汉东湖</vt:lpstr>
      <vt:lpstr>PowerPoint 演示文稿</vt:lpstr>
      <vt:lpstr>落雁区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2019-10-08T05:30:07Z</dcterms:created>
  <dcterms:modified xsi:type="dcterms:W3CDTF">2021-04-21T02:16:35Z</dcterms:modified>
</cp:coreProperties>
</file>