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3"/>
    <p:sldId id="256" r:id="rId4"/>
    <p:sldId id="257" r:id="rId5"/>
    <p:sldId id="259" r:id="rId6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06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4120754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971550" y="1522413"/>
            <a:ext cx="236935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4504135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019209" y="4795838"/>
            <a:ext cx="442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99099" y="2009457"/>
            <a:ext cx="4682792" cy="1198800"/>
          </a:xfrm>
        </p:spPr>
        <p:txBody>
          <a:bodyPr anchor="ctr">
            <a:normAutofit/>
          </a:bodyPr>
          <a:lstStyle>
            <a:lvl1pPr algn="l">
              <a:defRPr sz="45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99160" y="3313163"/>
            <a:ext cx="255651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30791" y="0"/>
            <a:ext cx="913209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8759429" y="0"/>
            <a:ext cx="38457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8540354" y="863600"/>
            <a:ext cx="507206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360760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294085" y="5200650"/>
            <a:ext cx="507206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67916" y="406800"/>
            <a:ext cx="8208169" cy="863601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467916" y="1412875"/>
            <a:ext cx="820816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234553" y="88900"/>
            <a:ext cx="2218135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13212" y="3414578"/>
            <a:ext cx="3762851" cy="86317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413211" y="4332272"/>
            <a:ext cx="3762851" cy="1112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8391525" y="440372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2803922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2721059" y="647700"/>
            <a:ext cx="1127522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2445977" y="0"/>
            <a:ext cx="1127522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3661172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721519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43140" y="2420938"/>
            <a:ext cx="4212089" cy="2016125"/>
          </a:xfrm>
        </p:spPr>
        <p:txBody>
          <a:bodyPr anchor="ctr">
            <a:normAutofit/>
          </a:bodyPr>
          <a:lstStyle>
            <a:lvl1pPr algn="ctr">
              <a:defRPr sz="6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291439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舞台秀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400">
                <a:solidFill>
                  <a:srgbClr val="FF0000"/>
                </a:solidFill>
              </a:rPr>
              <a:t>幽默</a:t>
            </a:r>
            <a:endParaRPr lang="zh-CN" altLang="en-US" sz="6400">
              <a:solidFill>
                <a:srgbClr val="FF0000"/>
              </a:solidFill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r>
              <a:rPr lang="zh-CN" altLang="en-US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r>
              <a:rPr lang="zh-CN" altLang="en-US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16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320" y="1556385"/>
            <a:ext cx="5486400" cy="364871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WPS 演示</Application>
  <PresentationFormat>全屏显示(4:3)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主题四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6</cp:revision>
  <dcterms:created xsi:type="dcterms:W3CDTF">2019-10-10T09:39:00Z</dcterms:created>
  <dcterms:modified xsi:type="dcterms:W3CDTF">2023-10-23T02:06:52Z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66E0C3C72DE341F481570645EBDFB2DD_12</vt:lpwstr>
  </property>
  <property fmtid="{D5CDD505-2E9C-101B-9397-08002B2CF9AE}" pid="3" name="KSOProductBuildVer">
    <vt:lpwstr>2052-11.1.0.14227</vt:lpwstr>
  </property>
</Properties>
</file>