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8" r:id="rId3"/>
    <p:sldId id="259" r:id="rId4"/>
    <p:sldId id="262" r:id="rId5"/>
    <p:sldId id="263" r:id="rId6"/>
    <p:sldId id="264" r:id="rId7"/>
    <p:sldId id="265" r:id="rId8"/>
    <p:sldId id="261" r:id="rId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528" autoAdjust="0"/>
    <p:restoredTop sz="94776" autoAdjust="0"/>
  </p:normalViewPr>
  <p:slideViewPr>
    <p:cSldViewPr>
      <p:cViewPr>
        <p:scale>
          <a:sx n="60" d="100"/>
          <a:sy n="60" d="100"/>
        </p:scale>
        <p:origin x="-204" y="-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fld id="{6D39B9D9-D2D7-4E95-AE21-FAFFB40140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58214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1">
              <a:defRPr kumimoji="1" sz="1200"/>
            </a:lvl1pPr>
          </a:lstStyle>
          <a:p>
            <a:endParaRPr lang="en-US" altLang="zh-CN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1">
              <a:defRPr kumimoji="1" sz="1200"/>
            </a:lvl1pPr>
          </a:lstStyle>
          <a:p>
            <a:endParaRPr lang="en-US" altLang="zh-CN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latinLnBrk="1">
              <a:defRPr kumimoji="1" sz="1200"/>
            </a:lvl1pPr>
          </a:lstStyle>
          <a:p>
            <a:endParaRPr lang="en-US" altLang="zh-CN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1">
              <a:defRPr kumimoji="1" sz="1200"/>
            </a:lvl1pPr>
          </a:lstStyle>
          <a:p>
            <a:fld id="{C17D4AF7-13E8-4CD8-9DF7-F89EA32A5EA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21948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总结过去思想，学习，活动和社会实践等方面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7D4AF7-13E8-4CD8-9DF7-F89EA32A5EA5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9095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任意多边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任意多边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任意多边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 eaLnBrk="1" latinLnBrk="0" hangingPunct="1"/>
            <a:r>
              <a:rPr lang="en-US" altLang="zh-CN" smtClean="0"/>
              <a:t>4/25/2021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zh-CN" altLang="zh-CN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5BBC35B-A44B-4119-B8DA-DE9E3DFADA20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1" name="laser.wav"/>
          </p:stSnd>
        </p:sndAc>
      </p:transition>
    </mc:Choice>
    <mc:Fallback xmlns="">
      <p:transition spd="slow">
        <p:blinds/>
        <p:sndAc>
          <p:stSnd>
            <p:snd r:embed="rId4" name="laser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en-US" altLang="zh-CN" smtClean="0"/>
              <a:t>4/25/2021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598FA1-A65B-46AF-B7B5-07056842FBA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1" name="laser.wav"/>
          </p:stSnd>
        </p:sndAc>
      </p:transition>
    </mc:Choice>
    <mc:Fallback xmlns="">
      <p:transition spd="slow">
        <p:blinds/>
        <p:sndAc>
          <p:stSnd>
            <p:snd r:embed="rId3" name="laser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en-US" altLang="zh-CN" smtClean="0"/>
              <a:t>4/25/2021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8F22143-46DD-4A1D-B405-0297EE32C02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燕尾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燕尾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1" name="laser.wav"/>
          </p:stSnd>
        </p:sndAc>
      </p:transition>
    </mc:Choice>
    <mc:Fallback xmlns="">
      <p:transition spd="slow">
        <p:blinds/>
        <p:sndAc>
          <p:stSnd>
            <p:snd r:embed="rId3" name="laser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en-US" altLang="zh-CN" smtClean="0"/>
              <a:t>4/25/2021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1A980E-13EA-4A63-A375-F5D31467ACB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1" name="laser.wav"/>
          </p:stSnd>
        </p:sndAc>
      </p:transition>
    </mc:Choice>
    <mc:Fallback xmlns="">
      <p:transition spd="slow">
        <p:blinds/>
        <p:sndAc>
          <p:stSnd>
            <p:snd r:embed="rId3" name="laser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en-US" altLang="zh-CN" smtClean="0"/>
              <a:t>4/25/2021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B3CF0B-88C5-47CF-B39A-FEFE578E5C5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1" name="laser.wav"/>
          </p:stSnd>
        </p:sndAc>
      </p:transition>
    </mc:Choice>
    <mc:Fallback xmlns="">
      <p:transition spd="slow">
        <p:blinds/>
        <p:sndAc>
          <p:stSnd>
            <p:snd r:embed="rId3" name="laser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en-US" altLang="zh-CN" smtClean="0"/>
              <a:t>4/25/2021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5505B22-548F-4A56-A6A3-3649A889631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1" name="laser.wav"/>
          </p:stSnd>
        </p:sndAc>
      </p:transition>
    </mc:Choice>
    <mc:Fallback xmlns="">
      <p:transition spd="slow">
        <p:blinds/>
        <p:sndAc>
          <p:stSnd>
            <p:snd r:embed="rId3" name="laser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en-US" altLang="zh-CN" smtClean="0"/>
              <a:t>4/25/2021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1FF0C4-DEBE-49CE-8BAC-FE8E31DC149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1" name="laser.wav"/>
          </p:stSnd>
        </p:sndAc>
      </p:transition>
    </mc:Choice>
    <mc:Fallback xmlns="">
      <p:transition spd="slow">
        <p:blinds/>
        <p:sndAc>
          <p:stSnd>
            <p:snd r:embed="rId3" name="laser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pPr eaLnBrk="1" latinLnBrk="0" hangingPunct="1"/>
            <a:r>
              <a:rPr lang="en-US" altLang="zh-CN" smtClean="0"/>
              <a:t>4/25/2021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B85E81-51CC-43C1-B0D5-7A161FB62A0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1" name="laser.wav"/>
          </p:stSnd>
        </p:sndAc>
      </p:transition>
    </mc:Choice>
    <mc:Fallback xmlns="">
      <p:transition spd="slow">
        <p:blinds/>
        <p:sndAc>
          <p:stSnd>
            <p:snd r:embed="rId3" name="laser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 eaLnBrk="1" latinLnBrk="0" hangingPunct="1"/>
            <a:r>
              <a:rPr lang="en-US" altLang="zh-CN" smtClean="0"/>
              <a:t>4/25/2021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E87A7AE-361C-44DD-AEC0-EB0115F6445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任意多边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燕尾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燕尾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1" name="laser.wav"/>
          </p:stSnd>
        </p:sndAc>
      </p:transition>
    </mc:Choice>
    <mc:Fallback xmlns="">
      <p:transition spd="slow">
        <p:blinds/>
        <p:sndAc>
          <p:stSnd>
            <p:snd r:embed="rId4" name="laser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en-US" altLang="zh-CN" smtClean="0"/>
              <a:t>4/25/2021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035F82D-1BE5-427F-855F-62D2544D2E2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1" name="laser.wav"/>
          </p:stSnd>
        </p:sndAc>
      </p:transition>
    </mc:Choice>
    <mc:Fallback xmlns="">
      <p:transition spd="slow">
        <p:blinds/>
        <p:sndAc>
          <p:stSnd>
            <p:snd r:embed="rId3" name="laser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en-US" altLang="zh-CN" smtClean="0"/>
              <a:t>4/25/2021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EF94F90-56DE-4FC5-8730-96DAA3EA887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1" name="laser.wav"/>
          </p:stSnd>
        </p:sndAc>
      </p:transition>
    </mc:Choice>
    <mc:Fallback xmlns="">
      <p:transition spd="slow">
        <p:blinds/>
        <p:sndAc>
          <p:stSnd>
            <p:snd r:embed="rId3" name="laser.wav"/>
          </p:stSnd>
        </p:sndAc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301625" y="1905000"/>
            <a:ext cx="8540750" cy="41941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553200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42B7A0AB-AA1B-4CDE-A5C5-BC4EF7ABC7B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8256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1" name="laser.wav"/>
          </p:stSnd>
        </p:sndAc>
      </p:transition>
    </mc:Choice>
    <mc:Fallback xmlns="">
      <p:transition spd="slow">
        <p:blinds/>
        <p:sndAc>
          <p:stSnd>
            <p:snd r:embed="rId3" name="laser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任意多边形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5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 eaLnBrk="1" latinLnBrk="0" hangingPunct="1"/>
            <a:r>
              <a:rPr lang="en-US" altLang="zh-CN" smtClean="0"/>
              <a:t>4/25/2021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zh-CN" altLang="zh-CN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764878E-2472-4BF8-BCE2-2FC5A8911AC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14" name="laser.wav"/>
          </p:stSnd>
        </p:sndAc>
      </p:transition>
    </mc:Choice>
    <mc:Fallback xmlns="">
      <p:transition spd="slow">
        <p:blinds/>
        <p:sndAc>
          <p:stSnd>
            <p:snd r:embed="rId16" name="laser.wav"/>
          </p:stSnd>
        </p:sndAc>
      </p:transition>
    </mc:Fallback>
  </mc:AlternateConten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000" b="1" dirty="0">
                <a:solidFill>
                  <a:schemeClr val="tx2"/>
                </a:solidFill>
                <a:effectLst/>
                <a:latin typeface="宋体" pitchFamily="2" charset="-122"/>
                <a:ea typeface="宋体" pitchFamily="2" charset="-122"/>
              </a:rPr>
              <a:t>总结</a:t>
            </a:r>
            <a:r>
              <a:rPr lang="zh-CN" altLang="en-US" sz="4000" b="1" dirty="0">
                <a:solidFill>
                  <a:schemeClr val="tx2"/>
                </a:solidFill>
                <a:effectLst/>
                <a:latin typeface="华文行楷" pitchFamily="2" charset="-122"/>
                <a:ea typeface="宋体" pitchFamily="2" charset="-122"/>
              </a:rPr>
              <a:t>过去展望未来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3" name="laser.wav"/>
          </p:stSnd>
        </p:sndAc>
      </p:transition>
    </mc:Choice>
    <mc:Fallback xmlns="">
      <p:transition spd="slow">
        <p:blinds/>
        <p:sndAc>
          <p:stSnd>
            <p:snd r:embed="rId4" name="las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6" dur="3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宋体" pitchFamily="2" charset="-122"/>
              </a:rPr>
              <a:t>初入大学时，感觉真的是来到一片新天地，太多的时间都由自己掌控，时间好像多到用不完，不知道如何安排，现在大二也过去了，大学生活也就过了一半，我觉得本学年的生活是一个很大的转折。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98FA1-A65B-46AF-B7B5-07056842FBA6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2" name="laser.wav"/>
          </p:stSnd>
        </p:sndAc>
      </p:transition>
    </mc:Choice>
    <mc:Fallback xmlns="">
      <p:transition spd="slow">
        <p:blinds/>
        <p:sndAc>
          <p:stSnd>
            <p:snd r:embed="rId3" name="laser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思想方面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dirty="0">
                <a:latin typeface="宋体" pitchFamily="2" charset="-122"/>
              </a:rPr>
              <a:t>积极参加政治学习，关心国家大事，树立正确的世界观、人生观、价值观，积极参加主题团日活动和积极分子的党课培训，并于本学年获得“优秀团干”称号。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98FA1-A65B-46AF-B7B5-07056842FBA6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2" name="laser.wav"/>
          </p:stSnd>
        </p:sndAc>
      </p:transition>
    </mc:Choice>
    <mc:Fallback xmlns="">
      <p:transition spd="slow">
        <p:blinds/>
        <p:sndAc>
          <p:stSnd>
            <p:snd r:embed="rId3" name="laser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学习方面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dirty="0">
                <a:latin typeface="宋体" pitchFamily="2" charset="-122"/>
              </a:rPr>
              <a:t>树立“坚持学习，学习是首位”的学习思想和“追求卓越、争创一流”的学习理念，在刻苦学习中体会知识的奥妙。因成绩还不是十分理想，还需要不满足于现状，不断挑战自己。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98FA1-A65B-46AF-B7B5-07056842FBA6}" type="slidenum">
              <a:rPr lang="en-US" altLang="zh-CN" smtClean="0"/>
              <a:pPr/>
              <a:t>4</a:t>
            </a:fld>
            <a:endParaRPr lang="en-US" altLang="zh-CN"/>
          </a:p>
        </p:txBody>
      </p:sp>
      <p:sp>
        <p:nvSpPr>
          <p:cNvPr id="4" name="动作按钮: 前进或下一项 3">
            <a:hlinkClick r:id="" action="ppaction://hlinkshowjump?jump=nextslide" highlightClick="1"/>
          </p:cNvPr>
          <p:cNvSpPr/>
          <p:nvPr/>
        </p:nvSpPr>
        <p:spPr>
          <a:xfrm>
            <a:off x="7812360" y="5771046"/>
            <a:ext cx="900000" cy="720000"/>
          </a:xfrm>
          <a:prstGeom prst="actionButtonForwardNex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动作按钮: 第一张 5">
            <a:hlinkClick r:id="" action="ppaction://hlinkshowjump?jump=firstslide" highlightClick="1"/>
          </p:cNvPr>
          <p:cNvSpPr/>
          <p:nvPr/>
        </p:nvSpPr>
        <p:spPr>
          <a:xfrm>
            <a:off x="6516216" y="5771046"/>
            <a:ext cx="900000" cy="720000"/>
          </a:xfrm>
          <a:prstGeom prst="actionButtonHom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14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2" name="laser.wav"/>
          </p:stSnd>
        </p:sndAc>
      </p:transition>
    </mc:Choice>
    <mc:Fallback xmlns="">
      <p:transition spd="slow">
        <p:blinds/>
        <p:sndAc>
          <p:stSnd>
            <p:snd r:embed="rId3" name="laser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活动方面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dirty="0">
                <a:latin typeface="宋体" pitchFamily="2" charset="-122"/>
              </a:rPr>
              <a:t>担任学院团总支书记助理的部长，策划组织了今学年的暑期“三下乡”活动，其间完成了联络教学地点，招义教老师，帮助义教老师解决各种问题等。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98FA1-A65B-46AF-B7B5-07056842FBA6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614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2" name="laser.wav"/>
          </p:stSnd>
        </p:sndAc>
      </p:transition>
    </mc:Choice>
    <mc:Fallback xmlns="">
      <p:transition spd="slow">
        <p:blinds/>
        <p:sndAc>
          <p:stSnd>
            <p:snd r:embed="rId3" name="laser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社会实践方面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dirty="0">
                <a:latin typeface="宋体" pitchFamily="2" charset="-122"/>
              </a:rPr>
              <a:t>在</a:t>
            </a:r>
            <a:r>
              <a:rPr lang="en-US" altLang="zh-CN" sz="3200" dirty="0" smtClean="0">
                <a:latin typeface="宋体" pitchFamily="2" charset="-122"/>
              </a:rPr>
              <a:t>2019</a:t>
            </a:r>
            <a:r>
              <a:rPr lang="zh-CN" altLang="en-US" sz="3200" dirty="0" smtClean="0">
                <a:latin typeface="宋体" pitchFamily="2" charset="-122"/>
              </a:rPr>
              <a:t>年</a:t>
            </a:r>
            <a:r>
              <a:rPr lang="zh-CN" altLang="en-US" sz="3200" dirty="0">
                <a:latin typeface="宋体" pitchFamily="2" charset="-122"/>
              </a:rPr>
              <a:t>暑假，我在中国移动外包公司担当</a:t>
            </a:r>
            <a:r>
              <a:rPr lang="en-US" altLang="zh-CN" sz="3200" dirty="0">
                <a:latin typeface="宋体" pitchFamily="2" charset="-122"/>
              </a:rPr>
              <a:t>10086</a:t>
            </a:r>
            <a:r>
              <a:rPr lang="zh-CN" altLang="en-US" sz="3200" dirty="0">
                <a:latin typeface="宋体" pitchFamily="2" charset="-122"/>
              </a:rPr>
              <a:t>的客服，通过做客服接电话的工作使我更加深刻认识到，一定要投入到社会这所大学校自己才会真正地长大：对世事的人情冷暖不再一味愤愤</a:t>
            </a:r>
            <a:r>
              <a:rPr lang="en-US" altLang="zh-CN" sz="3200" dirty="0">
                <a:latin typeface="宋体" pitchFamily="2" charset="-122"/>
              </a:rPr>
              <a:t>,</a:t>
            </a:r>
            <a:r>
              <a:rPr lang="zh-CN" altLang="en-US" sz="3200" dirty="0">
                <a:latin typeface="宋体" pitchFamily="2" charset="-122"/>
              </a:rPr>
              <a:t>而是多了一份接受与面对，用感恩的心来面对周围的世界，其实生活很美好</a:t>
            </a:r>
            <a:r>
              <a:rPr lang="zh-CN" altLang="en-US" sz="3200" dirty="0" smtClean="0">
                <a:latin typeface="宋体" pitchFamily="2" charset="-122"/>
              </a:rPr>
              <a:t>！</a:t>
            </a:r>
            <a:endParaRPr lang="zh-CN" altLang="en-US" sz="3200" dirty="0">
              <a:latin typeface="宋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98FA1-A65B-46AF-B7B5-07056842FBA6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614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2" name="laser.wav"/>
          </p:stSnd>
        </p:sndAc>
      </p:transition>
    </mc:Choice>
    <mc:Fallback xmlns="">
      <p:transition spd="slow">
        <p:blinds/>
        <p:sndAc>
          <p:stSnd>
            <p:snd r:embed="rId3" name="laser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dirty="0">
                <a:latin typeface="宋体" pitchFamily="2" charset="-122"/>
              </a:rPr>
              <a:t>回顾过去，自己仍然有不少缺点，如创新能力还不够强，有时候不懂得坚持，但我会尽可能地在以后的学习和生活中着重提高这些方面的能力，争取做到各方面都具有新素质的人才。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98FA1-A65B-46AF-B7B5-07056842FBA6}" type="slidenum">
              <a:rPr lang="en-US" altLang="zh-CN" smtClean="0"/>
              <a:pPr/>
              <a:t>7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4365104"/>
            <a:ext cx="2257222" cy="21349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7614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2" name="laser.wav"/>
          </p:stSnd>
        </p:sndAc>
      </p:transition>
    </mc:Choice>
    <mc:Fallback xmlns="">
      <p:transition spd="slow">
        <p:blinds/>
        <p:sndAc>
          <p:stSnd>
            <p:snd r:embed="rId4" name="las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395288" y="1200150"/>
            <a:ext cx="781208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/>
              <a:t>在大三的学年中，因为已退任了团总支书记助理部长这个职位，应该相对地减少参加学校里的各种活动，将更多的心思和时间放在学习上，今学年我的课程基本上都是专业课程，对我未来的工作好重要，也在今学年积极参加各种考证考试，争取拿到各种有用的证件，例如英语四级，计算机二级，会计证等都是我今学年的奋斗目标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B7A0AB-AA1B-4CDE-A5C5-BC4EF7ABC7B9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blinds/>
        <p:sndAc>
          <p:stSnd>
            <p:snd r:embed="rId2" name="laser.wav"/>
          </p:stSnd>
        </p:sndAc>
      </p:transition>
    </mc:Choice>
    <mc:Fallback xmlns="">
      <p:transition spd="slow">
        <p:blinds/>
        <p:sndAc>
          <p:stSnd>
            <p:snd r:embed="rId3" name="laser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>
    <a:spDef>
      <a:spPr>
        <a:solidFill>
          <a:schemeClr val="accent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947</TotalTime>
  <Words>445</Words>
  <Application>Microsoft Office PowerPoint</Application>
  <PresentationFormat>全屏显示(4:3)</PresentationFormat>
  <Paragraphs>21</Paragraphs>
  <Slides>8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聚合</vt:lpstr>
      <vt:lpstr>总结过去展望未来</vt:lpstr>
      <vt:lpstr>PowerPoint 演示文稿</vt:lpstr>
      <vt:lpstr>思想方面</vt:lpstr>
      <vt:lpstr>学习方面</vt:lpstr>
      <vt:lpstr>活动方面</vt:lpstr>
      <vt:lpstr>社会实践方面</vt:lpstr>
      <vt:lpstr>PowerPoint 演示文稿</vt:lpstr>
      <vt:lpstr>PowerPoint 演示文稿</vt:lpstr>
    </vt:vector>
  </TitlesOfParts>
  <Company>tkwangxia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总结过去展望未来</dc:title>
  <dc:creator>王霞</dc:creator>
  <cp:lastModifiedBy>86133</cp:lastModifiedBy>
  <cp:revision>34</cp:revision>
  <cp:lastPrinted>1601-01-01T00:00:00Z</cp:lastPrinted>
  <dcterms:created xsi:type="dcterms:W3CDTF">2004-04-14T02:54:54Z</dcterms:created>
  <dcterms:modified xsi:type="dcterms:W3CDTF">2021-05-21T02:36:41Z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LCID">
    <vt:i4>2052</vt:i4>
  </property>
</Properties>
</file>