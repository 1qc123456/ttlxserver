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59" r:id="rId4"/>
    <p:sldId id="262" r:id="rId5"/>
    <p:sldId id="263" r:id="rId6"/>
    <p:sldId id="264" r:id="rId7"/>
    <p:sldId id="265" r:id="rId8"/>
    <p:sldId id="261" r:id="rId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99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528" autoAdjust="0"/>
    <p:restoredTop sz="94776" autoAdjust="0"/>
  </p:normalViewPr>
  <p:slideViewPr>
    <p:cSldViewPr>
      <p:cViewPr>
        <p:scale>
          <a:sx n="60" d="100"/>
          <a:sy n="60" d="100"/>
        </p:scale>
        <p:origin x="-58" y="-4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fld id="{6D39B9D9-D2D7-4E95-AE21-FAFFB40140F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158214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48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latinLnBrk="1">
              <a:defRPr kumimoji="1" sz="1200"/>
            </a:lvl1pPr>
          </a:lstStyle>
          <a:p>
            <a:endParaRPr lang="en-US" altLang="zh-CN"/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latinLnBrk="1">
              <a:defRPr kumimoji="1" sz="1200"/>
            </a:lvl1pPr>
          </a:lstStyle>
          <a:p>
            <a:fld id="{C17D4AF7-13E8-4CD8-9DF7-F89EA32A5E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21948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72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  <p:sp>
        <p:nvSpPr>
          <p:cNvPr id="6861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598FA1-A65B-46AF-B7B5-07056842FBA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5001658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8F22143-46DD-4A1D-B405-0297EE32C02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170835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4194175" cy="419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31A980E-13EA-4A63-A375-F5D31467ACB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449505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B3CF0B-88C5-47CF-B39A-FEFE578E5C5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55050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505B22-548F-4A56-A6A3-3649A88963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3830628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51FF0C4-DEBE-49CE-8BAC-FE8E31DC14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8395076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BB85E81-51CC-43C1-B0D5-7A161FB62A0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3740555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E87A7AE-361C-44DD-AEC0-EB0115F6445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423828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035F82D-1BE5-427F-855F-62D2544D2E2B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5246353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609600"/>
            <a:ext cx="2135187" cy="548957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609600"/>
            <a:ext cx="6253163" cy="548957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EF94F90-56DE-4FC5-8730-96DAA3EA887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706918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1625" y="609600"/>
            <a:ext cx="854075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SmartArt 占位符 2"/>
          <p:cNvSpPr>
            <a:spLocks noGrp="1"/>
          </p:cNvSpPr>
          <p:nvPr>
            <p:ph type="dgm" idx="1"/>
          </p:nvPr>
        </p:nvSpPr>
        <p:spPr>
          <a:xfrm>
            <a:off x="301625" y="1905000"/>
            <a:ext cx="8540750" cy="419417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fld id="{42B7A0AB-AA1B-4CDE-A5C5-BC4EF7ABC7B9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82560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609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758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905000"/>
            <a:ext cx="8540750" cy="419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675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2000"/>
            </a:lvl1pPr>
          </a:lstStyle>
          <a:p>
            <a:endParaRPr lang="zh-CN" altLang="zh-CN"/>
          </a:p>
        </p:txBody>
      </p:sp>
      <p:sp>
        <p:nvSpPr>
          <p:cNvPr id="675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764878E-2472-4BF8-BCE2-2FC5A8911AC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transition/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行楷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行楷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行楷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行楷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行楷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行楷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行楷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6000">
          <a:solidFill>
            <a:srgbClr val="FF6699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华文行楷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75000"/>
        <a:buFont typeface="Wingdings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Wingdings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itchFamily="2" charset="2"/>
        <a:buChar char="v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000" b="1" dirty="0">
                <a:solidFill>
                  <a:schemeClr val="tx2"/>
                </a:solidFill>
                <a:effectLst/>
                <a:latin typeface="宋体" pitchFamily="2" charset="-122"/>
                <a:ea typeface="宋体" pitchFamily="2" charset="-122"/>
              </a:rPr>
              <a:t>总结</a:t>
            </a:r>
            <a:r>
              <a:rPr lang="zh-CN" altLang="en-US" sz="4000" b="1" dirty="0">
                <a:solidFill>
                  <a:schemeClr val="tx2"/>
                </a:solidFill>
                <a:effectLst/>
                <a:latin typeface="华文行楷" pitchFamily="2" charset="-122"/>
                <a:ea typeface="宋体" pitchFamily="2" charset="-122"/>
              </a:rPr>
              <a:t>过去展望未来</a:t>
            </a:r>
          </a:p>
        </p:txBody>
      </p:sp>
    </p:spTree>
  </p:cSld>
  <p:clrMapOvr>
    <a:masterClrMapping/>
  </p:clrMapOvr>
  <p:transition spd="med"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宋体" pitchFamily="2" charset="-122"/>
              </a:rPr>
              <a:t>初入大学时，感觉真的是来到一片新天地，太多的时间都由自己掌控，时间好像多到用不完，不知道如何安排，现在大二也过去了，大学生活也就过了一半，我觉得本学年的生活是一个很大的转折。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2" name="type.wav"/>
          </p:stSnd>
        </p:sndAc>
      </p:transition>
    </mc:Choice>
    <mc:Fallback xmlns="">
      <p:transition>
        <p:sndAc>
          <p:stSnd>
            <p:snd r:embed="rId3" name="typ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思想方面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积极参加政治学习，关心国家大事，树立正确的世界观、人生观、价值观，积极参加主题团日活动和积极分子的党课培训，并于本学年获得“优秀团干”称号。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学习方面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树立“坚持学习，学习是首位”的学习思想和“追求卓越、争创一流”的学习理念，在刻苦学习中体会知识的奥妙。因成绩还不是十分理想，还需要不满足于现状，不断挑战自己。</a:t>
            </a:r>
          </a:p>
        </p:txBody>
      </p:sp>
    </p:spTree>
    <p:extLst>
      <p:ext uri="{BB962C8B-B14F-4D97-AF65-F5344CB8AC3E}">
        <p14:creationId xmlns:p14="http://schemas.microsoft.com/office/powerpoint/2010/main" val="47614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活动方面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担任学院团总支书记助理的部长，策划组织了今学年的暑期“三下乡”活动，其间完成了联络教学地点，招义教老师，帮助义教老师解决各种问题等。</a:t>
            </a:r>
          </a:p>
        </p:txBody>
      </p:sp>
    </p:spTree>
    <p:extLst>
      <p:ext uri="{BB962C8B-B14F-4D97-AF65-F5344CB8AC3E}">
        <p14:creationId xmlns:p14="http://schemas.microsoft.com/office/powerpoint/2010/main" val="47614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ffectLst/>
              </a:rPr>
              <a:t>社会实践方面</a:t>
            </a:r>
            <a:endParaRPr lang="zh-CN" altLang="en-US" dirty="0">
              <a:latin typeface="宋体" pitchFamily="2" charset="-122"/>
            </a:endParaRPr>
          </a:p>
        </p:txBody>
      </p:sp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在</a:t>
            </a:r>
            <a:r>
              <a:rPr lang="en-US" altLang="zh-CN" sz="3200" dirty="0" smtClean="0">
                <a:latin typeface="宋体" pitchFamily="2" charset="-122"/>
              </a:rPr>
              <a:t>2019</a:t>
            </a:r>
            <a:r>
              <a:rPr lang="zh-CN" altLang="en-US" sz="3200" dirty="0" smtClean="0">
                <a:latin typeface="宋体" pitchFamily="2" charset="-122"/>
              </a:rPr>
              <a:t>年</a:t>
            </a:r>
            <a:r>
              <a:rPr lang="zh-CN" altLang="en-US" sz="3200" dirty="0">
                <a:latin typeface="宋体" pitchFamily="2" charset="-122"/>
              </a:rPr>
              <a:t>暑假，我在中国移动外包公司担当</a:t>
            </a:r>
            <a:r>
              <a:rPr lang="en-US" altLang="zh-CN" sz="3200" dirty="0">
                <a:latin typeface="宋体" pitchFamily="2" charset="-122"/>
              </a:rPr>
              <a:t>10086</a:t>
            </a:r>
            <a:r>
              <a:rPr lang="zh-CN" altLang="en-US" sz="3200" dirty="0">
                <a:latin typeface="宋体" pitchFamily="2" charset="-122"/>
              </a:rPr>
              <a:t>的客服，通过做客服接电话的工作使我更加深刻认识到，一定要投入到社会这所大学校自己才会真正地长大：对世事的人情冷暖不再一味愤愤</a:t>
            </a:r>
            <a:r>
              <a:rPr lang="en-US" altLang="zh-CN" sz="3200" dirty="0">
                <a:latin typeface="宋体" pitchFamily="2" charset="-122"/>
              </a:rPr>
              <a:t>,</a:t>
            </a:r>
            <a:r>
              <a:rPr lang="zh-CN" altLang="en-US" sz="3200" dirty="0">
                <a:latin typeface="宋体" pitchFamily="2" charset="-122"/>
              </a:rPr>
              <a:t>而是多了一份接受与面对，用感恩的心来面对周围的世界，其实生活很美好</a:t>
            </a:r>
            <a:r>
              <a:rPr lang="zh-CN" altLang="en-US" sz="3200" dirty="0" smtClean="0">
                <a:latin typeface="宋体" pitchFamily="2" charset="-122"/>
              </a:rPr>
              <a:t>！</a:t>
            </a:r>
            <a:endParaRPr lang="zh-CN" altLang="en-US" sz="3200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614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4" name="Rectangle 14"/>
          <p:cNvSpPr>
            <a:spLocks noChangeArrowheads="1"/>
          </p:cNvSpPr>
          <p:nvPr/>
        </p:nvSpPr>
        <p:spPr bwMode="auto">
          <a:xfrm>
            <a:off x="684213" y="198913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  <a:buClr>
                <a:schemeClr val="hlink"/>
              </a:buClr>
              <a:buSzPct val="75000"/>
            </a:pPr>
            <a:r>
              <a:rPr lang="zh-CN" altLang="en-US" sz="3200" dirty="0">
                <a:latin typeface="宋体" pitchFamily="2" charset="-122"/>
              </a:rPr>
              <a:t>回顾过去，自己仍然有不少缺点，如创新能力还不够强，有时候不懂得坚持，但我会尽可能地在以后的学习和生活中着重提高这些方面的能力，争取做到各方面都具有新素质的人才。</a:t>
            </a:r>
          </a:p>
        </p:txBody>
      </p:sp>
    </p:spTree>
    <p:extLst>
      <p:ext uri="{BB962C8B-B14F-4D97-AF65-F5344CB8AC3E}">
        <p14:creationId xmlns:p14="http://schemas.microsoft.com/office/powerpoint/2010/main" val="476142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395288" y="1200150"/>
            <a:ext cx="78120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/>
              <a:t>在大三的学年中，因为已退任了团总支书记助理部长这个职位，应该相对地减少参加学校里的各种活动，将更多的心思和时间放在学习上，今学年我的课程基本上都是专业课程，对我未来的工作好重要，也在今学年积极参加各种考证考试，争取拿到各种有用的证件，例如英语四级，计算机二级，会计证等都是我今学年的奋斗目标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诗情画意">
  <a:themeElements>
    <a:clrScheme name="诗情画意 5">
      <a:dk1>
        <a:srgbClr val="0033CC"/>
      </a:dk1>
      <a:lt1>
        <a:srgbClr val="FFE9E9"/>
      </a:lt1>
      <a:dk2>
        <a:srgbClr val="000000"/>
      </a:dk2>
      <a:lt2>
        <a:srgbClr val="C0C0C0"/>
      </a:lt2>
      <a:accent1>
        <a:srgbClr val="D5E5DB"/>
      </a:accent1>
      <a:accent2>
        <a:srgbClr val="3366FF"/>
      </a:accent2>
      <a:accent3>
        <a:srgbClr val="FFF2F2"/>
      </a:accent3>
      <a:accent4>
        <a:srgbClr val="002AAE"/>
      </a:accent4>
      <a:accent5>
        <a:srgbClr val="E7F0EA"/>
      </a:accent5>
      <a:accent6>
        <a:srgbClr val="2D5CE7"/>
      </a:accent6>
      <a:hlink>
        <a:srgbClr val="FF9900"/>
      </a:hlink>
      <a:folHlink>
        <a:srgbClr val="008080"/>
      </a:folHlink>
    </a:clrScheme>
    <a:fontScheme name="诗情画意">
      <a:majorFont>
        <a:latin typeface="Arial"/>
        <a:ea typeface="华文行楷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诗情画意 1">
        <a:dk1>
          <a:srgbClr val="007A77"/>
        </a:dk1>
        <a:lt1>
          <a:srgbClr val="FFFFFF"/>
        </a:lt1>
        <a:dk2>
          <a:srgbClr val="003399"/>
        </a:dk2>
        <a:lt2>
          <a:srgbClr val="C0C0C0"/>
        </a:lt2>
        <a:accent1>
          <a:srgbClr val="EBF7FF"/>
        </a:accent1>
        <a:accent2>
          <a:srgbClr val="3366FF"/>
        </a:accent2>
        <a:accent3>
          <a:srgbClr val="FFFFFF"/>
        </a:accent3>
        <a:accent4>
          <a:srgbClr val="006765"/>
        </a:accent4>
        <a:accent5>
          <a:srgbClr val="F3FAFF"/>
        </a:accent5>
        <a:accent6>
          <a:srgbClr val="2D5CE7"/>
        </a:accent6>
        <a:hlink>
          <a:srgbClr val="DC5900"/>
        </a:hlink>
        <a:folHlink>
          <a:srgbClr val="7979A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2">
        <a:dk1>
          <a:srgbClr val="005FBE"/>
        </a:dk1>
        <a:lt1>
          <a:srgbClr val="FFFFDD"/>
        </a:lt1>
        <a:dk2>
          <a:srgbClr val="2C5884"/>
        </a:dk2>
        <a:lt2>
          <a:srgbClr val="C0C0C0"/>
        </a:lt2>
        <a:accent1>
          <a:srgbClr val="E9F7FF"/>
        </a:accent1>
        <a:accent2>
          <a:srgbClr val="F89400"/>
        </a:accent2>
        <a:accent3>
          <a:srgbClr val="FFFFEB"/>
        </a:accent3>
        <a:accent4>
          <a:srgbClr val="0050A2"/>
        </a:accent4>
        <a:accent5>
          <a:srgbClr val="F2FAFF"/>
        </a:accent5>
        <a:accent6>
          <a:srgbClr val="E18600"/>
        </a:accent6>
        <a:hlink>
          <a:srgbClr val="B20048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3">
        <a:dk1>
          <a:srgbClr val="5D5D8B"/>
        </a:dk1>
        <a:lt1>
          <a:srgbClr val="DAEADE"/>
        </a:lt1>
        <a:dk2>
          <a:srgbClr val="A25269"/>
        </a:dk2>
        <a:lt2>
          <a:srgbClr val="C0C0C0"/>
        </a:lt2>
        <a:accent1>
          <a:srgbClr val="FFFFDD"/>
        </a:accent1>
        <a:accent2>
          <a:srgbClr val="3399FF"/>
        </a:accent2>
        <a:accent3>
          <a:srgbClr val="EAF3EC"/>
        </a:accent3>
        <a:accent4>
          <a:srgbClr val="4E4E76"/>
        </a:accent4>
        <a:accent5>
          <a:srgbClr val="FFFFEB"/>
        </a:accent5>
        <a:accent6>
          <a:srgbClr val="2D8AE7"/>
        </a:accent6>
        <a:hlink>
          <a:srgbClr val="336699"/>
        </a:hlink>
        <a:folHlink>
          <a:srgbClr val="F08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4">
        <a:dk1>
          <a:srgbClr val="006666"/>
        </a:dk1>
        <a:lt1>
          <a:srgbClr val="CCECFF"/>
        </a:lt1>
        <a:dk2>
          <a:srgbClr val="336699"/>
        </a:dk2>
        <a:lt2>
          <a:srgbClr val="C0C0C0"/>
        </a:lt2>
        <a:accent1>
          <a:srgbClr val="FFFFCC"/>
        </a:accent1>
        <a:accent2>
          <a:srgbClr val="FF6600"/>
        </a:accent2>
        <a:accent3>
          <a:srgbClr val="E2F4FF"/>
        </a:accent3>
        <a:accent4>
          <a:srgbClr val="005656"/>
        </a:accent4>
        <a:accent5>
          <a:srgbClr val="FFFFE2"/>
        </a:accent5>
        <a:accent6>
          <a:srgbClr val="E75C00"/>
        </a:accent6>
        <a:hlink>
          <a:srgbClr val="0066FF"/>
        </a:hlink>
        <a:folHlink>
          <a:srgbClr val="BE547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5">
        <a:dk1>
          <a:srgbClr val="0033CC"/>
        </a:dk1>
        <a:lt1>
          <a:srgbClr val="FFE9E9"/>
        </a:lt1>
        <a:dk2>
          <a:srgbClr val="000000"/>
        </a:dk2>
        <a:lt2>
          <a:srgbClr val="C0C0C0"/>
        </a:lt2>
        <a:accent1>
          <a:srgbClr val="D5E5DB"/>
        </a:accent1>
        <a:accent2>
          <a:srgbClr val="3366FF"/>
        </a:accent2>
        <a:accent3>
          <a:srgbClr val="FFF2F2"/>
        </a:accent3>
        <a:accent4>
          <a:srgbClr val="002AAE"/>
        </a:accent4>
        <a:accent5>
          <a:srgbClr val="E7F0EA"/>
        </a:accent5>
        <a:accent6>
          <a:srgbClr val="2D5CE7"/>
        </a:accent6>
        <a:hlink>
          <a:srgbClr val="FF9900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6">
        <a:dk1>
          <a:srgbClr val="336699"/>
        </a:dk1>
        <a:lt1>
          <a:srgbClr val="F4E9E0"/>
        </a:lt1>
        <a:dk2>
          <a:srgbClr val="DC5900"/>
        </a:dk2>
        <a:lt2>
          <a:srgbClr val="C0C0C0"/>
        </a:lt2>
        <a:accent1>
          <a:srgbClr val="E4E4E4"/>
        </a:accent1>
        <a:accent2>
          <a:srgbClr val="3399FF"/>
        </a:accent2>
        <a:accent3>
          <a:srgbClr val="F8F2ED"/>
        </a:accent3>
        <a:accent4>
          <a:srgbClr val="2A5682"/>
        </a:accent4>
        <a:accent5>
          <a:srgbClr val="EFEFEF"/>
        </a:accent5>
        <a:accent6>
          <a:srgbClr val="2D8AE7"/>
        </a:accent6>
        <a:hlink>
          <a:srgbClr val="CC0066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7">
        <a:dk1>
          <a:srgbClr val="CC3300"/>
        </a:dk1>
        <a:lt1>
          <a:srgbClr val="E5E5FF"/>
        </a:lt1>
        <a:dk2>
          <a:srgbClr val="565680"/>
        </a:dk2>
        <a:lt2>
          <a:srgbClr val="C0C0C0"/>
        </a:lt2>
        <a:accent1>
          <a:srgbClr val="E6E4EC"/>
        </a:accent1>
        <a:accent2>
          <a:srgbClr val="0066CC"/>
        </a:accent2>
        <a:accent3>
          <a:srgbClr val="F0F0FF"/>
        </a:accent3>
        <a:accent4>
          <a:srgbClr val="AE2A00"/>
        </a:accent4>
        <a:accent5>
          <a:srgbClr val="F0EFF4"/>
        </a:accent5>
        <a:accent6>
          <a:srgbClr val="005CB9"/>
        </a:accent6>
        <a:hlink>
          <a:srgbClr val="008080"/>
        </a:hlink>
        <a:folHlink>
          <a:srgbClr val="7B7B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诗情画意 8">
        <a:dk1>
          <a:srgbClr val="000099"/>
        </a:dk1>
        <a:lt1>
          <a:srgbClr val="FFE2C5"/>
        </a:lt1>
        <a:dk2>
          <a:srgbClr val="007D7A"/>
        </a:dk2>
        <a:lt2>
          <a:srgbClr val="C0C0C0"/>
        </a:lt2>
        <a:accent1>
          <a:srgbClr val="EAEAEA"/>
        </a:accent1>
        <a:accent2>
          <a:srgbClr val="B26EB4"/>
        </a:accent2>
        <a:accent3>
          <a:srgbClr val="FFEEDF"/>
        </a:accent3>
        <a:accent4>
          <a:srgbClr val="000082"/>
        </a:accent4>
        <a:accent5>
          <a:srgbClr val="F3F3F3"/>
        </a:accent5>
        <a:accent6>
          <a:srgbClr val="A163A3"/>
        </a:accent6>
        <a:hlink>
          <a:srgbClr val="CC3300"/>
        </a:hlink>
        <a:folHlink>
          <a:srgbClr val="0088E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CDESIGNL</Template>
  <TotalTime>922</TotalTime>
  <Words>426</Words>
  <Application>Microsoft Office PowerPoint</Application>
  <PresentationFormat>全屏显示(4:3)</PresentationFormat>
  <Paragraphs>12</Paragraphs>
  <Slides>8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9" baseType="lpstr">
      <vt:lpstr>诗情画意</vt:lpstr>
      <vt:lpstr>总结过去展望未来</vt:lpstr>
      <vt:lpstr>PowerPoint 演示文稿</vt:lpstr>
      <vt:lpstr>思想方面</vt:lpstr>
      <vt:lpstr>学习方面</vt:lpstr>
      <vt:lpstr>活动方面</vt:lpstr>
      <vt:lpstr>社会实践方面</vt:lpstr>
      <vt:lpstr>PowerPoint 演示文稿</vt:lpstr>
      <vt:lpstr>PowerPoint 演示文稿</vt:lpstr>
    </vt:vector>
  </TitlesOfParts>
  <Company>tkwangxia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总结过去展望未来</dc:title>
  <dc:creator>王霞</dc:creator>
  <cp:lastModifiedBy>LENOVO</cp:lastModifiedBy>
  <cp:revision>27</cp:revision>
  <cp:lastPrinted>1601-01-01T00:00:00Z</cp:lastPrinted>
  <dcterms:created xsi:type="dcterms:W3CDTF">2004-04-14T02:54:54Z</dcterms:created>
  <dcterms:modified xsi:type="dcterms:W3CDTF">2020-05-29T04:33:48Z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LCID">
    <vt:i4>2052</vt:i4>
  </property>
</Properties>
</file>