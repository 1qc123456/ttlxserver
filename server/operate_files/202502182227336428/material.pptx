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0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2.png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中秋节的历史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33135" y="1577340"/>
            <a:ext cx="43956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中秋节起源于古代对月亮的祭祀，是中华民族祭月习俗的遗存和衍生。早在春秋时代，帝王就已开始祭月、拜月了，后来逐渐传到民间。</a:t>
            </a:r>
            <a:endParaRPr lang="zh-CN" altLang="en-US"/>
          </a:p>
          <a:p>
            <a:r>
              <a:rPr lang="zh-CN" altLang="en-US"/>
              <a:t>中秋节是农历八月十五，这一天恰好是稻子成熟的时刻，各家都拜土地神，庆祝丰收。同时，中秋也是人们心中团圆和思念的象征。</a:t>
            </a:r>
            <a:endParaRPr lang="zh-CN" altLang="en-US"/>
          </a:p>
          <a:p>
            <a:r>
              <a:rPr lang="zh-CN" altLang="en-US"/>
              <a:t>唐代时，中秋风俗在中国北方地区已流行，在唐代中秋节成为了官方认定的全国性节日。北宋时期，正式定八月十五为“中秋节”。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77340"/>
            <a:ext cx="3877945" cy="43313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08800" y="554400"/>
            <a:ext cx="3132000" cy="900000"/>
          </a:xfrm>
        </p:spPr>
        <p:txBody>
          <a:bodyPr>
            <a:normAutofit fontScale="90000"/>
          </a:bodyPr>
          <a:p>
            <a:r>
              <a:rPr lang="zh-CN" altLang="en-US"/>
              <a:t>与月亮的传说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9935" y="1544955"/>
            <a:ext cx="107696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00B050"/>
                </a:solidFill>
              </a:rPr>
              <a:t>嫦娥奔月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后羿射日成功后娶了嫦娥，王母给了他一包成仙的药，但后羿只想和嫦娥在人间长相厮守。后来嫦娥为了保护仙药不被坏人夺走，自己吃了仙药，飞升到月亮上去了。从此，中秋节赏月就与嫦娥奔月的传说紧密相连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sz="2400" b="1">
                <a:solidFill>
                  <a:srgbClr val="00B050"/>
                </a:solidFill>
              </a:rPr>
              <a:t>吴刚伐桂</a:t>
            </a:r>
            <a:endParaRPr lang="zh-CN" altLang="en-US" sz="2400" b="1">
              <a:solidFill>
                <a:srgbClr val="00B050"/>
              </a:solidFill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/>
              <a:t>相传吴刚受天帝惩罚到月宫砍伐桂树，但桂树随砍随合，天帝把这种永无休止的劳动作为对吴刚的惩罚。这个传说给中秋节增添了神秘的色彩。</a:t>
            </a:r>
            <a:endParaRPr lang="zh-CN" altLang="en-US"/>
          </a:p>
          <a:p>
            <a:pPr indent="0" algn="l" fontAlgn="auto">
              <a:lnSpc>
                <a:spcPct val="150000"/>
              </a:lnSpc>
            </a:pPr>
            <a:endParaRPr lang="zh-CN" altLang="en-US"/>
          </a:p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00B050"/>
                </a:solidFill>
              </a:rPr>
              <a:t>玉兔捣药</a:t>
            </a:r>
            <a:endParaRPr lang="zh-CN" altLang="en-US" sz="2400" b="1">
              <a:solidFill>
                <a:srgbClr val="00B050"/>
              </a:solidFill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/>
              <a:t>传说月亮上有一只玉兔，它拿着玉杵，跪地捣药，成蛤蟆丸，服用此等药丸可以长生成仙。玉兔的形象也常出现在中秋节的民间艺术品中。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为什么叫中秋节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01610" y="1172210"/>
            <a:ext cx="3775710" cy="4966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4060" y="1717040"/>
            <a:ext cx="573659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rgbClr val="00B050"/>
                </a:solidFill>
              </a:rPr>
              <a:t>农历八月为秋季第二个月</a:t>
            </a:r>
            <a:endParaRPr lang="zh-CN" altLang="en-US" sz="2400" b="1">
              <a:solidFill>
                <a:srgbClr val="00B050"/>
              </a:solidFill>
            </a:endParaRPr>
          </a:p>
          <a:p>
            <a:pPr indent="0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在中国农历中，一年被分为四季，每季又分为孟、仲、季三个部分。农历八月正好是秋季的第二个月，因此被称为“仲秋”。而八月十五恰好是秋季的一半，因此得名“中秋”。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rgbClr val="00B050"/>
                </a:solidFill>
              </a:rPr>
              <a:t>团圆和思念的象征</a:t>
            </a:r>
            <a:endParaRPr lang="zh-CN" altLang="en-US" sz="2400" b="1">
              <a:solidFill>
                <a:srgbClr val="00B050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/>
              <a:t>中秋节是中华民族的传统节日之一，它承载着人们对团圆和思念的美好寓意。在这一天，人们会通过各种方式庆祝节日，表达亲情和友情的重要性。因此，“中秋节”这个名称也体现了人们对家庭团聚和美好生活的向往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WPS 演示</Application>
  <PresentationFormat>宽屏</PresentationFormat>
  <Paragraphs>26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中秋节的历史</vt:lpstr>
      <vt:lpstr>与月亮的传说</vt:lpstr>
      <vt:lpstr>为什么叫中秋节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2024-11-18T03:28:31Z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2693EF7EC6384D29853DB7245245DE14_11</vt:lpwstr>
  </property>
</Properties>
</file>