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2020/4/13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羽毛球是一项室内、室外都可以进行的体育运动。依据参与的人数，可以分为单打与双打，及新兴的</a:t>
            </a:r>
            <a:r>
              <a:rPr lang="en-US" altLang="zh-CN" dirty="0"/>
              <a:t>3</a:t>
            </a:r>
            <a:r>
              <a:rPr lang="zh-CN" altLang="en-US" dirty="0"/>
              <a:t>打</a:t>
            </a:r>
            <a:r>
              <a:rPr lang="en-US" altLang="zh-CN" dirty="0"/>
              <a:t>3</a:t>
            </a:r>
            <a:r>
              <a:rPr lang="zh-CN" altLang="en-US" dirty="0"/>
              <a:t>。羽毛球拍由拍面、拍杆、拍柄及拍框与拍杆的接头构成。一支球拍的长度不超过</a:t>
            </a:r>
            <a:r>
              <a:rPr lang="en-US" altLang="zh-CN" dirty="0"/>
              <a:t>680</a:t>
            </a:r>
            <a:r>
              <a:rPr lang="zh-CN" altLang="en-US" dirty="0"/>
              <a:t>毫米，其中球拍柄与球拍杆长度不超过</a:t>
            </a:r>
            <a:r>
              <a:rPr lang="en-US" altLang="zh-CN" dirty="0"/>
              <a:t>41</a:t>
            </a:r>
            <a:r>
              <a:rPr lang="zh-CN" altLang="en-US" dirty="0"/>
              <a:t>厘米，拍框长度为</a:t>
            </a:r>
            <a:r>
              <a:rPr lang="en-US" altLang="zh-CN" dirty="0"/>
              <a:t>28</a:t>
            </a:r>
            <a:r>
              <a:rPr lang="zh-CN" altLang="en-US" dirty="0"/>
              <a:t>厘米，宽为</a:t>
            </a:r>
            <a:r>
              <a:rPr lang="en-US" altLang="zh-CN" dirty="0"/>
              <a:t>23</a:t>
            </a:r>
            <a:r>
              <a:rPr lang="zh-CN" altLang="en-US" dirty="0"/>
              <a:t>厘米，随着科学技术的发展，球拍的发展向着重量更轻、拍框更硬、拍杆弹性更好的方向发展。</a:t>
            </a:r>
            <a:endParaRPr lang="zh-CN" altLang="en-US" dirty="0"/>
          </a:p>
        </p:txBody>
      </p:sp>
    </p:spTree>
    <p:extLst>
      <p:ext uri="{BB962C8B-B14F-4D97-AF65-F5344CB8AC3E}">
        <p14:creationId xmlns:p14="http://schemas.microsoft.com/office/powerpoint/2010/main" val="2332505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lnSpcReduction="10000"/>
          </a:bodyPr>
          <a:lstStyle/>
          <a:p>
            <a:r>
              <a:rPr lang="zh-CN" altLang="en-US" dirty="0"/>
              <a:t>现代羽毛球运动起源于英国。</a:t>
            </a:r>
            <a:r>
              <a:rPr lang="en-US" altLang="zh-CN" dirty="0"/>
              <a:t>1873</a:t>
            </a:r>
            <a:r>
              <a:rPr lang="zh-CN" altLang="en-US" dirty="0"/>
              <a:t>年，英国格拉斯哥郡伯明顿镇，一位叫鲍弗特的公爵， 在领地开游园会，有几个从印度回来的退役军官向大家介绍了一种隔网用拍子来回击打毽球的游戏。因这项活动极富趣味性，很快就在上层社会风行开来。“伯明顿”（</a:t>
            </a:r>
            <a:r>
              <a:rPr lang="en-US" altLang="zh-CN" dirty="0"/>
              <a:t>Badminton</a:t>
            </a:r>
            <a:r>
              <a:rPr lang="zh-CN" altLang="en-US" dirty="0"/>
              <a:t>）即成为英文羽毛球的称谓。</a:t>
            </a:r>
            <a:r>
              <a:rPr lang="en-US" altLang="zh-CN" dirty="0"/>
              <a:t>1893</a:t>
            </a:r>
            <a:r>
              <a:rPr lang="zh-CN" altLang="en-US" dirty="0"/>
              <a:t>年，英国</a:t>
            </a:r>
            <a:r>
              <a:rPr lang="en-US" altLang="zh-CN" dirty="0"/>
              <a:t>14</a:t>
            </a:r>
            <a:r>
              <a:rPr lang="zh-CN" altLang="en-US" dirty="0"/>
              <a:t>个羽毛球俱乐部组成羽毛球协会，即全英公开赛的前身。</a:t>
            </a:r>
            <a:r>
              <a:rPr lang="en-US" altLang="zh-CN" dirty="0"/>
              <a:t>1992</a:t>
            </a:r>
            <a:r>
              <a:rPr lang="zh-CN" altLang="en-US" dirty="0"/>
              <a:t>年起，羽毛球成为奥运会的正式比赛项目。</a:t>
            </a:r>
            <a:endParaRPr lang="zh-CN" altLang="en-US" dirty="0"/>
          </a:p>
        </p:txBody>
      </p:sp>
    </p:spTree>
    <p:extLst>
      <p:ext uri="{BB962C8B-B14F-4D97-AF65-F5344CB8AC3E}">
        <p14:creationId xmlns:p14="http://schemas.microsoft.com/office/powerpoint/2010/main" val="36440358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222</Words>
  <Application>Microsoft Office PowerPoint</Application>
  <PresentationFormat>全屏显示(4:3)</PresentationFormat>
  <Paragraphs>2</Paragraphs>
  <Slides>2</Slides>
  <Notes>0</Notes>
  <HiddenSlides>0</HiddenSlides>
  <MMClips>0</MMClips>
  <ScaleCrop>false</ScaleCrop>
  <HeadingPairs>
    <vt:vector size="4" baseType="variant">
      <vt:variant>
        <vt:lpstr>主题</vt:lpstr>
      </vt:variant>
      <vt:variant>
        <vt:i4>1</vt:i4>
      </vt:variant>
      <vt:variant>
        <vt:lpstr>幻灯片标题</vt:lpstr>
      </vt:variant>
      <vt:variant>
        <vt:i4>2</vt:i4>
      </vt:variant>
    </vt:vector>
  </HeadingPairs>
  <TitlesOfParts>
    <vt:vector size="3" baseType="lpstr">
      <vt:lpstr>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拳击</dc:title>
  <dc:creator>Administrator</dc:creator>
  <cp:lastModifiedBy>SD</cp:lastModifiedBy>
  <cp:revision>4</cp:revision>
  <dcterms:created xsi:type="dcterms:W3CDTF">2020-04-13T02:23:09Z</dcterms:created>
  <dcterms:modified xsi:type="dcterms:W3CDTF">2020-04-13T06:49:46Z</dcterms:modified>
</cp:coreProperties>
</file>