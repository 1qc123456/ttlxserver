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61" r:id="rId4"/>
    <p:sldId id="258" r:id="rId5"/>
    <p:sldId id="260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kiosk/>
    <p:sldRg st="1" end="4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9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5000">
        <p:dissolve/>
        <p:sndAc>
          <p:stSnd>
            <p:snd r:embed="rId8" name="click.wav"/>
          </p:stSnd>
        </p:sndAc>
      </p:transition>
    </mc:Choice>
    <mc:Fallback>
      <p:transition spd="slow" advClick="0" advTm="15000">
        <p:dissolve/>
        <p:sndAc>
          <p:stSnd>
            <p:snd r:embed="rId8" name="click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5000">
        <p:dissolve/>
        <p:sndAc>
          <p:stSnd>
            <p:snd r:embed="rId2" name="click.wav"/>
          </p:stSnd>
        </p:sndAc>
      </p:transition>
    </mc:Choice>
    <mc:Fallback>
      <p:transition spd="slow" advClick="0" advTm="15000">
        <p:dissolve/>
        <p:sndAc>
          <p:stSnd>
            <p:snd r:embed="rId2" name="click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775190" y="271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000" advClick="0" advTm="15000">
        <p:dissolve/>
        <p:sndAc>
          <p:stSnd>
            <p:snd r:embed="rId10" name="click.wav"/>
          </p:stSnd>
        </p:sndAc>
      </p:transition>
    </mc:Choice>
    <mc:Fallback>
      <p:transition spd="slow" advClick="0" advTm="15000">
        <p:dissolve/>
        <p:sndAc>
          <p:stSnd>
            <p:snd r:embed="rId10" name="click.wav"/>
          </p:stSnd>
        </p:sndAc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tags" Target="../tags/tag15.xml"/><Relationship Id="rId4" Type="http://schemas.openxmlformats.org/officeDocument/2006/relationships/image" Target="../media/image2.png"/><Relationship Id="rId3" Type="http://schemas.openxmlformats.org/officeDocument/2006/relationships/tags" Target="../tags/tag14.xml"/><Relationship Id="rId2" Type="http://schemas.microsoft.com/office/2007/relationships/media" Target="../media/media1.mp4"/><Relationship Id="rId1" Type="http://schemas.openxmlformats.org/officeDocument/2006/relationships/video" Target="NUL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18.xml"/><Relationship Id="rId2" Type="http://schemas.openxmlformats.org/officeDocument/2006/relationships/image" Target="../media/image3.jpeg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zh-CN" altLang="zh-CN" sz="9600">
                <a:ln w="25400">
                  <a:solidFill>
                    <a:srgbClr val="FF0000"/>
                  </a:solidFill>
                </a:ln>
                <a:solidFill>
                  <a:srgbClr val="0070C0">
                    <a:alpha val="91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</a:t>
            </a:r>
            <a:r>
              <a:rPr lang="en-US" altLang="zh-CN" sz="9600">
                <a:ln w="25400">
                  <a:solidFill>
                    <a:srgbClr val="FF0000"/>
                  </a:solidFill>
                </a:ln>
                <a:solidFill>
                  <a:srgbClr val="0070C0">
                    <a:alpha val="91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QQ</a:t>
            </a:r>
            <a:endParaRPr lang="en-US" altLang="zh-CN" sz="9600">
              <a:ln w="25400">
                <a:solidFill>
                  <a:srgbClr val="FF0000"/>
                </a:solidFill>
              </a:ln>
              <a:solidFill>
                <a:srgbClr val="0070C0">
                  <a:alpha val="91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5000">
        <p:dissolve/>
        <p:sndAc>
          <p:stSnd>
            <p:snd r:embed="rId3" name="click.wav"/>
          </p:stSnd>
        </p:sndAc>
      </p:transition>
    </mc:Choice>
    <mc:Fallback>
      <p:transition spd="slow" advClick="0" advTm="15000">
        <p:dissolve/>
        <p:sndAc>
          <p:stSnd>
            <p:snd r:embed="rId3" name="click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MyVideo_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000.000000" end="1230.000000"/>
                </p14:media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29640" y="522923"/>
            <a:ext cx="10332720" cy="58121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5000">
        <p:dissolve/>
        <p:sndAc>
          <p:stSnd>
            <p:snd r:embed="rId6" name="click.wav"/>
          </p:stSnd>
        </p:sndAc>
      </p:transition>
    </mc:Choice>
    <mc:Fallback>
      <p:transition spd="slow" advClick="0" advTm="15000">
        <p:dissolve/>
        <p:sndAc>
          <p:stSnd>
            <p:snd r:embed="rId6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indefinite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showWhenStopped="0">
                <p:cTn id="7" repeatCount="indefinite" fill="remove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26795" y="1390650"/>
            <a:ext cx="9841230" cy="32251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9705" indent="-457200" fontAlgn="auto">
              <a:lnSpc>
                <a:spcPct val="150000"/>
              </a:lnSpc>
              <a:spcAft>
                <a:spcPts val="1000"/>
              </a:spcAft>
              <a:buSzPct val="110000"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>
                <a:sym typeface="+mn-ea"/>
              </a:rPr>
              <a:t>社交软件巨头</a:t>
            </a:r>
            <a:r>
              <a:rPr lang="en-US" altLang="zh-CN">
                <a:sym typeface="+mn-ea"/>
              </a:rPr>
              <a:t>:</a:t>
            </a:r>
            <a:endParaRPr lang="zh-CN" altLang="en-US"/>
          </a:p>
          <a:p>
            <a:pPr marL="179705" indent="-457200" fontAlgn="auto">
              <a:lnSpc>
                <a:spcPct val="150000"/>
              </a:lnSpc>
              <a:spcAft>
                <a:spcPts val="1000"/>
              </a:spcAft>
              <a:buSzPct val="110000"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>
                <a:sym typeface="+mn-ea"/>
              </a:rPr>
              <a:t>腾讯QQ是中国最大的社交软件之一，拥有数十亿注册用户和活跃用户。</a:t>
            </a:r>
            <a:endParaRPr lang="zh-CN" altLang="en-US"/>
          </a:p>
          <a:p>
            <a:pPr marL="179705" indent="-457200" fontAlgn="auto">
              <a:lnSpc>
                <a:spcPct val="150000"/>
              </a:lnSpc>
              <a:spcAft>
                <a:spcPts val="1000"/>
              </a:spcAft>
              <a:buSzPct val="110000"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>
                <a:sym typeface="+mn-ea"/>
              </a:rPr>
              <a:t>多功能应用</a:t>
            </a:r>
            <a:r>
              <a:rPr lang="en-US" altLang="zh-CN">
                <a:sym typeface="+mn-ea"/>
              </a:rPr>
              <a:t>:</a:t>
            </a:r>
            <a:endParaRPr lang="zh-CN" altLang="en-US"/>
          </a:p>
          <a:p>
            <a:pPr marL="179705" indent="-457200" fontAlgn="auto">
              <a:lnSpc>
                <a:spcPct val="150000"/>
              </a:lnSpc>
              <a:spcAft>
                <a:spcPts val="1000"/>
              </a:spcAft>
              <a:buSzPct val="110000"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>
                <a:sym typeface="+mn-ea"/>
              </a:rPr>
              <a:t>除了聊天功能外，腾讯QQ还提供了空间、游戏、音乐、阅读等多种功能。</a:t>
            </a:r>
            <a:endParaRPr lang="zh-CN" altLang="en-US"/>
          </a:p>
          <a:p>
            <a:pPr marL="179705" indent="-457200" fontAlgn="auto">
              <a:lnSpc>
                <a:spcPct val="150000"/>
              </a:lnSpc>
              <a:spcAft>
                <a:spcPts val="1000"/>
              </a:spcAft>
              <a:buSzPct val="110000"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>
                <a:sym typeface="+mn-ea"/>
              </a:rPr>
              <a:t>影响广泛</a:t>
            </a:r>
            <a:r>
              <a:rPr lang="en-US" altLang="zh-CN">
                <a:sym typeface="+mn-ea"/>
              </a:rPr>
              <a:t>:</a:t>
            </a:r>
            <a:endParaRPr lang="en-US" altLang="zh-CN"/>
          </a:p>
          <a:p>
            <a:pPr marL="179705" indent="-457200" fontAlgn="auto">
              <a:lnSpc>
                <a:spcPct val="150000"/>
              </a:lnSpc>
              <a:spcAft>
                <a:spcPts val="1000"/>
              </a:spcAft>
              <a:buSzPct val="110000"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-200" checksum="932098519"/>
                </a:ext>
              </a:extLst>
            </a:pPr>
            <a:r>
              <a:rPr lang="zh-CN" altLang="en-US">
                <a:sym typeface="+mn-ea"/>
              </a:rPr>
              <a:t>腾讯QQ不仅在中国有着广泛的影响力，还在全球范围内拥有大量用户。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5000">
        <p:dissolve/>
        <p:sndAc>
          <p:stSnd>
            <p:snd r:embed="rId2" name="click.wav"/>
          </p:stSnd>
        </p:sndAc>
      </p:transition>
    </mc:Choice>
    <mc:Fallback>
      <p:transition spd="slow" advClick="0" advTm="15000">
        <p:dissolve/>
        <p:sndAc>
          <p:stSnd>
            <p:snd r:embed="rId2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/data/temp/ead4a1ef-ebf8-11ee-b09d-e23e3fd9d6fc.jpg@base@tag=imgScale&amp;m=1&amp;w=620&amp;h=620&amp;q=95ead4a1ef-ebf8-11ee-b09d-e23e3fd9d6fc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817995" y="1861820"/>
            <a:ext cx="4822825" cy="3218815"/>
          </a:xfrm>
          <a:prstGeom prst="roundRect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7" name="文本框 6"/>
          <p:cNvSpPr txBox="1"/>
          <p:nvPr/>
        </p:nvSpPr>
        <p:spPr>
          <a:xfrm>
            <a:off x="400050" y="1861820"/>
            <a:ext cx="6169025" cy="426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buNone/>
            </a:pPr>
            <a:r>
              <a:rPr lang="zh-CN" altLang="en-US">
                <a:sym typeface="+mn-ea"/>
              </a:rPr>
              <a:t>用户数量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腾讯QQ拥有数十亿注册用户，其中活跃用户数量也相当可观。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用户覆盖范围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腾讯QQ的用户遍布全球各地，覆盖了各个年龄段和职业领域。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用户活跃度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腾讯QQ的用户活跃度非常高，用户每天都会在平台上进行大量的社交互动。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67360" y="386080"/>
            <a:ext cx="38404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用户规模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5000">
        <p:dissolve/>
        <p:sndAc>
          <p:stSnd>
            <p:snd r:embed="rId4" name="click.wav"/>
          </p:stSnd>
        </p:sndAc>
      </p:transition>
    </mc:Choice>
    <mc:Fallback>
      <p:transition spd="slow" advClick="0" advTm="15000">
        <p:dissolve/>
        <p:sndAc>
          <p:stSnd>
            <p:snd r:embed="rId4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.xml><?xml version="1.0" encoding="utf-8"?>
<p:tagLst xmlns:p="http://schemas.openxmlformats.org/presentationml/2006/main">
  <p:tag name="KSO_WM_UNIT_MEDIACOVER_STYLEID" val="2"/>
  <p:tag name="KSO_WM_UNIT_MEDIACOVER_TEXTSTATE" val="0"/>
  <p:tag name="KSO_WM_UNIT_MEDIACOVER_BTN_STATE" val="0"/>
  <p:tag name="KSO_WM_UNIT_MEDIACOVER_RGB" val=""/>
  <p:tag name="KSO_WM_UNIT_MEDIACOVER_TRANSPARENCY" val="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d*1_2_1"/>
  <p:tag name="KSO_WM_TEMPLATE_CATEGORY" val="diagram"/>
  <p:tag name="KSO_WM_TEMPLATE_INDEX" val="20233335"/>
  <p:tag name="KSO_WM_UNIT_LAYERLEVEL" val="1_1_1"/>
  <p:tag name="KSO_WM_TAG_VERSION" val="3.0"/>
  <p:tag name="KSO_WM_UNIT_VALUE" val="620*62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left&quot;:54.8,&quot;top&quot;:134.17586102342975,&quot;width&quot;:850.414173228346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commondata" val="eyJoZGlkIjoiNzQwM2JlZjhkOGIxYWYxYzhkYTNhNzkyZWY2YzA1OT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WPS 演示</Application>
  <PresentationFormat>宽屏</PresentationFormat>
  <Paragraphs>19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腾讯QQ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MAO</cp:lastModifiedBy>
  <cp:revision>179</cp:revision>
  <dcterms:created xsi:type="dcterms:W3CDTF">2019-06-19T02:08:00Z</dcterms:created>
  <dcterms:modified xsi:type="dcterms:W3CDTF">2024-04-23T06:33:49Z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1E9F31D39B084F1C8E589487406E4120_11</vt:lpwstr>
  </property>
</Properties>
</file>