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8" r:id="rId4"/>
    <p:sldId id="260" r:id="rId5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7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775190" y="271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image" Target="../media/image1.jpeg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algn="l"/>
            <a:endParaRPr lang="zh-CN" altLang="zh-CN" b="0">
              <a:latin typeface="等线" panose="02010600030101010101" charset="-122"/>
              <a:ea typeface="等线" panose="0201060003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08380" y="1558925"/>
            <a:ext cx="10175240" cy="2630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社交软件巨头</a:t>
            </a:r>
            <a:r>
              <a:rPr lang="en-US" altLang="zh-CN">
                <a:sym typeface="+mn-ea"/>
              </a:rPr>
              <a:t>: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腾讯QQ是中国最大的社交软件之一，拥有数十亿注册用户和活跃用户。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多功能应用</a:t>
            </a:r>
            <a:r>
              <a:rPr lang="en-US" altLang="zh-CN">
                <a:sym typeface="+mn-ea"/>
              </a:rPr>
              <a:t>: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除了聊天功能外，腾讯QQ还提供了空间、游戏、音乐、阅读等多种功能。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影响广泛</a:t>
            </a:r>
            <a:r>
              <a:rPr lang="en-US" altLang="zh-CN">
                <a:sym typeface="+mn-ea"/>
              </a:rPr>
              <a:t>:</a:t>
            </a:r>
            <a:endParaRPr lang="en-US" altLang="zh-CN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腾讯QQ不仅在中国有着广泛的影响力，还在全球范围内拥有大量用户。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/data/temp/ead4a1ef-ebf8-11ee-b09d-e23e3fd9d6fc.jpg@base@tag=imgScale&amp;m=1&amp;w=620&amp;h=620&amp;q=95ead4a1ef-ebf8-11ee-b09d-e23e3fd9d6fc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817995" y="1861820"/>
            <a:ext cx="4822825" cy="3218815"/>
          </a:xfrm>
          <a:prstGeom prst="rect">
            <a:avLst/>
          </a:prstGeom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400050" y="1861820"/>
            <a:ext cx="6169025" cy="426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buNone/>
            </a:pPr>
            <a:r>
              <a:rPr lang="zh-CN" altLang="en-US">
                <a:sym typeface="+mn-ea"/>
              </a:rPr>
              <a:t>用户数量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腾讯QQ拥有数十亿注册用户，其中活跃用户数量也相当可观。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用户覆盖范围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腾讯QQ的用户遍布全球各地，覆盖了各个年龄段和职业领域。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用户活跃度</a:t>
            </a:r>
            <a:endParaRPr lang="zh-CN" altLang="en-US"/>
          </a:p>
          <a:p>
            <a:pPr indent="0" fontAlgn="auto">
              <a:buNone/>
            </a:pPr>
            <a:r>
              <a:rPr lang="zh-CN" altLang="en-US">
                <a:sym typeface="+mn-ea"/>
              </a:rPr>
              <a:t>腾讯QQ的用户活跃度非常高，用户每天都会在平台上进行大量的社交互动。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5_2*l_h_d*1_2_1"/>
  <p:tag name="KSO_WM_TEMPLATE_CATEGORY" val="diagram"/>
  <p:tag name="KSO_WM_TEMPLATE_INDEX" val="20233335"/>
  <p:tag name="KSO_WM_UNIT_LAYERLEVEL" val="1_1_1"/>
  <p:tag name="KSO_WM_TAG_VERSION" val="3.0"/>
  <p:tag name="KSO_WM_UNIT_VALUE" val="620*620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0.3822937011719,&quot;left&quot;:54.8,&quot;top&quot;:134.17586102342975,&quot;width&quot;:850.414173228346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  <p:tag name="KSO_WM_BEAUTIFY_FLAG" val="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commondata" val="eyJoZGlkIjoiNzQwM2JlZjhkOGIxYWYxYzhkYTNhNzkyZWY2YzA1OT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WPS 演示</Application>
  <PresentationFormat>宽屏</PresentationFormat>
  <Paragraphs>15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等线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MAO</cp:lastModifiedBy>
  <cp:revision>169</cp:revision>
  <dcterms:created xsi:type="dcterms:W3CDTF">2019-06-19T02:08:00Z</dcterms:created>
  <dcterms:modified xsi:type="dcterms:W3CDTF">2024-04-23T06:28:16Z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1E9F31D39B084F1C8E589487406E4120_11</vt:lpwstr>
  </property>
</Properties>
</file>