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86" autoAdjust="0"/>
    <p:restoredTop sz="94660"/>
  </p:normalViewPr>
  <p:slideViewPr>
    <p:cSldViewPr>
      <p:cViewPr varScale="1">
        <p:scale>
          <a:sx n="73" d="100"/>
          <a:sy n="73" d="100"/>
        </p:scale>
        <p:origin x="-102" y="-9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1B718F-D423-4C91-8888-0EDCC3B5176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46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F3C9D-23AB-45BC-9CBC-CB6565CFDD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005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B87B4-5C5F-4A73-A342-547B33F197F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66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6B8C56-9E2C-46A4-9E31-C12AA2E231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6312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1A8EA9-6F24-4954-A421-261BD25E44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604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57B79C-A779-456B-AB11-BEA79CBE3CD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693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5C1926-0EBB-4D70-A4D1-ED8A7C6A22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230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2E6C5F-515C-4C27-8DF2-953407672E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209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659019-DB31-4F1C-81A6-E6E3695E3EF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207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A2687-F214-46B2-802B-F414420E7D3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003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36686-A95F-4F47-BA47-5B5D8BAEE8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725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3A995AA-785E-4B46-9102-C4E6AE93AEF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成熟技术带来无限</a:t>
            </a:r>
            <a:r>
              <a:rPr lang="zh-CN" altLang="en-US" dirty="0" smtClean="0"/>
              <a:t>动力！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让中国与世界同步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316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200" b="1" dirty="0" smtClean="0">
                <a:latin typeface="黑体" pitchFamily="49" charset="-122"/>
                <a:ea typeface="黑体" pitchFamily="49" charset="-122"/>
              </a:rPr>
              <a:t>拥有领先优势，胜来自然轻松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286" y="3081457"/>
            <a:ext cx="7371428" cy="1914286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相遇就</a:t>
            </a:r>
            <a:r>
              <a:rPr lang="zh-CN" altLang="en-US" dirty="0"/>
              <a:t>不愿再错过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133600"/>
            <a:ext cx="3810000" cy="3810000"/>
          </a:xfrm>
        </p:spPr>
      </p:pic>
      <p:sp>
        <p:nvSpPr>
          <p:cNvPr id="3" name="内容占位符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外在品质</a:t>
            </a:r>
          </a:p>
          <a:p>
            <a:r>
              <a:rPr lang="zh-CN" altLang="en-US" dirty="0"/>
              <a:t>内在品质</a:t>
            </a:r>
          </a:p>
          <a:p>
            <a:r>
              <a:rPr lang="zh-CN" altLang="en-US" dirty="0"/>
              <a:t>应用品质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30</Words>
  <Application>Microsoft Office PowerPoint</Application>
  <PresentationFormat>全屏显示(4:3)</PresentationFormat>
  <Paragraphs>7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主题​​</vt:lpstr>
      <vt:lpstr>成熟技术带来无限动力！</vt:lpstr>
      <vt:lpstr>拥有领先优势，胜来自然轻松</vt:lpstr>
      <vt:lpstr>相遇就不愿再错过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宽带网设计战略</dc:title>
  <dc:creator>Zhang</dc:creator>
  <cp:lastModifiedBy>86133</cp:lastModifiedBy>
  <cp:revision>15</cp:revision>
  <dcterms:created xsi:type="dcterms:W3CDTF">2001-12-18T15:41:49Z</dcterms:created>
  <dcterms:modified xsi:type="dcterms:W3CDTF">2021-04-29T08:33:32Z</dcterms:modified>
</cp:coreProperties>
</file>