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86" autoAdjust="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1B718F-D423-4C91-8888-0EDCC3B517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62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F3C9D-23AB-45BC-9CBC-CB6565CFDD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5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B87B4-5C5F-4A73-A342-547B33F197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6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B8C56-9E2C-46A4-9E31-C12AA2E231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631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A8EA9-6F24-4954-A421-261BD25E44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04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7B79C-A779-456B-AB11-BEA79CBE3C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93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C1926-0EBB-4D70-A4D1-ED8A7C6A2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30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E6C5F-515C-4C27-8DF2-953407672E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09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59019-DB31-4F1C-81A6-E6E3695E3E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07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A2687-F214-46B2-802B-F414420E7D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03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36686-A95F-4F47-BA47-5B5D8BAEE8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25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A995AA-785E-4B46-9102-C4E6AE93AEF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447800"/>
          </a:xfrm>
        </p:spPr>
        <p:txBody>
          <a:bodyPr/>
          <a:lstStyle/>
          <a:p>
            <a:r>
              <a:rPr lang="zh-CN" altLang="en-US" dirty="0" smtClean="0"/>
              <a:t>相遇就</a:t>
            </a:r>
            <a:r>
              <a:rPr lang="zh-CN" altLang="en-US" dirty="0"/>
              <a:t>不愿再错过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24400" y="2438400"/>
            <a:ext cx="3200400" cy="2514600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内在品质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成熟技术带来无限动力！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外在品质</a:t>
            </a:r>
          </a:p>
          <a:p>
            <a:r>
              <a:rPr lang="zh-CN" altLang="en-US" dirty="0" smtClean="0"/>
              <a:t>内在品质</a:t>
            </a:r>
          </a:p>
          <a:p>
            <a:r>
              <a:rPr lang="zh-CN" altLang="en-US" dirty="0" smtClean="0"/>
              <a:t>应用品质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相遇就不愿再错过</vt:lpstr>
      <vt:lpstr>内在品质</vt:lpstr>
      <vt:lpstr>成熟技术带来无限动力！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宽带网设计战略</dc:title>
  <dc:creator>Zhang</dc:creator>
  <cp:lastModifiedBy>john</cp:lastModifiedBy>
  <cp:revision>12</cp:revision>
  <dcterms:created xsi:type="dcterms:W3CDTF">2001-12-18T15:41:49Z</dcterms:created>
  <dcterms:modified xsi:type="dcterms:W3CDTF">2020-06-12T08:42:04Z</dcterms:modified>
</cp:coreProperties>
</file>