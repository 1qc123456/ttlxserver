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58" r:id="rId5"/>
    <p:sldId id="261" r:id="rId6"/>
    <p:sldId id="257" r:id="rId7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070" y="-876"/>
      </p:cViewPr>
      <p:guideLst>
        <p:guide orient="horz" pos="2160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3EB97E5-787A-4243-843D-1168C8E9530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EB97E5-787A-4243-843D-1168C8E9530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922F-5F89-46A6-8F46-8646A5DD6DF1}" type="slidenum">
              <a:rPr lang="en-US" altLang="zh-CN" smtClean="0"/>
            </a:fld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8890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7AD58-AD17-4685-AFAC-386DC6949E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任意多边形 14"/>
          <p:cNvSpPr/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任意多边形 12"/>
          <p:cNvSpPr/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任意多边形 15"/>
          <p:cNvSpPr/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任意多边形 16"/>
          <p:cNvSpPr/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任意多边形 17"/>
          <p:cNvSpPr/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任意多边形 18"/>
          <p:cNvSpPr/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任意多边形 19"/>
          <p:cNvSpPr/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任意多边形 20"/>
          <p:cNvSpPr/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任意多边形 21"/>
          <p:cNvSpPr/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任意多边形 22"/>
          <p:cNvSpPr/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任意多边形 23"/>
          <p:cNvSpPr/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任意多边形 24"/>
          <p:cNvSpPr/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任意多边形 25"/>
          <p:cNvSpPr/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任意多边形 26"/>
          <p:cNvSpPr/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6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8391-EC6B-48C1-B998-D0FAA024660B}" type="slidenum">
              <a:rPr lang="en-US" altLang="zh-CN" smtClean="0"/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07CB-3F24-4B29-92AD-1ADD49140CE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025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025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9F16-C466-446F-8771-D28E908FB7D2}" type="slidenum">
              <a:rPr lang="en-US" altLang="zh-CN" smtClean="0"/>
            </a:fld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22CF9-309B-42FB-8071-3BBBD0A0690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CAE14-10CF-4F45-9C9E-152A8C5D4F7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61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8ACFF-34E1-4733-9060-E71B6E13874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305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/>
          <a:p>
            <a:fld id="{B5837C7E-85AE-409B-9912-1E3C32584B2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9E3B-9633-4673-ADBD-25C5E82B726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1075-1152-4B6B-AA71-C7133B461F4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6A3DBD7-6A05-42BC-9C32-14A449475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A1DA027-99D1-449A-A6C0-BB5BE06ED330}" type="slidenum">
              <a:rPr lang="en-US" altLang="zh-CN" smtClean="0"/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 panose="05000000000000000000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410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 panose="05000000000000000000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950" indent="-228600" algn="l" rtl="0" eaLnBrk="1" latinLnBrk="0" hangingPunct="1">
        <a:spcBef>
          <a:spcPct val="20000"/>
        </a:spcBef>
        <a:buClr>
          <a:schemeClr val="accent2"/>
        </a:buClr>
        <a:buFont typeface="Wingdings 2" panose="05020102010507070707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745" indent="-228600" algn="l" rtl="0" eaLnBrk="1" latinLnBrk="0" hangingPunct="1">
        <a:spcBef>
          <a:spcPct val="20000"/>
        </a:spcBef>
        <a:buClr>
          <a:schemeClr val="accent3"/>
        </a:buClr>
        <a:buFont typeface="Wingdings 3" panose="05040102010807070707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4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825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23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计算机功能</a:t>
            </a:r>
            <a:endParaRPr lang="zh-CN" altLang="en-US" dirty="0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990600" y="1657350"/>
            <a:ext cx="1905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790575" y="2076450"/>
            <a:ext cx="7448550" cy="4114800"/>
            <a:chOff x="624" y="1236"/>
            <a:chExt cx="4692" cy="2592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624" y="1236"/>
              <a:ext cx="4692" cy="2592"/>
            </a:xfrm>
            <a:prstGeom prst="rect">
              <a:avLst/>
            </a:prstGeom>
            <a:solidFill>
              <a:srgbClr val="DDDDDD"/>
            </a:solidFill>
            <a:ln w="12700" cap="sq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1572" y="1908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数据交换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  <p:sp>
          <p:nvSpPr>
            <p:cNvPr id="6151" name="Oval 7"/>
            <p:cNvSpPr>
              <a:spLocks noChangeArrowheads="1"/>
            </p:cNvSpPr>
            <p:nvPr/>
          </p:nvSpPr>
          <p:spPr bwMode="auto">
            <a:xfrm>
              <a:off x="2892" y="189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控制机制</a:t>
              </a:r>
              <a:endParaRPr lang="zh-CN" altLang="en-US" sz="2800" b="1"/>
            </a:p>
          </p:txBody>
        </p:sp>
        <p:sp>
          <p:nvSpPr>
            <p:cNvPr id="6152" name="Oval 8"/>
            <p:cNvSpPr>
              <a:spLocks noChangeArrowheads="1"/>
            </p:cNvSpPr>
            <p:nvPr/>
          </p:nvSpPr>
          <p:spPr bwMode="auto">
            <a:xfrm>
              <a:off x="4200" y="1404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数据处理</a:t>
              </a:r>
              <a:endParaRPr lang="zh-CN" altLang="en-US" sz="2800" b="1"/>
            </a:p>
          </p:txBody>
        </p:sp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188" y="267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数据存储</a:t>
              </a:r>
              <a:endParaRPr lang="zh-CN" altLang="en-US" sz="2800" b="1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>
              <a:off x="2520" y="2268"/>
              <a:ext cx="360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532" y="2484"/>
              <a:ext cx="372" cy="0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flipV="1">
              <a:off x="3804" y="1932"/>
              <a:ext cx="420" cy="20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852" y="2160"/>
              <a:ext cx="456" cy="168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840" y="2520"/>
              <a:ext cx="516" cy="26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744" y="2664"/>
              <a:ext cx="468" cy="264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200" y="2268"/>
              <a:ext cx="36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176" y="2484"/>
              <a:ext cx="408" cy="0"/>
            </a:xfrm>
            <a:prstGeom prst="line">
              <a:avLst/>
            </a:prstGeom>
            <a:noFill/>
            <a:ln w="3810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816" y="2040"/>
              <a:ext cx="3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800000"/>
                  </a:solidFill>
                </a:rPr>
                <a:t>外界</a:t>
              </a:r>
              <a:endParaRPr lang="zh-CN" altLang="en-US" sz="2800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2028" y="3480"/>
              <a:ext cx="1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计算机功能框图</a:t>
              </a:r>
              <a:endParaRPr lang="zh-CN" altLang="en-US" sz="28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15212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subTitle" idx="1"/>
          </p:nvPr>
        </p:nvSpPr>
        <p:spPr>
          <a:xfrm>
            <a:off x="683568" y="1805940"/>
            <a:ext cx="2641373" cy="965860"/>
          </a:xfrm>
        </p:spPr>
        <p:txBody>
          <a:bodyPr/>
          <a:lstStyle/>
          <a:p>
            <a:r>
              <a:rPr lang="zh-CN" altLang="zh-CN" dirty="0" smtClean="0"/>
              <a:t>计算机</a:t>
            </a:r>
            <a:r>
              <a:rPr lang="zh-CN" altLang="zh-CN" dirty="0"/>
              <a:t>功能与硬件系统组成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WPS演示043素材文件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731520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899592" y="692696"/>
            <a:ext cx="7772400" cy="115212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计算机系统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type="subTitle" idx="1"/>
          </p:nvPr>
        </p:nvSpPr>
        <p:spPr>
          <a:xfrm>
            <a:off x="1043608" y="1988840"/>
            <a:ext cx="7772400" cy="1512168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>
                <a:latin typeface="+mn-ea"/>
              </a:rPr>
              <a:t>计算机系统由硬件系统和软件系统组成。硬件系统是计算机系统数据处理的物理基础，而软件系统则是实现数据处理的逻辑手段。</a:t>
            </a:r>
            <a:br>
              <a:rPr lang="zh-CN" altLang="en-US" sz="2400" dirty="0"/>
            </a:b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4a746ae8-84a0-4c8a-8b09-96d7447ce9ae"/>
  <p:tag name="COMMONDATA" val="eyJoZGlkIjoiM2Q2NDY3ODBmZDEyZTZiNTFiOWYyZGE1YmNkNTA1Nz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0</TotalTime>
  <Words>107</Words>
  <Application>WPS 演示</Application>
  <PresentationFormat>全屏显示(4:3)</PresentationFormat>
  <Paragraphs>20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Wingdings</vt:lpstr>
      <vt:lpstr>Wingdings 2</vt:lpstr>
      <vt:lpstr>Wingdings</vt:lpstr>
      <vt:lpstr>Wingdings 3</vt:lpstr>
      <vt:lpstr>Symbol</vt:lpstr>
      <vt:lpstr>楷体_GB2312</vt:lpstr>
      <vt:lpstr>新宋体</vt:lpstr>
      <vt:lpstr>Corbel</vt:lpstr>
      <vt:lpstr>华文楷体</vt:lpstr>
      <vt:lpstr>微软雅黑</vt:lpstr>
      <vt:lpstr>Consolas</vt:lpstr>
      <vt:lpstr>Arial Unicode MS</vt:lpstr>
      <vt:lpstr>穿越</vt:lpstr>
      <vt:lpstr>计算机功能</vt:lpstr>
      <vt:lpstr>PowerPoint 演示文稿</vt:lpstr>
      <vt:lpstr>PowerPoint 演示文稿</vt:lpstr>
      <vt:lpstr>计算机系统简介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计算机系统简介</dc:title>
  <dc:creator>Zhang</dc:creator>
  <cp:lastModifiedBy>zy</cp:lastModifiedBy>
  <cp:revision>27</cp:revision>
  <dcterms:created xsi:type="dcterms:W3CDTF">2001-11-25T17:22:00Z</dcterms:created>
  <dcterms:modified xsi:type="dcterms:W3CDTF">2023-10-25T06:13:43Z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2052-11.1.0.14227</vt:lpwstr>
  </property>
  <property fmtid="{D5CDD505-2E9C-101B-9397-08002B2CF9AE}" pid="3" name="ICV">
    <vt:lpwstr>898AFF09165F41A5A554F044C9484582_12</vt:lpwstr>
  </property>
</Properties>
</file>