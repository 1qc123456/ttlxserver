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8" r:id="rId3"/>
    <p:sldId id="257" r:id="rId4"/>
    <p:sldId id="260" r:id="rId5"/>
    <p:sldId id="261" r:id="rId7"/>
  </p:sldIdLst>
  <p:sldSz cx="9144000" cy="6858000" type="screen4x3"/>
  <p:notesSz cx="6858000" cy="9144000"/>
  <p:custDataLst>
    <p:tags r:id="rId11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4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>
    <p:kiosk/>
    <p:sldAll/>
  </p:showPr>
  <p:clrMru>
    <a:srgbClr val="FF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>
        <p:scale>
          <a:sx n="50" d="100"/>
          <a:sy n="50" d="100"/>
        </p:scale>
        <p:origin x="-2070" y="-876"/>
      </p:cViewPr>
      <p:guideLst>
        <p:guide orient="horz" pos="2160"/>
        <p:guide pos="284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gs" Target="tags/tag73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endParaRPr lang="en-US" altLang="zh-CN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02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102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102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B3EB97E5-787A-4243-843D-1168C8E95307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EB97E5-787A-4243-843D-1168C8E95307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硬件系统只是计算机系统的一部分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image" Target="../media/image1.jpeg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35.xml"/><Relationship Id="rId8" Type="http://schemas.openxmlformats.org/officeDocument/2006/relationships/tags" Target="../tags/tag34.xml"/><Relationship Id="rId7" Type="http://schemas.openxmlformats.org/officeDocument/2006/relationships/tags" Target="../tags/tag33.xml"/><Relationship Id="rId6" Type="http://schemas.openxmlformats.org/officeDocument/2006/relationships/tags" Target="../tags/tag32.xml"/><Relationship Id="rId5" Type="http://schemas.openxmlformats.org/officeDocument/2006/relationships/tags" Target="../tags/tag31.xml"/><Relationship Id="rId4" Type="http://schemas.openxmlformats.org/officeDocument/2006/relationships/tags" Target="../tags/tag30.xml"/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9.xml"/><Relationship Id="rId4" Type="http://schemas.openxmlformats.org/officeDocument/2006/relationships/tags" Target="../tags/tag38.xml"/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42.xml"/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8.xml"/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53.xml"/><Relationship Id="rId5" Type="http://schemas.openxmlformats.org/officeDocument/2006/relationships/tags" Target="../tags/tag52.xml"/><Relationship Id="rId4" Type="http://schemas.openxmlformats.org/officeDocument/2006/relationships/tags" Target="../tags/tag51.xml"/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7.xml"/><Relationship Id="rId4" Type="http://schemas.openxmlformats.org/officeDocument/2006/relationships/tags" Target="../tags/tag56.xml"/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65.xml"/><Relationship Id="rId8" Type="http://schemas.openxmlformats.org/officeDocument/2006/relationships/tags" Target="../tags/tag64.xml"/><Relationship Id="rId7" Type="http://schemas.openxmlformats.org/officeDocument/2006/relationships/tags" Target="../tags/tag63.xml"/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等腰三角形 7"/>
          <p:cNvSpPr/>
          <p:nvPr>
            <p:custDataLst>
              <p:tags r:id="rId2"/>
            </p:custDataLst>
          </p:nvPr>
        </p:nvSpPr>
        <p:spPr>
          <a:xfrm>
            <a:off x="3337322" y="5073650"/>
            <a:ext cx="1015603" cy="1784350"/>
          </a:xfrm>
          <a:custGeom>
            <a:avLst/>
            <a:gdLst>
              <a:gd name="connsiteX0" fmla="*/ 0 w 2070696"/>
              <a:gd name="connsiteY0" fmla="*/ 1785082 h 1785082"/>
              <a:gd name="connsiteX1" fmla="*/ 1035348 w 2070696"/>
              <a:gd name="connsiteY1" fmla="*/ 0 h 1785082"/>
              <a:gd name="connsiteX2" fmla="*/ 2070696 w 2070696"/>
              <a:gd name="connsiteY2" fmla="*/ 1785082 h 1785082"/>
              <a:gd name="connsiteX3" fmla="*/ 0 w 2070696"/>
              <a:gd name="connsiteY3" fmla="*/ 1785082 h 1785082"/>
              <a:gd name="connsiteX0-1" fmla="*/ 0 w 1478876"/>
              <a:gd name="connsiteY0-2" fmla="*/ 1785082 h 1785082"/>
              <a:gd name="connsiteX1-3" fmla="*/ 1035348 w 1478876"/>
              <a:gd name="connsiteY1-4" fmla="*/ 0 h 1785082"/>
              <a:gd name="connsiteX2-5" fmla="*/ 1478876 w 1478876"/>
              <a:gd name="connsiteY2-6" fmla="*/ 1785082 h 1785082"/>
              <a:gd name="connsiteX3-7" fmla="*/ 0 w 1478876"/>
              <a:gd name="connsiteY3-8" fmla="*/ 1785082 h 1785082"/>
              <a:gd name="connsiteX0-9" fmla="*/ 0 w 1699856"/>
              <a:gd name="connsiteY0-10" fmla="*/ 1785082 h 1785082"/>
              <a:gd name="connsiteX1-11" fmla="*/ 1035348 w 1699856"/>
              <a:gd name="connsiteY1-12" fmla="*/ 0 h 1785082"/>
              <a:gd name="connsiteX2-13" fmla="*/ 1699856 w 1699856"/>
              <a:gd name="connsiteY2-14" fmla="*/ 1785082 h 1785082"/>
              <a:gd name="connsiteX3-15" fmla="*/ 0 w 1699856"/>
              <a:gd name="connsiteY3-16" fmla="*/ 1785082 h 1785082"/>
              <a:gd name="connsiteX0-17" fmla="*/ 0 w 1250276"/>
              <a:gd name="connsiteY0-18" fmla="*/ 1785082 h 1785082"/>
              <a:gd name="connsiteX1-19" fmla="*/ 585768 w 1250276"/>
              <a:gd name="connsiteY1-20" fmla="*/ 0 h 1785082"/>
              <a:gd name="connsiteX2-21" fmla="*/ 1250276 w 1250276"/>
              <a:gd name="connsiteY2-22" fmla="*/ 1785082 h 1785082"/>
              <a:gd name="connsiteX3-23" fmla="*/ 0 w 1250276"/>
              <a:gd name="connsiteY3-24" fmla="*/ 1785082 h 1785082"/>
              <a:gd name="connsiteX0-25" fmla="*/ 0 w 1354416"/>
              <a:gd name="connsiteY0-26" fmla="*/ 1774922 h 1785082"/>
              <a:gd name="connsiteX1-27" fmla="*/ 689908 w 1354416"/>
              <a:gd name="connsiteY1-28" fmla="*/ 0 h 1785082"/>
              <a:gd name="connsiteX2-29" fmla="*/ 1354416 w 1354416"/>
              <a:gd name="connsiteY2-30" fmla="*/ 1785082 h 1785082"/>
              <a:gd name="connsiteX3-31" fmla="*/ 0 w 1354416"/>
              <a:gd name="connsiteY3-32" fmla="*/ 1774922 h 1785082"/>
              <a:gd name="connsiteX0-33" fmla="*/ 0 w 1354416"/>
              <a:gd name="connsiteY0-34" fmla="*/ 1785082 h 1785082"/>
              <a:gd name="connsiteX1-35" fmla="*/ 689908 w 1354416"/>
              <a:gd name="connsiteY1-36" fmla="*/ 0 h 1785082"/>
              <a:gd name="connsiteX2-37" fmla="*/ 1354416 w 1354416"/>
              <a:gd name="connsiteY2-38" fmla="*/ 1785082 h 1785082"/>
              <a:gd name="connsiteX3-39" fmla="*/ 0 w 1354416"/>
              <a:gd name="connsiteY3-40" fmla="*/ 1785082 h 178508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354416" h="1785082">
                <a:moveTo>
                  <a:pt x="0" y="1785082"/>
                </a:moveTo>
                <a:lnTo>
                  <a:pt x="689908" y="0"/>
                </a:lnTo>
                <a:lnTo>
                  <a:pt x="1354416" y="1785082"/>
                </a:lnTo>
                <a:lnTo>
                  <a:pt x="0" y="1785082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800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7" name="平行四边形 7"/>
          <p:cNvSpPr/>
          <p:nvPr>
            <p:custDataLst>
              <p:tags r:id="rId3"/>
            </p:custDataLst>
          </p:nvPr>
        </p:nvSpPr>
        <p:spPr>
          <a:xfrm flipV="1">
            <a:off x="0" y="-9525"/>
            <a:ext cx="2355056" cy="2008188"/>
          </a:xfrm>
          <a:prstGeom prst="parallelogram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800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9" name="任意多边形 15"/>
          <p:cNvSpPr/>
          <p:nvPr>
            <p:custDataLst>
              <p:tags r:id="rId4"/>
            </p:custDataLst>
          </p:nvPr>
        </p:nvSpPr>
        <p:spPr>
          <a:xfrm>
            <a:off x="-13097" y="-11113"/>
            <a:ext cx="5428060" cy="6892926"/>
          </a:xfrm>
          <a:custGeom>
            <a:avLst/>
            <a:gdLst>
              <a:gd name="connsiteX0" fmla="*/ 1367257 w 7176303"/>
              <a:gd name="connsiteY0" fmla="*/ 0 h 6866674"/>
              <a:gd name="connsiteX1" fmla="*/ 7176303 w 7176303"/>
              <a:gd name="connsiteY1" fmla="*/ 11556 h 6866674"/>
              <a:gd name="connsiteX2" fmla="*/ 4454810 w 7176303"/>
              <a:gd name="connsiteY2" fmla="*/ 6858020 h 6866674"/>
              <a:gd name="connsiteX3" fmla="*/ 0 w 7176303"/>
              <a:gd name="connsiteY3" fmla="*/ 6866674 h 6866674"/>
              <a:gd name="connsiteX4" fmla="*/ 0 w 7176303"/>
              <a:gd name="connsiteY4" fmla="*/ 3283633 h 6866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76303" h="6866674">
                <a:moveTo>
                  <a:pt x="1367257" y="0"/>
                </a:moveTo>
                <a:lnTo>
                  <a:pt x="7176303" y="11556"/>
                </a:lnTo>
                <a:lnTo>
                  <a:pt x="4454810" y="6858020"/>
                </a:lnTo>
                <a:lnTo>
                  <a:pt x="0" y="6866674"/>
                </a:lnTo>
                <a:lnTo>
                  <a:pt x="0" y="3283633"/>
                </a:lnTo>
                <a:close/>
              </a:path>
            </a:pathLst>
          </a:custGeom>
          <a:blipFill rotWithShape="1">
            <a:blip r:embed="rId5" cstate="screen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800" dirty="0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0" name="任意多边形 17"/>
          <p:cNvSpPr/>
          <p:nvPr>
            <p:custDataLst>
              <p:tags r:id="rId6"/>
            </p:custDataLst>
          </p:nvPr>
        </p:nvSpPr>
        <p:spPr>
          <a:xfrm>
            <a:off x="-32147" y="-9525"/>
            <a:ext cx="5451872" cy="6891338"/>
          </a:xfrm>
          <a:custGeom>
            <a:avLst/>
            <a:gdLst>
              <a:gd name="connsiteX0" fmla="*/ 1377503 w 7191711"/>
              <a:gd name="connsiteY0" fmla="*/ 0 h 6866692"/>
              <a:gd name="connsiteX1" fmla="*/ 7191711 w 7191711"/>
              <a:gd name="connsiteY1" fmla="*/ 11556 h 6866692"/>
              <a:gd name="connsiteX2" fmla="*/ 4467800 w 7191711"/>
              <a:gd name="connsiteY2" fmla="*/ 6858020 h 6866692"/>
              <a:gd name="connsiteX3" fmla="*/ 0 w 7191711"/>
              <a:gd name="connsiteY3" fmla="*/ 6866692 h 6866692"/>
              <a:gd name="connsiteX4" fmla="*/ 0 w 7191711"/>
              <a:gd name="connsiteY4" fmla="*/ 3305303 h 6866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91711" h="6866692">
                <a:moveTo>
                  <a:pt x="1377503" y="0"/>
                </a:moveTo>
                <a:lnTo>
                  <a:pt x="7191711" y="11556"/>
                </a:lnTo>
                <a:lnTo>
                  <a:pt x="4467800" y="6858020"/>
                </a:lnTo>
                <a:lnTo>
                  <a:pt x="0" y="6866692"/>
                </a:lnTo>
                <a:lnTo>
                  <a:pt x="0" y="3305303"/>
                </a:lnTo>
                <a:close/>
              </a:path>
            </a:pathLst>
          </a:custGeom>
          <a:solidFill>
            <a:schemeClr val="tx1">
              <a:alpha val="3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800" dirty="0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1" name="平行四边形 10"/>
          <p:cNvSpPr/>
          <p:nvPr>
            <p:custDataLst>
              <p:tags r:id="rId7"/>
            </p:custDataLst>
          </p:nvPr>
        </p:nvSpPr>
        <p:spPr>
          <a:xfrm flipV="1">
            <a:off x="6735366" y="5002213"/>
            <a:ext cx="2305050" cy="1865312"/>
          </a:xfrm>
          <a:prstGeom prst="parallelogram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800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cxnSp>
        <p:nvCxnSpPr>
          <p:cNvPr id="12" name="直接连接符 11"/>
          <p:cNvCxnSpPr/>
          <p:nvPr>
            <p:custDataLst>
              <p:tags r:id="rId8"/>
            </p:custDataLst>
          </p:nvPr>
        </p:nvCxnSpPr>
        <p:spPr>
          <a:xfrm flipH="1">
            <a:off x="6673084" y="4648927"/>
            <a:ext cx="2300288" cy="0"/>
          </a:xfrm>
          <a:prstGeom prst="line">
            <a:avLst/>
          </a:prstGeom>
          <a:ln w="19050" cap="rnd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9"/>
            </p:custDataLst>
          </p:nvPr>
        </p:nvSpPr>
        <p:spPr>
          <a:xfrm>
            <a:off x="4818729" y="740138"/>
            <a:ext cx="4154642" cy="2751522"/>
          </a:xfrm>
        </p:spPr>
        <p:txBody>
          <a:bodyPr lIns="90000" tIns="46800" rIns="90000" bIns="0" anchor="b">
            <a:normAutofit/>
          </a:bodyPr>
          <a:lstStyle>
            <a:lvl1pPr algn="r">
              <a:defRPr sz="4950" b="1">
                <a:solidFill>
                  <a:schemeClr val="tx2"/>
                </a:solidFill>
                <a:latin typeface="微软雅黑" panose="020B0503020204020204" charset="-122"/>
              </a:defRPr>
            </a:lvl1pPr>
          </a:lstStyle>
          <a:p>
            <a:r>
              <a:rPr lang="zh-CN" altLang="en-US" noProof="1"/>
              <a:t>单击此处编辑标题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5606284" y="3924075"/>
            <a:ext cx="3367088" cy="523240"/>
          </a:xfrm>
        </p:spPr>
        <p:txBody>
          <a:bodyPr lIns="90000" rIns="90000"/>
          <a:lstStyle>
            <a:lvl1pPr marL="0" indent="0" algn="r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13" name="日期占位符 3"/>
          <p:cNvSpPr>
            <a:spLocks noGrp="1"/>
          </p:cNvSpPr>
          <p:nvPr>
            <p:ph type="dt" sz="half" idx="15"/>
            <p:custDataLst>
              <p:tags r:id="rId11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en-US" altLang="zh-CN"/>
          </a:p>
        </p:txBody>
      </p:sp>
      <p:sp>
        <p:nvSpPr>
          <p:cNvPr id="14" name="页脚占位符 4"/>
          <p:cNvSpPr>
            <a:spLocks noGrp="1"/>
          </p:cNvSpPr>
          <p:nvPr>
            <p:ph type="ftr" sz="quarter" idx="16"/>
            <p:custDataLst>
              <p:tags r:id="rId12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en-US" altLang="zh-CN"/>
          </a:p>
        </p:txBody>
      </p:sp>
      <p:sp>
        <p:nvSpPr>
          <p:cNvPr id="16" name="灯片编号占位符 5"/>
          <p:cNvSpPr>
            <a:spLocks noGrp="1"/>
          </p:cNvSpPr>
          <p:nvPr>
            <p:ph type="sldNum" sz="quarter" idx="17"/>
            <p:custDataLst>
              <p:tags r:id="rId1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E037922F-5F89-46A6-8F46-8646A5DD6DF1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2" y="443234"/>
            <a:ext cx="8139178" cy="441964"/>
          </a:xfrm>
        </p:spPr>
        <p:txBody>
          <a:bodyPr/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502412" y="952508"/>
            <a:ext cx="8139178" cy="5388907"/>
          </a:xfrm>
        </p:spPr>
        <p:txBody>
          <a:bodyPr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32C7AD58-AD17-4685-AFAC-386DC6949E2B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48" y="3808730"/>
            <a:ext cx="8139178" cy="624845"/>
          </a:xfrm>
        </p:spPr>
        <p:txBody>
          <a:bodyPr rIns="63500"/>
          <a:lstStyle>
            <a:lvl1pPr>
              <a:defRPr sz="2700" u="none" strike="noStrike" kern="1200" cap="none" spc="300" normalizeH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502444" y="4511675"/>
            <a:ext cx="8139178" cy="1077985"/>
          </a:xfrm>
        </p:spPr>
        <p:txBody>
          <a:bodyPr tIns="38100" rIns="76200" bIns="38100">
            <a:noAutofit/>
          </a:bodyPr>
          <a:lstStyle>
            <a:lvl1pPr marL="0" indent="0" eaLnBrk="1" fontAlgn="auto" latinLnBrk="0" hangingPunct="1">
              <a:buNone/>
              <a:defRPr kumimoji="0" lang="zh-CN" altLang="en-US" sz="120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93BD8391-EC6B-48C1-B998-D0FAA024660B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2" y="443234"/>
            <a:ext cx="8139178" cy="441964"/>
          </a:xfrm>
        </p:spPr>
        <p:txBody>
          <a:bodyPr/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502448" y="952508"/>
            <a:ext cx="3962432" cy="5388907"/>
          </a:xfrm>
        </p:spPr>
        <p:txBody>
          <a:bodyPr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4679158" y="952508"/>
            <a:ext cx="3962432" cy="5388907"/>
          </a:xfrm>
        </p:spPr>
        <p:txBody>
          <a:bodyPr>
            <a:noAutofit/>
          </a:bodyPr>
          <a:lstStyle>
            <a:lvl1pPr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 sz="1200"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 sz="1200"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sz="1200"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 sz="1200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1C6807CB-3F24-4B29-92AD-1ADD49140CE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2" y="443234"/>
            <a:ext cx="8139178" cy="441964"/>
          </a:xfrm>
        </p:spPr>
        <p:txBody>
          <a:bodyPr/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502448" y="952508"/>
            <a:ext cx="3962432" cy="381003"/>
          </a:xfrm>
        </p:spPr>
        <p:txBody>
          <a:bodyPr tIns="38100" rIns="76200" bIns="3810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1500" b="0" u="none" strike="noStrike" kern="1200" cap="none" spc="20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502444" y="1406525"/>
            <a:ext cx="3962400" cy="4934752"/>
          </a:xfrm>
        </p:spPr>
        <p:txBody>
          <a:bodyPr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4676813" y="952508"/>
            <a:ext cx="3962432" cy="381003"/>
          </a:xfrm>
        </p:spPr>
        <p:txBody>
          <a:bodyPr tIns="38100" rIns="76200" bIns="3810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15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4676813" y="1406525"/>
            <a:ext cx="3962432" cy="4934752"/>
          </a:xfrm>
        </p:spPr>
        <p:txBody>
          <a:bodyPr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40759F16-C466-446F-8771-D28E908FB7D2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26D22CF9-309B-42FB-8071-3BBBD0A06904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22CAE14-10CF-4F45-9C9E-152A8C5D4F77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48" y="443234"/>
            <a:ext cx="8139178" cy="441964"/>
          </a:xfrm>
        </p:spPr>
        <p:txBody>
          <a:bodyPr/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502448" y="952508"/>
            <a:ext cx="3962432" cy="5388907"/>
          </a:xfrm>
        </p:spPr>
        <p:txBody>
          <a:bodyPr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单击图标添加图片</a:t>
            </a:r>
            <a:endParaRPr lang="zh-CN" altLang="en-US" noProof="1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4679194" y="952508"/>
            <a:ext cx="3962432" cy="5388907"/>
          </a:xfrm>
        </p:spPr>
        <p:txBody>
          <a:bodyPr/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B5837C7E-85AE-409B-9912-1E3C32584B27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7928351" y="952508"/>
            <a:ext cx="713238" cy="5388907"/>
          </a:xfrm>
        </p:spPr>
        <p:txBody>
          <a:bodyPr vert="eaVert" anchor="ctr"/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502444" y="952500"/>
            <a:ext cx="7371076" cy="5388907"/>
          </a:xfrm>
        </p:spPr>
        <p:txBody>
          <a:bodyPr vert="eaVert"/>
          <a:lstStyle>
            <a:lvl1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2pPr>
            <a:lvl3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3pPr>
            <a:lvl4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4pPr>
            <a:lvl5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AC581075-1152-4B6B-AA71-C7133B461F4B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"/>
            </p:custDataLst>
          </p:nvPr>
        </p:nvSpPr>
        <p:spPr>
          <a:xfrm>
            <a:off x="502448" y="952508"/>
            <a:ext cx="8139178" cy="538890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4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5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6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B2326F-068C-4081-A9BE-717E8CE3C581}" type="slidenum">
              <a:rPr lang="zh-CN" altLang="en-US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>
            <p:custDataLst>
              <p:tags r:id="rId2"/>
            </p:custDataLst>
          </p:nvPr>
        </p:nvCxnSpPr>
        <p:spPr>
          <a:xfrm flipH="1">
            <a:off x="6146006" y="3686175"/>
            <a:ext cx="2300288" cy="0"/>
          </a:xfrm>
          <a:prstGeom prst="line">
            <a:avLst/>
          </a:prstGeom>
          <a:ln w="19050" cap="rnd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平行四边形 3"/>
          <p:cNvSpPr/>
          <p:nvPr>
            <p:custDataLst>
              <p:tags r:id="rId3"/>
            </p:custDataLst>
          </p:nvPr>
        </p:nvSpPr>
        <p:spPr>
          <a:xfrm flipV="1">
            <a:off x="0" y="0"/>
            <a:ext cx="2355056" cy="2008188"/>
          </a:xfrm>
          <a:prstGeom prst="parallelogram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800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5" name="矩形 4"/>
          <p:cNvSpPr/>
          <p:nvPr>
            <p:custDataLst>
              <p:tags r:id="rId4"/>
            </p:custDataLst>
          </p:nvPr>
        </p:nvSpPr>
        <p:spPr>
          <a:xfrm>
            <a:off x="0" y="4849813"/>
            <a:ext cx="9144000" cy="20558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800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6" name="平行四边形 5"/>
          <p:cNvSpPr/>
          <p:nvPr>
            <p:custDataLst>
              <p:tags r:id="rId5"/>
            </p:custDataLst>
          </p:nvPr>
        </p:nvSpPr>
        <p:spPr>
          <a:xfrm flipV="1">
            <a:off x="6728222" y="4849813"/>
            <a:ext cx="2305050" cy="2054225"/>
          </a:xfrm>
          <a:prstGeom prst="parallelogram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800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4380300" y="1264356"/>
            <a:ext cx="4155300" cy="2410470"/>
          </a:xfrm>
        </p:spPr>
        <p:txBody>
          <a:bodyPr lIns="90000" tIns="46800" rIns="90000" bIns="46800" anchor="b">
            <a:normAutofit/>
          </a:bodyPr>
          <a:lstStyle>
            <a:lvl1pPr marL="0" marR="0" algn="r" defTabSz="914400" rtl="0" eaLnBrk="1" fontAlgn="auto" latinLnBrk="0" hangingPunct="1">
              <a:lnSpc>
                <a:spcPct val="100000"/>
              </a:lnSpc>
              <a:buNone/>
              <a:defRPr kumimoji="0" lang="zh-CN" altLang="en-US" sz="6600" b="1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编辑标题</a:t>
            </a:r>
            <a:endParaRPr noProof="1">
              <a:sym typeface="+mn-ea"/>
            </a:endParaRPr>
          </a:p>
        </p:txBody>
      </p:sp>
      <p:sp>
        <p:nvSpPr>
          <p:cNvPr id="7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89FA83-3AA4-4AB1-AE99-861D1E52AE27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SmartArt 占位符 2"/>
          <p:cNvSpPr>
            <a:spLocks noGrp="1"/>
          </p:cNvSpPr>
          <p:nvPr>
            <p:ph type="pic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DA027-99D1-449A-A6C0-BB5BE06ED33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71.xml"/><Relationship Id="rId17" Type="http://schemas.openxmlformats.org/officeDocument/2006/relationships/tags" Target="../tags/tag70.xml"/><Relationship Id="rId16" Type="http://schemas.openxmlformats.org/officeDocument/2006/relationships/tags" Target="../tags/tag69.xml"/><Relationship Id="rId15" Type="http://schemas.openxmlformats.org/officeDocument/2006/relationships/tags" Target="../tags/tag68.xml"/><Relationship Id="rId14" Type="http://schemas.openxmlformats.org/officeDocument/2006/relationships/tags" Target="../tags/tag67.xml"/><Relationship Id="rId13" Type="http://schemas.openxmlformats.org/officeDocument/2006/relationships/tags" Target="../tags/tag66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 idx="4294967295"/>
            <p:custDataLst>
              <p:tags r:id="rId13"/>
            </p:custDataLst>
          </p:nvPr>
        </p:nvSpPr>
        <p:spPr bwMode="auto">
          <a:xfrm>
            <a:off x="502444" y="442913"/>
            <a:ext cx="8139113" cy="442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38100" rIns="76200" bIns="38100" numCol="1" anchor="t" anchorCtr="0" compatLnSpc="1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9"/>
            <p:custDataLst>
              <p:tags r:id="rId14"/>
            </p:custDataLst>
          </p:nvPr>
        </p:nvSpPr>
        <p:spPr bwMode="auto">
          <a:xfrm>
            <a:off x="502444" y="952500"/>
            <a:ext cx="8139113" cy="538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0" rIns="82550" bIns="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59606" y="6350000"/>
            <a:ext cx="2025254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eaLnBrk="1" hangingPunct="1">
              <a:buFontTx/>
              <a:buNone/>
              <a:defRPr sz="90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3087291" y="6350000"/>
            <a:ext cx="2969419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eaLnBrk="1" hangingPunct="1">
              <a:buFontTx/>
              <a:buNone/>
              <a:defRPr sz="90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6457950" y="6350000"/>
            <a:ext cx="2025254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eaLnBrk="1" hangingPunct="1">
              <a:buFontTx/>
              <a:buNone/>
              <a:defRPr sz="90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DA1DA027-99D1-449A-A6C0-BB5BE06ED330}" type="slidenum">
              <a:rPr lang="en-US" altLang="zh-CN" smtClean="0"/>
            </a:fld>
            <a:endParaRPr lang="en-US" altLang="zh-CN"/>
          </a:p>
        </p:txBody>
      </p:sp>
      <p:sp>
        <p:nvSpPr>
          <p:cNvPr id="2" name="KSO_TEMPLATE" hidden="1"/>
          <p:cNvSpPr/>
          <p:nvPr>
            <p:custDataLst>
              <p:tags r:id="rId18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800" noProof="1"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1800" b="1" kern="1200" spc="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charset="-122"/>
          <a:ea typeface="微软雅黑" panose="020B0503020204020204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charset="-122"/>
          <a:ea typeface="微软雅黑" panose="020B0503020204020204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charset="-122"/>
          <a:ea typeface="微软雅黑" panose="020B0503020204020204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charset="-122"/>
          <a:ea typeface="微软雅黑" panose="020B0503020204020204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charset="-122"/>
          <a:ea typeface="微软雅黑" panose="020B0503020204020204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charset="-122"/>
          <a:ea typeface="微软雅黑" panose="020B0503020204020204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charset="-122"/>
          <a:ea typeface="微软雅黑" panose="020B0503020204020204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charset="-122"/>
          <a:ea typeface="微软雅黑" panose="020B0503020204020204" charset="-122"/>
        </a:defRPr>
      </a:lvl9pPr>
    </p:titleStyle>
    <p:bodyStyle>
      <a:lvl1pPr marL="171450" indent="-171450" algn="l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  <a:lvl2pPr marL="5143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2pPr>
      <a:lvl3pPr marL="8572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3pPr>
      <a:lvl4pPr marL="12001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4pPr>
      <a:lvl5pPr marL="15430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1" Type="http://schemas.openxmlformats.org/officeDocument/2006/relationships/tags" Target="../tags/tag7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gradFill>
          <a:gsLst>
            <a:gs pos="0">
              <a:srgbClr val="0070C0"/>
            </a:gs>
            <a:gs pos="100000">
              <a:srgbClr val="002060"/>
            </a:gs>
          </a:gsLst>
          <a:path path="rect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zh-CN" altLang="en-US" sz="5200">
                <a:latin typeface="黑体" panose="02010609060101010101" charset="-122"/>
                <a:ea typeface="黑体" panose="02010609060101010101" charset="-122"/>
              </a:rPr>
              <a:t>计算机系统</a:t>
            </a:r>
            <a:endParaRPr lang="zh-CN" altLang="en-US" sz="520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subTitle" idx="1"/>
          </p:nvPr>
        </p:nvSpPr>
        <p:spPr>
          <a:xfrm>
            <a:off x="5605649" y="3788820"/>
            <a:ext cx="3367088" cy="523240"/>
          </a:xfrm>
        </p:spPr>
        <p:txBody>
          <a:bodyPr/>
          <a:lstStyle/>
          <a:p>
            <a:r>
              <a:rPr lang="zh-CN" altLang="zh-CN" sz="3000" dirty="0" smtClean="0"/>
              <a:t>计算机</a:t>
            </a:r>
            <a:r>
              <a:rPr lang="zh-CN" altLang="zh-CN" sz="3000" dirty="0"/>
              <a:t>功能与硬件系统组成</a:t>
            </a:r>
            <a:endParaRPr lang="zh-CN" altLang="en-US" sz="3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0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dirty="0"/>
              <a:t>计算机系统</a:t>
            </a:r>
            <a:r>
              <a:rPr lang="zh-CN" altLang="en-US" dirty="0" smtClean="0"/>
              <a:t>简介</a:t>
            </a:r>
            <a:endParaRPr lang="zh-CN" altLang="en-US" dirty="0"/>
          </a:p>
        </p:txBody>
      </p:sp>
      <p:sp>
        <p:nvSpPr>
          <p:cNvPr id="2" name="内容占位符 1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sz="2400" dirty="0">
                <a:latin typeface="+mn-ea"/>
              </a:rPr>
              <a:t>计算机系统由硬件系统和软件系统组成。硬件系统是计算机系统数据处理的物理基础，而软件系统则是实现数据处理的逻辑手段。</a:t>
            </a:r>
            <a:br>
              <a:rPr lang="zh-CN" altLang="en-US" sz="2400" dirty="0"/>
            </a:br>
            <a:endParaRPr lang="zh-CN" altLang="en-US" sz="2400" dirty="0"/>
          </a:p>
        </p:txBody>
      </p:sp>
      <p:pic>
        <p:nvPicPr>
          <p:cNvPr id="4" name="内容占位符 3" descr="WPS演示043素材文件"/>
          <p:cNvPicPr>
            <a:picLocks noChangeAspect="1"/>
          </p:cNvPicPr>
          <p:nvPr>
            <p:ph sz="half" idx="2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679315" y="2006600"/>
            <a:ext cx="3962400" cy="32797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计算机功能</a:t>
            </a:r>
            <a:endParaRPr lang="zh-CN" altLang="en-US" dirty="0"/>
          </a:p>
        </p:txBody>
      </p:sp>
      <p:sp>
        <p:nvSpPr>
          <p:cNvPr id="2" name="图片占位符 1"/>
          <p:cNvSpPr>
            <a:spLocks noGrp="1"/>
          </p:cNvSpPr>
          <p:nvPr>
            <p:ph type="pic" idx="1"/>
          </p:nvPr>
        </p:nvSpPr>
        <p:spPr/>
      </p:sp>
      <p:sp>
        <p:nvSpPr>
          <p:cNvPr id="6147" name="Line 3"/>
          <p:cNvSpPr>
            <a:spLocks noChangeShapeType="1"/>
          </p:cNvSpPr>
          <p:nvPr/>
        </p:nvSpPr>
        <p:spPr bwMode="auto">
          <a:xfrm flipH="1">
            <a:off x="990600" y="1657350"/>
            <a:ext cx="19050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6148" name="Group 4"/>
          <p:cNvGrpSpPr/>
          <p:nvPr/>
        </p:nvGrpSpPr>
        <p:grpSpPr bwMode="auto">
          <a:xfrm>
            <a:off x="790575" y="2076450"/>
            <a:ext cx="7448550" cy="4114800"/>
            <a:chOff x="624" y="1236"/>
            <a:chExt cx="4692" cy="2592"/>
          </a:xfrm>
        </p:grpSpPr>
        <p:sp>
          <p:nvSpPr>
            <p:cNvPr id="6149" name="Rectangle 5"/>
            <p:cNvSpPr>
              <a:spLocks noChangeArrowheads="1"/>
            </p:cNvSpPr>
            <p:nvPr/>
          </p:nvSpPr>
          <p:spPr bwMode="auto">
            <a:xfrm>
              <a:off x="624" y="1236"/>
              <a:ext cx="4692" cy="2592"/>
            </a:xfrm>
            <a:prstGeom prst="rect">
              <a:avLst/>
            </a:prstGeom>
            <a:solidFill>
              <a:srgbClr val="DDDDDD"/>
            </a:solidFill>
            <a:ln w="12700" cap="sq">
              <a:solidFill>
                <a:srgbClr val="FF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150" name="Oval 6"/>
            <p:cNvSpPr>
              <a:spLocks noChangeArrowheads="1"/>
            </p:cNvSpPr>
            <p:nvPr/>
          </p:nvSpPr>
          <p:spPr bwMode="auto">
            <a:xfrm>
              <a:off x="1572" y="1908"/>
              <a:ext cx="960" cy="924"/>
            </a:xfrm>
            <a:prstGeom prst="ellipse">
              <a:avLst/>
            </a:prstGeom>
            <a:solidFill>
              <a:schemeClr val="accent2"/>
            </a:solidFill>
            <a:ln w="31750" cap="sq">
              <a:solidFill>
                <a:srgbClr val="FF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lang="zh-CN" altLang="en-US" sz="2800" b="1">
                  <a:solidFill>
                    <a:schemeClr val="bg1"/>
                  </a:solidFill>
                </a:rPr>
                <a:t>数据交换</a:t>
              </a:r>
              <a:endParaRPr lang="zh-CN" altLang="en-US" sz="2800" b="1">
                <a:solidFill>
                  <a:schemeClr val="bg1"/>
                </a:solidFill>
              </a:endParaRPr>
            </a:p>
          </p:txBody>
        </p:sp>
        <p:sp>
          <p:nvSpPr>
            <p:cNvPr id="6151" name="Oval 7"/>
            <p:cNvSpPr>
              <a:spLocks noChangeArrowheads="1"/>
            </p:cNvSpPr>
            <p:nvPr/>
          </p:nvSpPr>
          <p:spPr bwMode="auto">
            <a:xfrm>
              <a:off x="2892" y="1896"/>
              <a:ext cx="960" cy="924"/>
            </a:xfrm>
            <a:prstGeom prst="ellipse">
              <a:avLst/>
            </a:prstGeom>
            <a:solidFill>
              <a:schemeClr val="accent2"/>
            </a:solidFill>
            <a:ln w="31750" cap="sq">
              <a:solidFill>
                <a:srgbClr val="FF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lang="zh-CN" altLang="en-US" sz="2800" b="1">
                  <a:solidFill>
                    <a:schemeClr val="bg1"/>
                  </a:solidFill>
                </a:rPr>
                <a:t>控制机制</a:t>
              </a:r>
              <a:endParaRPr lang="zh-CN" altLang="en-US" sz="2800" b="1"/>
            </a:p>
          </p:txBody>
        </p:sp>
        <p:sp>
          <p:nvSpPr>
            <p:cNvPr id="6152" name="Oval 8"/>
            <p:cNvSpPr>
              <a:spLocks noChangeArrowheads="1"/>
            </p:cNvSpPr>
            <p:nvPr/>
          </p:nvSpPr>
          <p:spPr bwMode="auto">
            <a:xfrm>
              <a:off x="4200" y="1404"/>
              <a:ext cx="960" cy="924"/>
            </a:xfrm>
            <a:prstGeom prst="ellipse">
              <a:avLst/>
            </a:prstGeom>
            <a:solidFill>
              <a:schemeClr val="accent2"/>
            </a:solidFill>
            <a:ln w="31750" cap="sq">
              <a:solidFill>
                <a:srgbClr val="FF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lang="zh-CN" altLang="en-US" sz="2800" b="1">
                  <a:solidFill>
                    <a:schemeClr val="bg1"/>
                  </a:solidFill>
                </a:rPr>
                <a:t>数据处理</a:t>
              </a:r>
              <a:endParaRPr lang="zh-CN" altLang="en-US" sz="2800" b="1"/>
            </a:p>
          </p:txBody>
        </p:sp>
        <p:sp>
          <p:nvSpPr>
            <p:cNvPr id="6153" name="Oval 9"/>
            <p:cNvSpPr>
              <a:spLocks noChangeArrowheads="1"/>
            </p:cNvSpPr>
            <p:nvPr/>
          </p:nvSpPr>
          <p:spPr bwMode="auto">
            <a:xfrm>
              <a:off x="4188" y="2676"/>
              <a:ext cx="960" cy="924"/>
            </a:xfrm>
            <a:prstGeom prst="ellipse">
              <a:avLst/>
            </a:prstGeom>
            <a:solidFill>
              <a:schemeClr val="accent2"/>
            </a:solidFill>
            <a:ln w="31750" cap="sq">
              <a:solidFill>
                <a:srgbClr val="FF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lang="zh-CN" altLang="en-US" sz="2800" b="1">
                  <a:solidFill>
                    <a:schemeClr val="bg1"/>
                  </a:solidFill>
                </a:rPr>
                <a:t>数据存储</a:t>
              </a:r>
              <a:endParaRPr lang="zh-CN" altLang="en-US" sz="2800" b="1"/>
            </a:p>
          </p:txBody>
        </p:sp>
        <p:sp>
          <p:nvSpPr>
            <p:cNvPr id="6154" name="Line 10"/>
            <p:cNvSpPr>
              <a:spLocks noChangeShapeType="1"/>
            </p:cNvSpPr>
            <p:nvPr/>
          </p:nvSpPr>
          <p:spPr bwMode="auto">
            <a:xfrm>
              <a:off x="2520" y="2268"/>
              <a:ext cx="360" cy="0"/>
            </a:xfrm>
            <a:prstGeom prst="line">
              <a:avLst/>
            </a:prstGeom>
            <a:noFill/>
            <a:ln w="31750" cap="sq">
              <a:solidFill>
                <a:srgbClr val="FF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155" name="Line 11"/>
            <p:cNvSpPr>
              <a:spLocks noChangeShapeType="1"/>
            </p:cNvSpPr>
            <p:nvPr/>
          </p:nvSpPr>
          <p:spPr bwMode="auto">
            <a:xfrm>
              <a:off x="2532" y="2484"/>
              <a:ext cx="372" cy="0"/>
            </a:xfrm>
            <a:prstGeom prst="line">
              <a:avLst/>
            </a:prstGeom>
            <a:noFill/>
            <a:ln w="31750" cap="sq">
              <a:solidFill>
                <a:srgbClr val="00FF00"/>
              </a:solidFill>
              <a:round/>
              <a:head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156" name="Line 12"/>
            <p:cNvSpPr>
              <a:spLocks noChangeShapeType="1"/>
            </p:cNvSpPr>
            <p:nvPr/>
          </p:nvSpPr>
          <p:spPr bwMode="auto">
            <a:xfrm flipV="1">
              <a:off x="3804" y="1932"/>
              <a:ext cx="420" cy="204"/>
            </a:xfrm>
            <a:prstGeom prst="line">
              <a:avLst/>
            </a:prstGeom>
            <a:noFill/>
            <a:ln w="31750" cap="sq">
              <a:solidFill>
                <a:srgbClr val="FF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157" name="Line 13"/>
            <p:cNvSpPr>
              <a:spLocks noChangeShapeType="1"/>
            </p:cNvSpPr>
            <p:nvPr/>
          </p:nvSpPr>
          <p:spPr bwMode="auto">
            <a:xfrm flipH="1">
              <a:off x="3852" y="2160"/>
              <a:ext cx="456" cy="168"/>
            </a:xfrm>
            <a:prstGeom prst="line">
              <a:avLst/>
            </a:prstGeom>
            <a:noFill/>
            <a:ln w="31750" cap="sq">
              <a:solidFill>
                <a:srgbClr val="00FF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158" name="Line 14"/>
            <p:cNvSpPr>
              <a:spLocks noChangeShapeType="1"/>
            </p:cNvSpPr>
            <p:nvPr/>
          </p:nvSpPr>
          <p:spPr bwMode="auto">
            <a:xfrm>
              <a:off x="3840" y="2520"/>
              <a:ext cx="516" cy="264"/>
            </a:xfrm>
            <a:prstGeom prst="line">
              <a:avLst/>
            </a:prstGeom>
            <a:noFill/>
            <a:ln w="31750" cap="sq">
              <a:solidFill>
                <a:srgbClr val="FF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159" name="Line 15"/>
            <p:cNvSpPr>
              <a:spLocks noChangeShapeType="1"/>
            </p:cNvSpPr>
            <p:nvPr/>
          </p:nvSpPr>
          <p:spPr bwMode="auto">
            <a:xfrm>
              <a:off x="3744" y="2664"/>
              <a:ext cx="468" cy="264"/>
            </a:xfrm>
            <a:prstGeom prst="line">
              <a:avLst/>
            </a:prstGeom>
            <a:noFill/>
            <a:ln w="31750" cap="sq">
              <a:solidFill>
                <a:srgbClr val="00FF00"/>
              </a:solidFill>
              <a:round/>
              <a:head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160" name="Line 16"/>
            <p:cNvSpPr>
              <a:spLocks noChangeShapeType="1"/>
            </p:cNvSpPr>
            <p:nvPr/>
          </p:nvSpPr>
          <p:spPr bwMode="auto">
            <a:xfrm>
              <a:off x="1200" y="2268"/>
              <a:ext cx="360" cy="0"/>
            </a:xfrm>
            <a:prstGeom prst="line">
              <a:avLst/>
            </a:prstGeom>
            <a:noFill/>
            <a:ln w="38100" cap="sq">
              <a:solidFill>
                <a:srgbClr val="FF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161" name="Line 17"/>
            <p:cNvSpPr>
              <a:spLocks noChangeShapeType="1"/>
            </p:cNvSpPr>
            <p:nvPr/>
          </p:nvSpPr>
          <p:spPr bwMode="auto">
            <a:xfrm>
              <a:off x="1176" y="2484"/>
              <a:ext cx="408" cy="0"/>
            </a:xfrm>
            <a:prstGeom prst="line">
              <a:avLst/>
            </a:prstGeom>
            <a:noFill/>
            <a:ln w="38100" cap="sq">
              <a:solidFill>
                <a:srgbClr val="00FF00"/>
              </a:solidFill>
              <a:round/>
              <a:head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162" name="Text Box 18"/>
            <p:cNvSpPr txBox="1">
              <a:spLocks noChangeArrowheads="1"/>
            </p:cNvSpPr>
            <p:nvPr/>
          </p:nvSpPr>
          <p:spPr bwMode="auto">
            <a:xfrm>
              <a:off x="816" y="2040"/>
              <a:ext cx="300" cy="5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lang="zh-CN" altLang="en-US" sz="2800" b="1">
                  <a:solidFill>
                    <a:srgbClr val="800000"/>
                  </a:solidFill>
                </a:rPr>
                <a:t>外界</a:t>
              </a:r>
              <a:endParaRPr lang="zh-CN" altLang="en-US" sz="2800"/>
            </a:p>
          </p:txBody>
        </p:sp>
        <p:sp>
          <p:nvSpPr>
            <p:cNvPr id="6163" name="Text Box 19"/>
            <p:cNvSpPr txBox="1">
              <a:spLocks noChangeArrowheads="1"/>
            </p:cNvSpPr>
            <p:nvPr/>
          </p:nvSpPr>
          <p:spPr bwMode="auto">
            <a:xfrm>
              <a:off x="2028" y="3480"/>
              <a:ext cx="184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lang="zh-CN" altLang="en-US" sz="2800" b="1">
                  <a:solidFill>
                    <a:srgbClr val="FF0000"/>
                  </a:solidFill>
                  <a:ea typeface="楷体_GB2312" pitchFamily="49" charset="-122"/>
                </a:rPr>
                <a:t>计算机功能框图</a:t>
              </a:r>
              <a:endParaRPr lang="zh-CN" altLang="en-US" sz="28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计算机硬件系统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2" name="图片 1" descr="WPS演示043素材文件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160" y="1412875"/>
            <a:ext cx="7315200" cy="4572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ID" val="_1*i*3"/>
  <p:tag name="KSO_WM_UNIT_LAYERLEVEL" val="1"/>
  <p:tag name="KSO_WM_TAG_VERSION" val="1.0"/>
  <p:tag name="KSO_WM_BEAUTIFY_FLAG" val="#wm#"/>
  <p:tag name="KSO_WM_UNIT_TYPE" val="i"/>
  <p:tag name="KSO_WM_UNIT_INDEX" val="3"/>
  <p:tag name="KSO_WM_UNIT_DIAGRAM_ISNUMVISUAL" val="0"/>
  <p:tag name="KSO_WM_UNIT_DIAGRAM_ISREFERUNIT" val="0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ID" val="_1*i*4"/>
  <p:tag name="KSO_WM_UNIT_LAYERLEVEL" val="1"/>
  <p:tag name="KSO_WM_TAG_VERSION" val="1.0"/>
  <p:tag name="KSO_WM_BEAUTIFY_FLAG" val="#wm#"/>
  <p:tag name="KSO_WM_UNIT_TYPE" val="i"/>
  <p:tag name="KSO_WM_UNIT_INDEX" val="4"/>
  <p:tag name="KSO_WM_UNIT_DIAGRAM_ISNUMVISUAL" val="0"/>
  <p:tag name="KSO_WM_UNIT_DIAGRAM_ISREFERUNIT" val="0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ID" val="_1*i*2"/>
  <p:tag name="KSO_WM_UNIT_LAYERLEVEL" val="1"/>
  <p:tag name="KSO_WM_TAG_VERSION" val="1.0"/>
  <p:tag name="KSO_WM_BEAUTIFY_FLAG" val="#wm#"/>
  <p:tag name="KSO_WM_UNIT_TYPE" val="i"/>
  <p:tag name="KSO_WM_UNIT_INDEX" val="2"/>
  <p:tag name="KSO_WM_UNIT_DIAGRAM_ISNUMVISUAL" val="0"/>
  <p:tag name="KSO_WM_UNIT_DIAGRAM_ISREFERUNIT" val="0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6577"/>
</p:tagLst>
</file>

<file path=ppt/tags/tag67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6577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TAG_VERSION" val="1.0"/>
  <p:tag name="KSO_WM_BEAUTIFY_FLAG" val="#wm#"/>
  <p:tag name="KSO_WM_COMBINE_RELATE_SLIDE_ID" val="background20177529_1"/>
  <p:tag name="KSO_WM_TEMPLATE_CATEGORY" val="custom"/>
  <p:tag name="KSO_WM_TEMPLATE_INDEX" val="20196577"/>
  <p:tag name="KSO_WM_TEMPLATE_SUBCATEGORY" val="0"/>
  <p:tag name="KSO_WM_TEMPLATE_THUMBS_INDEX" val="1、2、5、6、12、13、16、21、28、29、30、"/>
</p:tagLst>
</file>

<file path=ppt/tags/tag72.xml><?xml version="1.0" encoding="utf-8"?>
<p:tagLst xmlns:p="http://schemas.openxmlformats.org/presentationml/2006/main">
  <p:tag name="KSO_WM_UNIT_PLACING_PICTURE_USER_VIEWPORT" val="{&quot;height&quot;:5165,&quot;width&quot;:6240}"/>
</p:tagLst>
</file>

<file path=ppt/tags/tag73.xml><?xml version="1.0" encoding="utf-8"?>
<p:tagLst xmlns:p="http://schemas.openxmlformats.org/presentationml/2006/main">
  <p:tag name="KSO_WPP_MARK_KEY" val="4a746ae8-84a0-4c8a-8b09-96d7447ce9ae"/>
  <p:tag name="COMMONDATA" val="eyJoZGlkIjoiM2Q2NDY3ODBmZDEyZTZiNTFiOWYyZGE1YmNkNTA1NzMifQ=="/>
  <p:tag name="commondata" val="eyJoZGlkIjoiNjQwNzdkNTI0ZmEyODlhNmVjYjU4ZGU0YTBmMWRhMTcifQ=="/>
</p:tagLst>
</file>

<file path=ppt/theme/theme1.xml><?xml version="1.0" encoding="utf-8"?>
<a:theme xmlns:a="http://schemas.openxmlformats.org/drawingml/2006/main" name="主题三">
  <a:themeElements>
    <a:clrScheme name="3">
      <a:dk1>
        <a:srgbClr val="000000"/>
      </a:dk1>
      <a:lt1>
        <a:srgbClr val="FFFFFF"/>
      </a:lt1>
      <a:dk2>
        <a:srgbClr val="323F4F"/>
      </a:dk2>
      <a:lt2>
        <a:srgbClr val="E7E6E6"/>
      </a:lt2>
      <a:accent1>
        <a:srgbClr val="376BAB"/>
      </a:accent1>
      <a:accent2>
        <a:srgbClr val="54565C"/>
      </a:accent2>
      <a:accent3>
        <a:srgbClr val="A1A2A5"/>
      </a:accent3>
      <a:accent4>
        <a:srgbClr val="376BAB"/>
      </a:accent4>
      <a:accent5>
        <a:srgbClr val="628BDC"/>
      </a:accent5>
      <a:accent6>
        <a:srgbClr val="376BAB"/>
      </a:accent6>
      <a:hlink>
        <a:srgbClr val="85C0FB"/>
      </a:hlink>
      <a:folHlink>
        <a:srgbClr val="70A2DE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Metro</Template>
  <TotalTime>0</TotalTime>
  <Words>119</Words>
  <Application>WPS 演示</Application>
  <PresentationFormat>全屏显示(4:3)</PresentationFormat>
  <Paragraphs>24</Paragraphs>
  <Slides>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4" baseType="lpstr">
      <vt:lpstr>Arial</vt:lpstr>
      <vt:lpstr>宋体</vt:lpstr>
      <vt:lpstr>Wingdings</vt:lpstr>
      <vt:lpstr>Times New Roman</vt:lpstr>
      <vt:lpstr>微软雅黑</vt:lpstr>
      <vt:lpstr>黑体</vt:lpstr>
      <vt:lpstr>楷体_GB2312</vt:lpstr>
      <vt:lpstr>新宋体</vt:lpstr>
      <vt:lpstr>Arial Unicode MS</vt:lpstr>
      <vt:lpstr>主题三</vt:lpstr>
      <vt:lpstr>计算机系统</vt:lpstr>
      <vt:lpstr>计算机系统简介</vt:lpstr>
      <vt:lpstr>计算机功能</vt:lpstr>
      <vt:lpstr>计算机硬件系统</vt:lpstr>
    </vt:vector>
  </TitlesOfParts>
  <Company>BH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计算机系统简介</dc:title>
  <dc:creator>Zhang</dc:creator>
  <cp:lastModifiedBy>湖北技能高考-陈欢</cp:lastModifiedBy>
  <cp:revision>34</cp:revision>
  <dcterms:created xsi:type="dcterms:W3CDTF">2001-11-25T17:22:00Z</dcterms:created>
  <dcterms:modified xsi:type="dcterms:W3CDTF">2025-06-19T01:18:11Z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2052-12.1.0.15712</vt:lpwstr>
  </property>
  <property fmtid="{D5CDD505-2E9C-101B-9397-08002B2CF9AE}" pid="3" name="ICV">
    <vt:lpwstr>898AFF09165F41A5A554F044C9484582_12</vt:lpwstr>
  </property>
</Properties>
</file>